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0" r:id="rId1"/>
  </p:sldMasterIdLst>
  <p:notesMasterIdLst>
    <p:notesMasterId r:id="rId46"/>
  </p:notesMasterIdLst>
  <p:sldIdLst>
    <p:sldId id="256" r:id="rId2"/>
    <p:sldId id="257" r:id="rId3"/>
    <p:sldId id="304" r:id="rId4"/>
    <p:sldId id="259" r:id="rId5"/>
    <p:sldId id="320" r:id="rId6"/>
    <p:sldId id="307" r:id="rId7"/>
    <p:sldId id="308" r:id="rId8"/>
    <p:sldId id="261" r:id="rId9"/>
    <p:sldId id="258" r:id="rId10"/>
    <p:sldId id="305" r:id="rId11"/>
    <p:sldId id="267" r:id="rId12"/>
    <p:sldId id="310" r:id="rId13"/>
    <p:sldId id="263" r:id="rId14"/>
    <p:sldId id="265" r:id="rId15"/>
    <p:sldId id="309" r:id="rId16"/>
    <p:sldId id="277" r:id="rId17"/>
    <p:sldId id="270" r:id="rId18"/>
    <p:sldId id="264" r:id="rId19"/>
    <p:sldId id="276" r:id="rId20"/>
    <p:sldId id="311" r:id="rId21"/>
    <p:sldId id="328" r:id="rId22"/>
    <p:sldId id="329" r:id="rId23"/>
    <p:sldId id="331" r:id="rId24"/>
    <p:sldId id="332" r:id="rId25"/>
    <p:sldId id="333" r:id="rId26"/>
    <p:sldId id="319" r:id="rId27"/>
    <p:sldId id="322" r:id="rId28"/>
    <p:sldId id="323" r:id="rId29"/>
    <p:sldId id="324" r:id="rId30"/>
    <p:sldId id="325" r:id="rId31"/>
    <p:sldId id="326" r:id="rId32"/>
    <p:sldId id="327" r:id="rId33"/>
    <p:sldId id="271" r:id="rId34"/>
    <p:sldId id="334" r:id="rId35"/>
    <p:sldId id="337" r:id="rId36"/>
    <p:sldId id="336" r:id="rId37"/>
    <p:sldId id="335" r:id="rId38"/>
    <p:sldId id="340" r:id="rId39"/>
    <p:sldId id="281" r:id="rId40"/>
    <p:sldId id="341" r:id="rId41"/>
    <p:sldId id="342" r:id="rId42"/>
    <p:sldId id="343" r:id="rId43"/>
    <p:sldId id="344" r:id="rId44"/>
    <p:sldId id="286" r:id="rId45"/>
  </p:sldIdLst>
  <p:sldSz cx="9144000" cy="5143500" type="screen16x9"/>
  <p:notesSz cx="6858000" cy="9144000"/>
  <p:embeddedFontLst>
    <p:embeddedFont>
      <p:font typeface="Barlow Semi Condensed" panose="00000506000000000000" pitchFamily="2" charset="0"/>
      <p:regular r:id="rId47"/>
      <p:bold r:id="rId48"/>
      <p:italic r:id="rId49"/>
      <p:boldItalic r:id="rId50"/>
    </p:embeddedFont>
    <p:embeddedFont>
      <p:font typeface="Barlow Semi Condensed Light" panose="00000406000000000000" pitchFamily="2" charset="0"/>
      <p:regular r:id="rId51"/>
      <p:bold r:id="rId52"/>
      <p:italic r:id="rId53"/>
      <p:boldItalic r:id="rId54"/>
    </p:embeddedFont>
    <p:embeddedFont>
      <p:font typeface="Barlow Semi Condensed Medium" panose="00000606000000000000" pitchFamily="2" charset="0"/>
      <p:regular r:id="rId55"/>
      <p:bold r:id="rId56"/>
      <p:italic r:id="rId57"/>
      <p:boldItalic r:id="rId58"/>
    </p:embeddedFont>
    <p:embeddedFont>
      <p:font typeface="Fjalla One" panose="02000506040000020004" pitchFamily="2" charset="0"/>
      <p:regular r:id="rId59"/>
    </p:embeddedFont>
    <p:embeddedFont>
      <p:font typeface="Roboto Condensed Light" panose="02000000000000000000" pitchFamily="2" charset="0"/>
      <p:regular r:id="rId60"/>
      <p:italic r:id="rId61"/>
    </p:embeddedFont>
    <p:embeddedFont>
      <p:font typeface="Segoe UI" panose="020B0502040204020203" pitchFamily="34" charset="0"/>
      <p:regular r:id="rId62"/>
      <p:bold r:id="rId63"/>
      <p:italic r:id="rId64"/>
      <p:boldItalic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FD0222BD-1AB5-C8B7-D9CE-846671A36A5A}" name="Saurabh Yadav" initials="SY" userId="S::sayadav@keywordsstudios.com::ec44896e-65d1-4130-9d21-2a5c1bd4facf"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2552423-7333-FAF6-16CA-AEAA55FD3EBB}" v="3" dt="2024-05-22T09:00:46.181"/>
    <p1510:client id="{1FA378EF-2E42-1C66-6F7D-C1E746E35EDA}" v="32" dt="2024-05-22T05:55:07.200"/>
    <p1510:client id="{1FA4110A-F297-5C72-ACFA-32E12C941E57}" v="284" dt="2024-05-22T11:14:37.131"/>
    <p1510:client id="{2152B418-63F1-6DC5-833F-F734F430AF18}" v="155" dt="2024-05-22T06:50:08.141"/>
    <p1510:client id="{2800BDA9-AD73-A1E4-3708-DC2428C54101}" v="501" dt="2024-05-21T11:23:35.957"/>
    <p1510:client id="{28EAEB50-DCFE-D0EB-5A81-A8202EC82E97}" v="2" dt="2024-05-22T02:50:28.559"/>
    <p1510:client id="{4B29356D-09BE-BE38-3413-294B8DC83F4E}" v="8" dt="2024-05-22T10:06:42.659"/>
    <p1510:client id="{7809C065-DA1A-8B0D-1E5E-B3BD894B9614}" v="12" dt="2024-05-21T02:46:46.868"/>
    <p1510:client id="{7C06678A-A59A-2FE1-0F6B-E6578EDB290E}" v="685" dt="2024-05-21T10:25:04.319"/>
    <p1510:client id="{7F0C61F5-754D-33BB-A501-D4FC41E450E8}" v="2" dt="2024-05-21T11:22:21.370"/>
  </p1510:revLst>
</p1510:revInfo>
</file>

<file path=ppt/tableStyles.xml><?xml version="1.0" encoding="utf-8"?>
<a:tblStyleLst xmlns:a="http://schemas.openxmlformats.org/drawingml/2006/main" def="{C0574BBD-5D8F-4286-A000-8844F12BC22A}">
  <a:tblStyle styleId="{C0574BBD-5D8F-4286-A000-8844F12BC22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25" d="100"/>
          <a:sy n="125" d="100"/>
        </p:scale>
        <p:origin x="226" y="-40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font" Target="fonts/font1.fntdata"/><Relationship Id="rId63" Type="http://schemas.openxmlformats.org/officeDocument/2006/relationships/font" Target="fonts/font17.fntdata"/><Relationship Id="rId68" Type="http://schemas.openxmlformats.org/officeDocument/2006/relationships/theme" Target="theme/theme1.xml"/><Relationship Id="rId7" Type="http://schemas.openxmlformats.org/officeDocument/2006/relationships/slide" Target="slides/slide6.xml"/><Relationship Id="rId71" Type="http://schemas.microsoft.com/office/2018/10/relationships/authors" Target="author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7.fntdata"/><Relationship Id="rId58" Type="http://schemas.openxmlformats.org/officeDocument/2006/relationships/font" Target="fonts/font12.fntdata"/><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font" Target="fonts/font15.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font" Target="fonts/font2.fntdata"/><Relationship Id="rId56" Type="http://schemas.openxmlformats.org/officeDocument/2006/relationships/font" Target="fonts/font10.fntdata"/><Relationship Id="rId64" Type="http://schemas.openxmlformats.org/officeDocument/2006/relationships/font" Target="fonts/font18.fntdata"/><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font" Target="fonts/font5.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59" Type="http://schemas.openxmlformats.org/officeDocument/2006/relationships/font" Target="fonts/font13.fntdata"/><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8.fntdata"/><Relationship Id="rId62" Type="http://schemas.openxmlformats.org/officeDocument/2006/relationships/font" Target="fonts/font16.fntdata"/><Relationship Id="rId7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3.fntdata"/><Relationship Id="rId57" Type="http://schemas.openxmlformats.org/officeDocument/2006/relationships/font" Target="fonts/font11.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6.fntdata"/><Relationship Id="rId60" Type="http://schemas.openxmlformats.org/officeDocument/2006/relationships/font" Target="fonts/font14.fntdata"/><Relationship Id="rId65" Type="http://schemas.openxmlformats.org/officeDocument/2006/relationships/font" Target="fonts/font19.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font" Target="fonts/font4.fntdata"/><Relationship Id="rId55"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6"/>
        <p:cNvGrpSpPr/>
        <p:nvPr/>
      </p:nvGrpSpPr>
      <p:grpSpPr>
        <a:xfrm>
          <a:off x="0" y="0"/>
          <a:ext cx="0" cy="0"/>
          <a:chOff x="0" y="0"/>
          <a:chExt cx="0" cy="0"/>
        </a:xfrm>
      </p:grpSpPr>
      <p:sp>
        <p:nvSpPr>
          <p:cNvPr id="1687" name="Google Shape;1687;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8" name="Google Shape;1688;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35896892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1"/>
        <p:cNvGrpSpPr/>
        <p:nvPr/>
      </p:nvGrpSpPr>
      <p:grpSpPr>
        <a:xfrm>
          <a:off x="0" y="0"/>
          <a:ext cx="0" cy="0"/>
          <a:chOff x="0" y="0"/>
          <a:chExt cx="0" cy="0"/>
        </a:xfrm>
      </p:grpSpPr>
      <p:sp>
        <p:nvSpPr>
          <p:cNvPr id="2152" name="Google Shape;2152;g8714a43093_3_9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3" name="Google Shape;2153;g8714a43093_3_9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"cloud" refers to the infrastructure itself, while "cloud computing" refers to the delivery of computing services over the internet using that infrastructure.</a:t>
            </a:r>
          </a:p>
          <a:p>
            <a:pPr marL="0" indent="0">
              <a:buNone/>
            </a:pPr>
            <a:endParaRPr lang="en-US"/>
          </a:p>
          <a:p>
            <a:pPr marL="0" indent="0">
              <a:buNone/>
            </a:pPr>
            <a:r>
              <a:rPr lang="en-US"/>
              <a:t>Cloud computing plays a pivotal role in our everyday lives, whether accessing a cloud application like Google Gmail, streaming a movie on Netflix or playing a cloud-hosted video game.</a:t>
            </a:r>
            <a:br>
              <a:rPr lang="en-US"/>
            </a:br>
            <a:endParaRPr lang="en-US"/>
          </a:p>
        </p:txBody>
      </p:sp>
    </p:spTree>
    <p:extLst>
      <p:ext uri="{BB962C8B-B14F-4D97-AF65-F5344CB8AC3E}">
        <p14:creationId xmlns:p14="http://schemas.microsoft.com/office/powerpoint/2010/main" val="236270018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6"/>
        <p:cNvGrpSpPr/>
        <p:nvPr/>
      </p:nvGrpSpPr>
      <p:grpSpPr>
        <a:xfrm>
          <a:off x="0" y="0"/>
          <a:ext cx="0" cy="0"/>
          <a:chOff x="0" y="0"/>
          <a:chExt cx="0" cy="0"/>
        </a:xfrm>
      </p:grpSpPr>
      <p:sp>
        <p:nvSpPr>
          <p:cNvPr id="1887" name="Google Shape;1887;g86fa6133bc_4_21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8" name="Google Shape;1888;g86fa6133bc_4_21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As is the case with streaming platforms like Netflix, cloud gaming services have adopted different video encoding methods. That allows platforms like Shadow or Vortex to adapt the video stream based on your internet speed. If the connection falls below the good speeds for gaming, the video will show more compression artifacts.</a:t>
            </a:r>
          </a:p>
        </p:txBody>
      </p:sp>
    </p:spTree>
    <p:extLst>
      <p:ext uri="{BB962C8B-B14F-4D97-AF65-F5344CB8AC3E}">
        <p14:creationId xmlns:p14="http://schemas.microsoft.com/office/powerpoint/2010/main" val="200784190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9"/>
        <p:cNvGrpSpPr/>
        <p:nvPr/>
      </p:nvGrpSpPr>
      <p:grpSpPr>
        <a:xfrm>
          <a:off x="0" y="0"/>
          <a:ext cx="0" cy="0"/>
          <a:chOff x="0" y="0"/>
          <a:chExt cx="0" cy="0"/>
        </a:xfrm>
      </p:grpSpPr>
      <p:sp>
        <p:nvSpPr>
          <p:cNvPr id="2180" name="Google Shape;2180;g804e9800b4_0_1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81" name="Google Shape;2181;g804e9800b4_0_1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The two factors to consider when talking about cloud gaming are latency and bandwidth. Gamers are likely familiar with latency or, as it’s often referred to, “ping.” Your ping is how long it takes — usually in milliseconds — for an input to be sent across a network in a round trip</a:t>
            </a:r>
            <a:br>
              <a:rPr lang="en-US"/>
            </a:br>
            <a:endParaRPr lang="en-US"/>
          </a:p>
          <a:p>
            <a:pPr marL="0" indent="0">
              <a:buNone/>
            </a:pPr>
            <a:r>
              <a:rPr lang="en-US"/>
              <a:t>Like playing games online, your latency is important in determining how long it takes for your inputs to register. However, unlike playing online, a lot of data needs to be transferred over the network.  </a:t>
            </a:r>
          </a:p>
          <a:p>
            <a:pPr marL="0" indent="0">
              <a:buNone/>
            </a:pPr>
            <a:endParaRPr lang="en-US"/>
          </a:p>
          <a:p>
            <a:pPr marL="0" indent="0">
              <a:buNone/>
            </a:pPr>
            <a:r>
              <a:rPr lang="en-US"/>
              <a:t>Due to the constantly changing nature of gaming, though, that responsiveness can make or break the experience. You need a solid internet connection and close data centers for cloud gaming, there’s no arguing that. However, how quickly the remote computer can respond to your requests is equally as important.</a:t>
            </a:r>
            <a:br>
              <a:rPr lang="en-US"/>
            </a:b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2"/>
        <p:cNvGrpSpPr/>
        <p:nvPr/>
      </p:nvGrpSpPr>
      <p:grpSpPr>
        <a:xfrm>
          <a:off x="0" y="0"/>
          <a:ext cx="0" cy="0"/>
          <a:chOff x="0" y="0"/>
          <a:chExt cx="0" cy="0"/>
        </a:xfrm>
      </p:grpSpPr>
      <p:sp>
        <p:nvSpPr>
          <p:cNvPr id="1893" name="Google Shape;1893;g804e9800b4_0_8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4" name="Google Shape;1894;g804e9800b4_0_8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8"/>
        <p:cNvGrpSpPr/>
        <p:nvPr/>
      </p:nvGrpSpPr>
      <p:grpSpPr>
        <a:xfrm>
          <a:off x="0" y="0"/>
          <a:ext cx="0" cy="0"/>
          <a:chOff x="0" y="0"/>
          <a:chExt cx="0" cy="0"/>
        </a:xfrm>
      </p:grpSpPr>
      <p:sp>
        <p:nvSpPr>
          <p:cNvPr id="2159" name="Google Shape;2159;g804e9800b4_0_1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0" name="Google Shape;2160;g804e9800b4_0_1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a:t>one of the main cost-effective, hardware-reducing, and energy-saving techniques used by cloud providers is Virtualization.</a:t>
            </a:r>
          </a:p>
        </p:txBody>
      </p:sp>
    </p:spTree>
    <p:extLst>
      <p:ext uri="{BB962C8B-B14F-4D97-AF65-F5344CB8AC3E}">
        <p14:creationId xmlns:p14="http://schemas.microsoft.com/office/powerpoint/2010/main" val="264640087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7"/>
        <p:cNvGrpSpPr/>
        <p:nvPr/>
      </p:nvGrpSpPr>
      <p:grpSpPr>
        <a:xfrm>
          <a:off x="0" y="0"/>
          <a:ext cx="0" cy="0"/>
          <a:chOff x="0" y="0"/>
          <a:chExt cx="0" cy="0"/>
        </a:xfrm>
      </p:grpSpPr>
      <p:sp>
        <p:nvSpPr>
          <p:cNvPr id="2338" name="Google Shape;2338;g86fa6133bc_4_215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9" name="Google Shape;2339;g86fa6133bc_4_215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7"/>
        <p:cNvGrpSpPr/>
        <p:nvPr/>
      </p:nvGrpSpPr>
      <p:grpSpPr>
        <a:xfrm>
          <a:off x="0" y="0"/>
          <a:ext cx="0" cy="0"/>
          <a:chOff x="0" y="0"/>
          <a:chExt cx="0" cy="0"/>
        </a:xfrm>
      </p:grpSpPr>
      <p:sp>
        <p:nvSpPr>
          <p:cNvPr id="2238" name="Google Shape;2238;g86fa6133bc_4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9" name="Google Shape;2239;g86fa6133bc_4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2"/>
        <p:cNvGrpSpPr/>
        <p:nvPr/>
      </p:nvGrpSpPr>
      <p:grpSpPr>
        <a:xfrm>
          <a:off x="0" y="0"/>
          <a:ext cx="0" cy="0"/>
          <a:chOff x="0" y="0"/>
          <a:chExt cx="0" cy="0"/>
        </a:xfrm>
      </p:grpSpPr>
      <p:sp>
        <p:nvSpPr>
          <p:cNvPr id="2323" name="Google Shape;2323;g8714a43093_3_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4" name="Google Shape;2324;g8714a43093_3_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847653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7"/>
        <p:cNvGrpSpPr/>
        <p:nvPr/>
      </p:nvGrpSpPr>
      <p:grpSpPr>
        <a:xfrm>
          <a:off x="0" y="0"/>
          <a:ext cx="0" cy="0"/>
          <a:chOff x="0" y="0"/>
          <a:chExt cx="0" cy="0"/>
        </a:xfrm>
      </p:grpSpPr>
      <p:sp>
        <p:nvSpPr>
          <p:cNvPr id="3188" name="Google Shape;3188;g8714a43093_3_3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9" name="Google Shape;3189;g8714a43093_3_3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90"/>
        <p:cNvGrpSpPr/>
        <p:nvPr/>
      </p:nvGrpSpPr>
      <p:grpSpPr>
        <a:xfrm>
          <a:off x="0" y="0"/>
          <a:ext cx="0" cy="0"/>
          <a:chOff x="0" y="0"/>
          <a:chExt cx="0" cy="0"/>
        </a:xfrm>
      </p:grpSpPr>
      <p:sp>
        <p:nvSpPr>
          <p:cNvPr id="2691" name="Google Shape;2691;g8714a43093_1_2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2" name="Google Shape;2692;g8714a43093_1_2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3"/>
        <p:cNvGrpSpPr/>
        <p:nvPr/>
      </p:nvGrpSpPr>
      <p:grpSpPr>
        <a:xfrm>
          <a:off x="0" y="0"/>
          <a:ext cx="0" cy="0"/>
          <a:chOff x="0" y="0"/>
          <a:chExt cx="0" cy="0"/>
        </a:xfrm>
      </p:grpSpPr>
      <p:sp>
        <p:nvSpPr>
          <p:cNvPr id="2304" name="Google Shape;2304;g86fa6133bc_4_211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5" name="Google Shape;2305;g86fa6133bc_4_21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1"/>
        <p:cNvGrpSpPr/>
        <p:nvPr/>
      </p:nvGrpSpPr>
      <p:grpSpPr>
        <a:xfrm>
          <a:off x="0" y="0"/>
          <a:ext cx="0" cy="0"/>
          <a:chOff x="0" y="0"/>
          <a:chExt cx="0" cy="0"/>
        </a:xfrm>
      </p:grpSpPr>
      <p:sp>
        <p:nvSpPr>
          <p:cNvPr id="3182" name="Google Shape;3182;g8714a43093_5_3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83" name="Google Shape;3183;g8714a43093_5_3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0"/>
        <p:cNvGrpSpPr/>
        <p:nvPr/>
      </p:nvGrpSpPr>
      <p:grpSpPr>
        <a:xfrm>
          <a:off x="0" y="0"/>
          <a:ext cx="0" cy="0"/>
          <a:chOff x="0" y="0"/>
          <a:chExt cx="0" cy="0"/>
        </a:xfrm>
      </p:grpSpPr>
      <p:sp>
        <p:nvSpPr>
          <p:cNvPr id="2221" name="Google Shape;2221;g804e9800b4_0_1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2" name="Google Shape;2222;g804e9800b4_0_1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823016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8"/>
        <p:cNvGrpSpPr/>
        <p:nvPr/>
      </p:nvGrpSpPr>
      <p:grpSpPr>
        <a:xfrm>
          <a:off x="0" y="0"/>
          <a:ext cx="0" cy="0"/>
          <a:chOff x="0" y="0"/>
          <a:chExt cx="0" cy="0"/>
        </a:xfrm>
      </p:grpSpPr>
      <p:sp>
        <p:nvSpPr>
          <p:cNvPr id="2729" name="Google Shape;2729;g8714a43093_3_6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0" name="Google Shape;2730;g8714a43093_3_6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726331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785023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139030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05"/>
        <p:cNvGrpSpPr/>
        <p:nvPr/>
      </p:nvGrpSpPr>
      <p:grpSpPr>
        <a:xfrm>
          <a:off x="0" y="0"/>
          <a:ext cx="0" cy="0"/>
          <a:chOff x="0" y="0"/>
          <a:chExt cx="0" cy="0"/>
        </a:xfrm>
      </p:grpSpPr>
      <p:sp>
        <p:nvSpPr>
          <p:cNvPr id="3006" name="Google Shape;3006;g8714a43093_1_8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07" name="Google Shape;3007;g8714a43093_1_8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594067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8"/>
        <p:cNvGrpSpPr/>
        <p:nvPr/>
      </p:nvGrpSpPr>
      <p:grpSpPr>
        <a:xfrm>
          <a:off x="0" y="0"/>
          <a:ext cx="0" cy="0"/>
          <a:chOff x="0" y="0"/>
          <a:chExt cx="0" cy="0"/>
        </a:xfrm>
      </p:grpSpPr>
      <p:sp>
        <p:nvSpPr>
          <p:cNvPr id="3489" name="Google Shape;3489;g8728718f4e_1_18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90" name="Google Shape;3490;g8728718f4e_1_18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6"/>
        <p:cNvGrpSpPr/>
        <p:nvPr/>
      </p:nvGrpSpPr>
      <p:grpSpPr>
        <a:xfrm>
          <a:off x="0" y="0"/>
          <a:ext cx="0" cy="0"/>
          <a:chOff x="0" y="0"/>
          <a:chExt cx="0" cy="0"/>
        </a:xfrm>
      </p:grpSpPr>
      <p:sp>
        <p:nvSpPr>
          <p:cNvPr id="4947" name="Google Shape;4947;g804e9800b4_0_14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48" name="Google Shape;4948;g804e9800b4_0_14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1.xml"/><Relationship Id="rId5" Type="http://schemas.openxmlformats.org/officeDocument/2006/relationships/hyperlink" Target="https://stories.freepik.com/" TargetMode="External"/><Relationship Id="rId4" Type="http://schemas.openxmlformats.org/officeDocument/2006/relationships/hyperlink" Target="https://www.freepik.com/" TargetMode="Externa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7"/>
        <p:cNvGrpSpPr/>
        <p:nvPr/>
      </p:nvGrpSpPr>
      <p:grpSpPr>
        <a:xfrm>
          <a:off x="0" y="0"/>
          <a:ext cx="0" cy="0"/>
          <a:chOff x="0" y="0"/>
          <a:chExt cx="0" cy="0"/>
        </a:xfrm>
      </p:grpSpPr>
      <p:sp>
        <p:nvSpPr>
          <p:cNvPr id="8" name="Google Shape;8;p2"/>
          <p:cNvSpPr txBox="1">
            <a:spLocks noGrp="1"/>
          </p:cNvSpPr>
          <p:nvPr>
            <p:ph type="ctrTitle"/>
          </p:nvPr>
        </p:nvSpPr>
        <p:spPr>
          <a:xfrm>
            <a:off x="5248656" y="2002536"/>
            <a:ext cx="3264300" cy="1792200"/>
          </a:xfrm>
          <a:prstGeom prst="rect">
            <a:avLst/>
          </a:prstGeom>
        </p:spPr>
        <p:txBody>
          <a:bodyPr spcFirstLastPara="1" wrap="square" lIns="91425" tIns="91425" rIns="91425" bIns="91425" anchor="b" anchorCtr="0">
            <a:noAutofit/>
          </a:bodyPr>
          <a:lstStyle>
            <a:lvl1pPr lvl="0" algn="r" rtl="0">
              <a:spcBef>
                <a:spcPts val="0"/>
              </a:spcBef>
              <a:spcAft>
                <a:spcPts val="0"/>
              </a:spcAft>
              <a:buSzPts val="5200"/>
              <a:buNone/>
              <a:defRPr sz="5200"/>
            </a:lvl1pPr>
            <a:lvl2pPr lvl="1" algn="r" rtl="0">
              <a:spcBef>
                <a:spcPts val="0"/>
              </a:spcBef>
              <a:spcAft>
                <a:spcPts val="0"/>
              </a:spcAft>
              <a:buSzPts val="5200"/>
              <a:buNone/>
              <a:defRPr sz="5200"/>
            </a:lvl2pPr>
            <a:lvl3pPr lvl="2" algn="r" rtl="0">
              <a:spcBef>
                <a:spcPts val="0"/>
              </a:spcBef>
              <a:spcAft>
                <a:spcPts val="0"/>
              </a:spcAft>
              <a:buSzPts val="5200"/>
              <a:buNone/>
              <a:defRPr sz="5200"/>
            </a:lvl3pPr>
            <a:lvl4pPr lvl="3" algn="r" rtl="0">
              <a:spcBef>
                <a:spcPts val="0"/>
              </a:spcBef>
              <a:spcAft>
                <a:spcPts val="0"/>
              </a:spcAft>
              <a:buSzPts val="5200"/>
              <a:buNone/>
              <a:defRPr sz="5200"/>
            </a:lvl4pPr>
            <a:lvl5pPr lvl="4" algn="r" rtl="0">
              <a:spcBef>
                <a:spcPts val="0"/>
              </a:spcBef>
              <a:spcAft>
                <a:spcPts val="0"/>
              </a:spcAft>
              <a:buSzPts val="5200"/>
              <a:buNone/>
              <a:defRPr sz="5200"/>
            </a:lvl5pPr>
            <a:lvl6pPr lvl="5" algn="r" rtl="0">
              <a:spcBef>
                <a:spcPts val="0"/>
              </a:spcBef>
              <a:spcAft>
                <a:spcPts val="0"/>
              </a:spcAft>
              <a:buSzPts val="5200"/>
              <a:buNone/>
              <a:defRPr sz="5200"/>
            </a:lvl6pPr>
            <a:lvl7pPr lvl="6" algn="r" rtl="0">
              <a:spcBef>
                <a:spcPts val="0"/>
              </a:spcBef>
              <a:spcAft>
                <a:spcPts val="0"/>
              </a:spcAft>
              <a:buSzPts val="5200"/>
              <a:buNone/>
              <a:defRPr sz="5200"/>
            </a:lvl7pPr>
            <a:lvl8pPr lvl="7" algn="r" rtl="0">
              <a:spcBef>
                <a:spcPts val="0"/>
              </a:spcBef>
              <a:spcAft>
                <a:spcPts val="0"/>
              </a:spcAft>
              <a:buSzPts val="5200"/>
              <a:buNone/>
              <a:defRPr sz="5200"/>
            </a:lvl8pPr>
            <a:lvl9pPr lvl="8" algn="r" rtl="0">
              <a:spcBef>
                <a:spcPts val="0"/>
              </a:spcBef>
              <a:spcAft>
                <a:spcPts val="0"/>
              </a:spcAft>
              <a:buSzPts val="5200"/>
              <a:buNone/>
              <a:defRPr sz="5200"/>
            </a:lvl9pPr>
          </a:lstStyle>
          <a:p>
            <a:endParaRPr/>
          </a:p>
        </p:txBody>
      </p:sp>
      <p:sp>
        <p:nvSpPr>
          <p:cNvPr id="9" name="Google Shape;9;p2"/>
          <p:cNvSpPr txBox="1">
            <a:spLocks noGrp="1"/>
          </p:cNvSpPr>
          <p:nvPr>
            <p:ph type="subTitle" idx="1"/>
          </p:nvPr>
        </p:nvSpPr>
        <p:spPr>
          <a:xfrm>
            <a:off x="5248656" y="3721608"/>
            <a:ext cx="3264300" cy="8961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1pPr>
            <a:lvl2pPr lvl="1"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2pPr>
            <a:lvl3pPr lvl="2"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3pPr>
            <a:lvl4pPr lvl="3"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4pPr>
            <a:lvl5pPr lvl="4"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5pPr>
            <a:lvl6pPr lvl="5"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6pPr>
            <a:lvl7pPr lvl="6"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7pPr>
            <a:lvl8pPr lvl="7"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8pPr>
            <a:lvl9pPr lvl="8" algn="r" rtl="0">
              <a:lnSpc>
                <a:spcPct val="100000"/>
              </a:lnSpc>
              <a:spcBef>
                <a:spcPts val="0"/>
              </a:spcBef>
              <a:spcAft>
                <a:spcPts val="0"/>
              </a:spcAft>
              <a:buClr>
                <a:schemeClr val="accent1"/>
              </a:buClr>
              <a:buSzPts val="2800"/>
              <a:buFont typeface="Barlow Semi Condensed Medium"/>
              <a:buNone/>
              <a:defRPr sz="28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10" name="Google Shape;10;p2"/>
          <p:cNvCxnSpPr/>
          <p:nvPr/>
        </p:nvCxnSpPr>
        <p:spPr>
          <a:xfrm flipH="1">
            <a:off x="5827050" y="451300"/>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11" name="Google Shape;11;p2"/>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12" name="Google Shape;12;p2"/>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13" name="Google Shape;13;p2"/>
          <p:cNvGrpSpPr/>
          <p:nvPr/>
        </p:nvGrpSpPr>
        <p:grpSpPr>
          <a:xfrm>
            <a:off x="8064275" y="887850"/>
            <a:ext cx="581800" cy="582350"/>
            <a:chOff x="8064275" y="887850"/>
            <a:chExt cx="581800" cy="582350"/>
          </a:xfrm>
        </p:grpSpPr>
        <p:sp>
          <p:nvSpPr>
            <p:cNvPr id="14" name="Google Shape;14;p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0" name="Google Shape;20;p2"/>
          <p:cNvGrpSpPr/>
          <p:nvPr/>
        </p:nvGrpSpPr>
        <p:grpSpPr>
          <a:xfrm>
            <a:off x="7353050" y="316275"/>
            <a:ext cx="292025" cy="292575"/>
            <a:chOff x="7353050" y="316275"/>
            <a:chExt cx="292025" cy="292575"/>
          </a:xfrm>
        </p:grpSpPr>
        <p:sp>
          <p:nvSpPr>
            <p:cNvPr id="21" name="Google Shape;21;p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5" name="Google Shape;25;p2"/>
          <p:cNvSpPr/>
          <p:nvPr/>
        </p:nvSpPr>
        <p:spPr>
          <a:xfrm>
            <a:off x="5690580" y="4258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5688325" y="4232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5727069" y="4623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5724827" y="4597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5766657" y="5018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5764415" y="4996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 name="Google Shape;31;p2"/>
          <p:cNvGrpSpPr/>
          <p:nvPr/>
        </p:nvGrpSpPr>
        <p:grpSpPr>
          <a:xfrm>
            <a:off x="5443350" y="289275"/>
            <a:ext cx="175013" cy="27000"/>
            <a:chOff x="5662375" y="212375"/>
            <a:chExt cx="175013" cy="27000"/>
          </a:xfrm>
        </p:grpSpPr>
        <p:sp>
          <p:nvSpPr>
            <p:cNvPr id="32" name="Google Shape;32;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 name="Google Shape;35;p2"/>
          <p:cNvGrpSpPr/>
          <p:nvPr/>
        </p:nvGrpSpPr>
        <p:grpSpPr>
          <a:xfrm>
            <a:off x="8490050" y="170875"/>
            <a:ext cx="175013" cy="27000"/>
            <a:chOff x="5662375" y="212375"/>
            <a:chExt cx="175013" cy="27000"/>
          </a:xfrm>
        </p:grpSpPr>
        <p:sp>
          <p:nvSpPr>
            <p:cNvPr id="36" name="Google Shape;36;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 name="Google Shape;39;p2"/>
          <p:cNvGrpSpPr/>
          <p:nvPr/>
        </p:nvGrpSpPr>
        <p:grpSpPr>
          <a:xfrm>
            <a:off x="8068750" y="1581800"/>
            <a:ext cx="175013" cy="27000"/>
            <a:chOff x="5662375" y="212375"/>
            <a:chExt cx="175013" cy="27000"/>
          </a:xfrm>
        </p:grpSpPr>
        <p:sp>
          <p:nvSpPr>
            <p:cNvPr id="40" name="Google Shape;40;p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3"/>
        <p:cNvGrpSpPr/>
        <p:nvPr/>
      </p:nvGrpSpPr>
      <p:grpSpPr>
        <a:xfrm>
          <a:off x="0" y="0"/>
          <a:ext cx="0" cy="0"/>
          <a:chOff x="0" y="0"/>
          <a:chExt cx="0" cy="0"/>
        </a:xfrm>
      </p:grpSpPr>
      <p:grpSp>
        <p:nvGrpSpPr>
          <p:cNvPr id="44" name="Google Shape;44;p3"/>
          <p:cNvGrpSpPr/>
          <p:nvPr/>
        </p:nvGrpSpPr>
        <p:grpSpPr>
          <a:xfrm>
            <a:off x="2132649" y="713253"/>
            <a:ext cx="4878702" cy="3717004"/>
            <a:chOff x="399425" y="238125"/>
            <a:chExt cx="6810025" cy="5187000"/>
          </a:xfrm>
        </p:grpSpPr>
        <p:sp>
          <p:nvSpPr>
            <p:cNvPr id="45" name="Google Shape;45;p3"/>
            <p:cNvSpPr/>
            <p:nvPr/>
          </p:nvSpPr>
          <p:spPr>
            <a:xfrm>
              <a:off x="399425" y="238325"/>
              <a:ext cx="6810025" cy="5186100"/>
            </a:xfrm>
            <a:custGeom>
              <a:avLst/>
              <a:gdLst/>
              <a:ahLst/>
              <a:cxnLst/>
              <a:rect l="l" t="t" r="r" b="b"/>
              <a:pathLst>
                <a:path w="272401" h="207444" extrusionOk="0">
                  <a:moveTo>
                    <a:pt x="143525" y="0"/>
                  </a:moveTo>
                  <a:cubicBezTo>
                    <a:pt x="130816" y="0"/>
                    <a:pt x="118065" y="708"/>
                    <a:pt x="105367" y="1397"/>
                  </a:cubicBezTo>
                  <a:cubicBezTo>
                    <a:pt x="85699" y="2506"/>
                    <a:pt x="65661" y="3689"/>
                    <a:pt x="47175" y="10640"/>
                  </a:cubicBezTo>
                  <a:cubicBezTo>
                    <a:pt x="28764" y="17590"/>
                    <a:pt x="11832" y="31343"/>
                    <a:pt x="5990" y="50198"/>
                  </a:cubicBezTo>
                  <a:cubicBezTo>
                    <a:pt x="1" y="69867"/>
                    <a:pt x="6877" y="90940"/>
                    <a:pt x="13680" y="110387"/>
                  </a:cubicBezTo>
                  <a:cubicBezTo>
                    <a:pt x="22479" y="135305"/>
                    <a:pt x="31870" y="161332"/>
                    <a:pt x="51390" y="179152"/>
                  </a:cubicBezTo>
                  <a:cubicBezTo>
                    <a:pt x="67098" y="193557"/>
                    <a:pt x="97572" y="207444"/>
                    <a:pt x="121591" y="207444"/>
                  </a:cubicBezTo>
                  <a:cubicBezTo>
                    <a:pt x="124820" y="207444"/>
                    <a:pt x="127933" y="207193"/>
                    <a:pt x="130877" y="206658"/>
                  </a:cubicBezTo>
                  <a:cubicBezTo>
                    <a:pt x="145739" y="204070"/>
                    <a:pt x="159714" y="191205"/>
                    <a:pt x="171840" y="182923"/>
                  </a:cubicBezTo>
                  <a:cubicBezTo>
                    <a:pt x="188625" y="171314"/>
                    <a:pt x="205484" y="159705"/>
                    <a:pt x="222268" y="148097"/>
                  </a:cubicBezTo>
                  <a:cubicBezTo>
                    <a:pt x="236909" y="138041"/>
                    <a:pt x="252067" y="127319"/>
                    <a:pt x="260348" y="111644"/>
                  </a:cubicBezTo>
                  <a:cubicBezTo>
                    <a:pt x="272400" y="88722"/>
                    <a:pt x="266411" y="59071"/>
                    <a:pt x="249996" y="39033"/>
                  </a:cubicBezTo>
                  <a:cubicBezTo>
                    <a:pt x="233507" y="18995"/>
                    <a:pt x="208367" y="7756"/>
                    <a:pt x="182858" y="3098"/>
                  </a:cubicBezTo>
                  <a:cubicBezTo>
                    <a:pt x="169864" y="762"/>
                    <a:pt x="156717" y="0"/>
                    <a:pt x="143525"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491875" y="238125"/>
              <a:ext cx="6575225" cy="5187000"/>
            </a:xfrm>
            <a:custGeom>
              <a:avLst/>
              <a:gdLst/>
              <a:ahLst/>
              <a:cxnLst/>
              <a:rect l="l" t="t" r="r" b="b"/>
              <a:pathLst>
                <a:path w="263009" h="207480" extrusionOk="0">
                  <a:moveTo>
                    <a:pt x="139601" y="0"/>
                  </a:moveTo>
                  <a:cubicBezTo>
                    <a:pt x="126957" y="0"/>
                    <a:pt x="114313" y="739"/>
                    <a:pt x="101669" y="1405"/>
                  </a:cubicBezTo>
                  <a:cubicBezTo>
                    <a:pt x="82001" y="2514"/>
                    <a:pt x="61963" y="3697"/>
                    <a:pt x="43477" y="10648"/>
                  </a:cubicBezTo>
                  <a:cubicBezTo>
                    <a:pt x="25066" y="17598"/>
                    <a:pt x="8134" y="31351"/>
                    <a:pt x="2292" y="50206"/>
                  </a:cubicBezTo>
                  <a:cubicBezTo>
                    <a:pt x="665" y="55530"/>
                    <a:pt x="0" y="60928"/>
                    <a:pt x="0" y="66399"/>
                  </a:cubicBezTo>
                  <a:cubicBezTo>
                    <a:pt x="0" y="81114"/>
                    <a:pt x="5028" y="96198"/>
                    <a:pt x="9982" y="110395"/>
                  </a:cubicBezTo>
                  <a:cubicBezTo>
                    <a:pt x="18781" y="135313"/>
                    <a:pt x="28172" y="161340"/>
                    <a:pt x="47692" y="179160"/>
                  </a:cubicBezTo>
                  <a:cubicBezTo>
                    <a:pt x="63442" y="193579"/>
                    <a:pt x="93979" y="207480"/>
                    <a:pt x="118010" y="207480"/>
                  </a:cubicBezTo>
                  <a:cubicBezTo>
                    <a:pt x="121190" y="207480"/>
                    <a:pt x="124221" y="207258"/>
                    <a:pt x="127179" y="206666"/>
                  </a:cubicBezTo>
                  <a:cubicBezTo>
                    <a:pt x="142041" y="204078"/>
                    <a:pt x="156016" y="191213"/>
                    <a:pt x="168142" y="182931"/>
                  </a:cubicBezTo>
                  <a:cubicBezTo>
                    <a:pt x="184927" y="171322"/>
                    <a:pt x="201786" y="159713"/>
                    <a:pt x="218570" y="148105"/>
                  </a:cubicBezTo>
                  <a:cubicBezTo>
                    <a:pt x="233211" y="138049"/>
                    <a:pt x="248369" y="127327"/>
                    <a:pt x="256650" y="111652"/>
                  </a:cubicBezTo>
                  <a:cubicBezTo>
                    <a:pt x="261013" y="103370"/>
                    <a:pt x="263009" y="94127"/>
                    <a:pt x="263009" y="84885"/>
                  </a:cubicBezTo>
                  <a:cubicBezTo>
                    <a:pt x="263009" y="68544"/>
                    <a:pt x="256798" y="51833"/>
                    <a:pt x="246298" y="39041"/>
                  </a:cubicBezTo>
                  <a:cubicBezTo>
                    <a:pt x="229809" y="19003"/>
                    <a:pt x="204669" y="7764"/>
                    <a:pt x="179160" y="3106"/>
                  </a:cubicBezTo>
                  <a:cubicBezTo>
                    <a:pt x="166146" y="813"/>
                    <a:pt x="152910" y="0"/>
                    <a:pt x="139601"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2971800" y="2231136"/>
            <a:ext cx="3200400" cy="8046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36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48" name="Google Shape;48;p3"/>
          <p:cNvSpPr txBox="1">
            <a:spLocks noGrp="1"/>
          </p:cNvSpPr>
          <p:nvPr>
            <p:ph type="title" idx="2" hasCustomPrompt="1"/>
          </p:nvPr>
        </p:nvSpPr>
        <p:spPr>
          <a:xfrm>
            <a:off x="2971800" y="1161288"/>
            <a:ext cx="2967600" cy="1069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
        <p:nvSpPr>
          <p:cNvPr id="49" name="Google Shape;49;p3"/>
          <p:cNvSpPr txBox="1">
            <a:spLocks noGrp="1"/>
          </p:cNvSpPr>
          <p:nvPr>
            <p:ph type="subTitle" idx="1"/>
          </p:nvPr>
        </p:nvSpPr>
        <p:spPr>
          <a:xfrm>
            <a:off x="2973225" y="2999232"/>
            <a:ext cx="3200400" cy="685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50" name="Google Shape;50;p3"/>
          <p:cNvGrpSpPr/>
          <p:nvPr/>
        </p:nvGrpSpPr>
        <p:grpSpPr>
          <a:xfrm>
            <a:off x="432850" y="0"/>
            <a:ext cx="8278300" cy="5165700"/>
            <a:chOff x="432850" y="0"/>
            <a:chExt cx="8278300" cy="5165700"/>
          </a:xfrm>
        </p:grpSpPr>
        <p:cxnSp>
          <p:nvCxnSpPr>
            <p:cNvPr id="51" name="Google Shape;51;p3"/>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52" name="Google Shape;52;p3"/>
            <p:cNvGrpSpPr/>
            <p:nvPr/>
          </p:nvGrpSpPr>
          <p:grpSpPr>
            <a:xfrm>
              <a:off x="8129350" y="4292175"/>
              <a:ext cx="581800" cy="582350"/>
              <a:chOff x="8064275" y="887850"/>
              <a:chExt cx="581800" cy="582350"/>
            </a:xfrm>
          </p:grpSpPr>
          <p:sp>
            <p:nvSpPr>
              <p:cNvPr id="53" name="Google Shape;53;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 name="Google Shape;59;p3"/>
            <p:cNvGrpSpPr/>
            <p:nvPr/>
          </p:nvGrpSpPr>
          <p:grpSpPr>
            <a:xfrm>
              <a:off x="8274238" y="3720600"/>
              <a:ext cx="292025" cy="292575"/>
              <a:chOff x="7353050" y="316275"/>
              <a:chExt cx="292025" cy="292575"/>
            </a:xfrm>
          </p:grpSpPr>
          <p:sp>
            <p:nvSpPr>
              <p:cNvPr id="60" name="Google Shape;60;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 name="Google Shape;64;p3"/>
            <p:cNvGrpSpPr/>
            <p:nvPr/>
          </p:nvGrpSpPr>
          <p:grpSpPr>
            <a:xfrm>
              <a:off x="8332763" y="3212475"/>
              <a:ext cx="175000" cy="175000"/>
              <a:chOff x="8792300" y="321275"/>
              <a:chExt cx="175000" cy="175000"/>
            </a:xfrm>
          </p:grpSpPr>
          <p:sp>
            <p:nvSpPr>
              <p:cNvPr id="65" name="Google Shape;65;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 name="Google Shape;69;p3"/>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70" name="Google Shape;70;p3"/>
            <p:cNvGrpSpPr/>
            <p:nvPr/>
          </p:nvGrpSpPr>
          <p:grpSpPr>
            <a:xfrm rot="10800000">
              <a:off x="432850" y="291788"/>
              <a:ext cx="581800" cy="582350"/>
              <a:chOff x="8064275" y="887850"/>
              <a:chExt cx="581800" cy="582350"/>
            </a:xfrm>
          </p:grpSpPr>
          <p:sp>
            <p:nvSpPr>
              <p:cNvPr id="71" name="Google Shape;71;p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3"/>
            <p:cNvGrpSpPr/>
            <p:nvPr/>
          </p:nvGrpSpPr>
          <p:grpSpPr>
            <a:xfrm rot="10800000">
              <a:off x="577738" y="1153138"/>
              <a:ext cx="292025" cy="292575"/>
              <a:chOff x="7353050" y="316275"/>
              <a:chExt cx="292025" cy="292575"/>
            </a:xfrm>
          </p:grpSpPr>
          <p:sp>
            <p:nvSpPr>
              <p:cNvPr id="78" name="Google Shape;78;p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 name="Google Shape;82;p3"/>
            <p:cNvGrpSpPr/>
            <p:nvPr/>
          </p:nvGrpSpPr>
          <p:grpSpPr>
            <a:xfrm rot="10800000">
              <a:off x="636238" y="1778838"/>
              <a:ext cx="175000" cy="175000"/>
              <a:chOff x="8792300" y="321275"/>
              <a:chExt cx="175000" cy="175000"/>
            </a:xfrm>
          </p:grpSpPr>
          <p:sp>
            <p:nvSpPr>
              <p:cNvPr id="83" name="Google Shape;83;p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 name="Google Shape;87;p3"/>
            <p:cNvGrpSpPr/>
            <p:nvPr/>
          </p:nvGrpSpPr>
          <p:grpSpPr>
            <a:xfrm>
              <a:off x="432850" y="2003163"/>
              <a:ext cx="175013" cy="27000"/>
              <a:chOff x="5662375" y="212375"/>
              <a:chExt cx="175013" cy="27000"/>
            </a:xfrm>
          </p:grpSpPr>
          <p:sp>
            <p:nvSpPr>
              <p:cNvPr id="88" name="Google Shape;88;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 name="Google Shape;90;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1" name="Google Shape;91;p3"/>
            <p:cNvGrpSpPr/>
            <p:nvPr/>
          </p:nvGrpSpPr>
          <p:grpSpPr>
            <a:xfrm>
              <a:off x="788100" y="208488"/>
              <a:ext cx="175013" cy="27000"/>
              <a:chOff x="5662375" y="212375"/>
              <a:chExt cx="175013" cy="27000"/>
            </a:xfrm>
          </p:grpSpPr>
          <p:sp>
            <p:nvSpPr>
              <p:cNvPr id="92" name="Google Shape;92;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 name="Google Shape;95;p3"/>
            <p:cNvGrpSpPr/>
            <p:nvPr/>
          </p:nvGrpSpPr>
          <p:grpSpPr>
            <a:xfrm>
              <a:off x="8129350" y="4988725"/>
              <a:ext cx="175013" cy="27000"/>
              <a:chOff x="5662375" y="212375"/>
              <a:chExt cx="175013" cy="27000"/>
            </a:xfrm>
          </p:grpSpPr>
          <p:sp>
            <p:nvSpPr>
              <p:cNvPr id="96" name="Google Shape;96;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 name="Google Shape;99;p3"/>
            <p:cNvGrpSpPr/>
            <p:nvPr/>
          </p:nvGrpSpPr>
          <p:grpSpPr>
            <a:xfrm>
              <a:off x="8497550" y="3429425"/>
              <a:ext cx="175013" cy="27000"/>
              <a:chOff x="5662375" y="212375"/>
              <a:chExt cx="175013" cy="27000"/>
            </a:xfrm>
          </p:grpSpPr>
          <p:sp>
            <p:nvSpPr>
              <p:cNvPr id="100" name="Google Shape;100;p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3" name="Google Shape;103;p3"/>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04" name="Google Shape;104;p3"/>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05" name="Google Shape;105;p3"/>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3"/>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3"/>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09"/>
        <p:cNvGrpSpPr/>
        <p:nvPr/>
      </p:nvGrpSpPr>
      <p:grpSpPr>
        <a:xfrm>
          <a:off x="0" y="0"/>
          <a:ext cx="0" cy="0"/>
          <a:chOff x="0" y="0"/>
          <a:chExt cx="0" cy="0"/>
        </a:xfrm>
      </p:grpSpPr>
      <p:sp>
        <p:nvSpPr>
          <p:cNvPr id="110" name="Google Shape;110;p4"/>
          <p:cNvSpPr txBox="1">
            <a:spLocks noGrp="1"/>
          </p:cNvSpPr>
          <p:nvPr>
            <p:ph type="subTitle" idx="1"/>
          </p:nvPr>
        </p:nvSpPr>
        <p:spPr>
          <a:xfrm>
            <a:off x="2167128" y="3054096"/>
            <a:ext cx="4809600" cy="11340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grpSp>
        <p:nvGrpSpPr>
          <p:cNvPr id="111" name="Google Shape;111;p4"/>
          <p:cNvGrpSpPr/>
          <p:nvPr/>
        </p:nvGrpSpPr>
        <p:grpSpPr>
          <a:xfrm>
            <a:off x="4484494" y="4433000"/>
            <a:ext cx="175013" cy="27000"/>
            <a:chOff x="5662375" y="212375"/>
            <a:chExt cx="175013" cy="27000"/>
          </a:xfrm>
        </p:grpSpPr>
        <p:sp>
          <p:nvSpPr>
            <p:cNvPr id="112" name="Google Shape;11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 name="Google Shape;115;p4"/>
          <p:cNvSpPr txBox="1">
            <a:spLocks noGrp="1"/>
          </p:cNvSpPr>
          <p:nvPr>
            <p:ph type="title"/>
          </p:nvPr>
        </p:nvSpPr>
        <p:spPr>
          <a:xfrm>
            <a:off x="2167128" y="2478024"/>
            <a:ext cx="48096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16" name="Google Shape;116;p4"/>
          <p:cNvGrpSpPr/>
          <p:nvPr/>
        </p:nvGrpSpPr>
        <p:grpSpPr>
          <a:xfrm>
            <a:off x="432850" y="0"/>
            <a:ext cx="8278300" cy="5165700"/>
            <a:chOff x="432850" y="0"/>
            <a:chExt cx="8278300" cy="5165700"/>
          </a:xfrm>
        </p:grpSpPr>
        <p:cxnSp>
          <p:nvCxnSpPr>
            <p:cNvPr id="117" name="Google Shape;117;p4"/>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18" name="Google Shape;118;p4"/>
            <p:cNvGrpSpPr/>
            <p:nvPr/>
          </p:nvGrpSpPr>
          <p:grpSpPr>
            <a:xfrm>
              <a:off x="8129350" y="4292175"/>
              <a:ext cx="581800" cy="582350"/>
              <a:chOff x="8064275" y="887850"/>
              <a:chExt cx="581800" cy="582350"/>
            </a:xfrm>
          </p:grpSpPr>
          <p:sp>
            <p:nvSpPr>
              <p:cNvPr id="119" name="Google Shape;119;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8274238" y="3720600"/>
              <a:ext cx="292025" cy="292575"/>
              <a:chOff x="7353050" y="316275"/>
              <a:chExt cx="292025" cy="292575"/>
            </a:xfrm>
          </p:grpSpPr>
          <p:sp>
            <p:nvSpPr>
              <p:cNvPr id="126" name="Google Shape;126;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8332763" y="3212475"/>
              <a:ext cx="175000" cy="175000"/>
              <a:chOff x="8792300" y="321275"/>
              <a:chExt cx="175000" cy="175000"/>
            </a:xfrm>
          </p:grpSpPr>
          <p:sp>
            <p:nvSpPr>
              <p:cNvPr id="131" name="Google Shape;131;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 name="Google Shape;135;p4"/>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36" name="Google Shape;136;p4"/>
            <p:cNvGrpSpPr/>
            <p:nvPr/>
          </p:nvGrpSpPr>
          <p:grpSpPr>
            <a:xfrm rot="10800000">
              <a:off x="432850" y="291788"/>
              <a:ext cx="581800" cy="582350"/>
              <a:chOff x="8064275" y="887850"/>
              <a:chExt cx="581800" cy="582350"/>
            </a:xfrm>
          </p:grpSpPr>
          <p:sp>
            <p:nvSpPr>
              <p:cNvPr id="137" name="Google Shape;137;p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 name="Google Shape;141;p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 name="Google Shape;142;p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 name="Google Shape;143;p4"/>
            <p:cNvGrpSpPr/>
            <p:nvPr/>
          </p:nvGrpSpPr>
          <p:grpSpPr>
            <a:xfrm rot="10800000">
              <a:off x="577738" y="1153138"/>
              <a:ext cx="292025" cy="292575"/>
              <a:chOff x="7353050" y="316275"/>
              <a:chExt cx="292025" cy="292575"/>
            </a:xfrm>
          </p:grpSpPr>
          <p:sp>
            <p:nvSpPr>
              <p:cNvPr id="144" name="Google Shape;144;p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 name="Google Shape;145;p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 name="Google Shape;148;p4"/>
            <p:cNvGrpSpPr/>
            <p:nvPr/>
          </p:nvGrpSpPr>
          <p:grpSpPr>
            <a:xfrm rot="10800000">
              <a:off x="636238" y="1778838"/>
              <a:ext cx="175000" cy="175000"/>
              <a:chOff x="8792300" y="321275"/>
              <a:chExt cx="175000" cy="175000"/>
            </a:xfrm>
          </p:grpSpPr>
          <p:sp>
            <p:nvSpPr>
              <p:cNvPr id="149" name="Google Shape;149;p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 name="Google Shape;150;p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3" name="Google Shape;153;p4"/>
            <p:cNvGrpSpPr/>
            <p:nvPr/>
          </p:nvGrpSpPr>
          <p:grpSpPr>
            <a:xfrm>
              <a:off x="432850" y="2003163"/>
              <a:ext cx="175013" cy="27000"/>
              <a:chOff x="5662375" y="212375"/>
              <a:chExt cx="175013" cy="27000"/>
            </a:xfrm>
          </p:grpSpPr>
          <p:sp>
            <p:nvSpPr>
              <p:cNvPr id="154" name="Google Shape;154;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 name="Google Shape;155;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 name="Google Shape;157;p4"/>
            <p:cNvGrpSpPr/>
            <p:nvPr/>
          </p:nvGrpSpPr>
          <p:grpSpPr>
            <a:xfrm>
              <a:off x="788100" y="208488"/>
              <a:ext cx="175013" cy="27000"/>
              <a:chOff x="5662375" y="212375"/>
              <a:chExt cx="175013" cy="27000"/>
            </a:xfrm>
          </p:grpSpPr>
          <p:sp>
            <p:nvSpPr>
              <p:cNvPr id="158" name="Google Shape;158;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 name="Google Shape;161;p4"/>
            <p:cNvGrpSpPr/>
            <p:nvPr/>
          </p:nvGrpSpPr>
          <p:grpSpPr>
            <a:xfrm>
              <a:off x="8129350" y="4988725"/>
              <a:ext cx="175013" cy="27000"/>
              <a:chOff x="5662375" y="212375"/>
              <a:chExt cx="175013" cy="27000"/>
            </a:xfrm>
          </p:grpSpPr>
          <p:sp>
            <p:nvSpPr>
              <p:cNvPr id="162" name="Google Shape;162;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 name="Google Shape;165;p4"/>
            <p:cNvGrpSpPr/>
            <p:nvPr/>
          </p:nvGrpSpPr>
          <p:grpSpPr>
            <a:xfrm>
              <a:off x="8497550" y="3429425"/>
              <a:ext cx="175013" cy="27000"/>
              <a:chOff x="5662375" y="212375"/>
              <a:chExt cx="175013" cy="27000"/>
            </a:xfrm>
          </p:grpSpPr>
          <p:sp>
            <p:nvSpPr>
              <p:cNvPr id="166" name="Google Shape;166;p4"/>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4"/>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4"/>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9" name="Google Shape;169;p4"/>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70" name="Google Shape;170;p4"/>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71" name="Google Shape;171;p4"/>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4"/>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4"/>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4"/>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75"/>
        <p:cNvGrpSpPr/>
        <p:nvPr/>
      </p:nvGrpSpPr>
      <p:grpSpPr>
        <a:xfrm>
          <a:off x="0" y="0"/>
          <a:ext cx="0" cy="0"/>
          <a:chOff x="0" y="0"/>
          <a:chExt cx="0" cy="0"/>
        </a:xfrm>
      </p:grpSpPr>
      <p:sp>
        <p:nvSpPr>
          <p:cNvPr id="176" name="Google Shape;176;p5"/>
          <p:cNvSpPr txBox="1">
            <a:spLocks noGrp="1"/>
          </p:cNvSpPr>
          <p:nvPr>
            <p:ph type="title"/>
          </p:nvPr>
        </p:nvSpPr>
        <p:spPr>
          <a:xfrm>
            <a:off x="1807671" y="338325"/>
            <a:ext cx="5528700" cy="6126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algn="ctr" rtl="0">
              <a:spcBef>
                <a:spcPts val="0"/>
              </a:spcBef>
              <a:spcAft>
                <a:spcPts val="0"/>
              </a:spcAft>
              <a:buNone/>
              <a:defRPr/>
            </a:lvl2pPr>
            <a:lvl3pPr lvl="2" algn="ctr" rtl="0">
              <a:spcBef>
                <a:spcPts val="0"/>
              </a:spcBef>
              <a:spcAft>
                <a:spcPts val="0"/>
              </a:spcAft>
              <a:buNone/>
              <a:defRPr/>
            </a:lvl3pPr>
            <a:lvl4pPr lvl="3" algn="ctr" rtl="0">
              <a:spcBef>
                <a:spcPts val="0"/>
              </a:spcBef>
              <a:spcAft>
                <a:spcPts val="0"/>
              </a:spcAft>
              <a:buNone/>
              <a:defRPr/>
            </a:lvl4pPr>
            <a:lvl5pPr lvl="4" algn="ctr" rtl="0">
              <a:spcBef>
                <a:spcPts val="0"/>
              </a:spcBef>
              <a:spcAft>
                <a:spcPts val="0"/>
              </a:spcAft>
              <a:buNone/>
              <a:defRPr/>
            </a:lvl5pPr>
            <a:lvl6pPr lvl="5" algn="ctr" rtl="0">
              <a:spcBef>
                <a:spcPts val="0"/>
              </a:spcBef>
              <a:spcAft>
                <a:spcPts val="0"/>
              </a:spcAft>
              <a:buNone/>
              <a:defRPr/>
            </a:lvl6pPr>
            <a:lvl7pPr lvl="6" algn="ctr" rtl="0">
              <a:spcBef>
                <a:spcPts val="0"/>
              </a:spcBef>
              <a:spcAft>
                <a:spcPts val="0"/>
              </a:spcAft>
              <a:buNone/>
              <a:defRPr/>
            </a:lvl7pPr>
            <a:lvl8pPr lvl="7" algn="ctr" rtl="0">
              <a:spcBef>
                <a:spcPts val="0"/>
              </a:spcBef>
              <a:spcAft>
                <a:spcPts val="0"/>
              </a:spcAft>
              <a:buNone/>
              <a:defRPr/>
            </a:lvl8pPr>
            <a:lvl9pPr lvl="8" algn="ctr" rtl="0">
              <a:spcBef>
                <a:spcPts val="0"/>
              </a:spcBef>
              <a:spcAft>
                <a:spcPts val="0"/>
              </a:spcAft>
              <a:buNone/>
              <a:defRPr/>
            </a:lvl9pPr>
          </a:lstStyle>
          <a:p>
            <a:endParaRPr/>
          </a:p>
        </p:txBody>
      </p:sp>
      <p:sp>
        <p:nvSpPr>
          <p:cNvPr id="177" name="Google Shape;177;p5"/>
          <p:cNvSpPr txBox="1">
            <a:spLocks noGrp="1"/>
          </p:cNvSpPr>
          <p:nvPr>
            <p:ph type="subTitle" idx="1"/>
          </p:nvPr>
        </p:nvSpPr>
        <p:spPr>
          <a:xfrm>
            <a:off x="4956048"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8" name="Google Shape;178;p5"/>
          <p:cNvSpPr txBox="1">
            <a:spLocks noGrp="1"/>
          </p:cNvSpPr>
          <p:nvPr>
            <p:ph type="subTitle" idx="2"/>
          </p:nvPr>
        </p:nvSpPr>
        <p:spPr>
          <a:xfrm>
            <a:off x="2093976" y="2532888"/>
            <a:ext cx="2084700" cy="136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79" name="Google Shape;179;p5"/>
          <p:cNvSpPr txBox="1">
            <a:spLocks noGrp="1"/>
          </p:cNvSpPr>
          <p:nvPr>
            <p:ph type="subTitle" idx="3"/>
          </p:nvPr>
        </p:nvSpPr>
        <p:spPr>
          <a:xfrm>
            <a:off x="4956048" y="2221992"/>
            <a:ext cx="2084700" cy="2835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0" name="Google Shape;180;p5"/>
          <p:cNvSpPr txBox="1">
            <a:spLocks noGrp="1"/>
          </p:cNvSpPr>
          <p:nvPr>
            <p:ph type="subTitle" idx="4"/>
          </p:nvPr>
        </p:nvSpPr>
        <p:spPr>
          <a:xfrm>
            <a:off x="2093976" y="2203704"/>
            <a:ext cx="2084700" cy="3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defRPr>
            </a:lvl2pPr>
            <a:lvl3pPr lvl="2" algn="ctr" rtl="0">
              <a:spcBef>
                <a:spcPts val="0"/>
              </a:spcBef>
              <a:spcAft>
                <a:spcPts val="0"/>
              </a:spcAft>
              <a:buNone/>
              <a:defRPr sz="1600">
                <a:solidFill>
                  <a:schemeClr val="accent1"/>
                </a:solidFill>
              </a:defRPr>
            </a:lvl3pPr>
            <a:lvl4pPr lvl="3" algn="ctr" rtl="0">
              <a:spcBef>
                <a:spcPts val="0"/>
              </a:spcBef>
              <a:spcAft>
                <a:spcPts val="0"/>
              </a:spcAft>
              <a:buNone/>
              <a:defRPr sz="1600">
                <a:solidFill>
                  <a:schemeClr val="accent1"/>
                </a:solidFill>
              </a:defRPr>
            </a:lvl4pPr>
            <a:lvl5pPr lvl="4" algn="ctr" rtl="0">
              <a:spcBef>
                <a:spcPts val="0"/>
              </a:spcBef>
              <a:spcAft>
                <a:spcPts val="0"/>
              </a:spcAft>
              <a:buNone/>
              <a:defRPr sz="1600">
                <a:solidFill>
                  <a:schemeClr val="accent1"/>
                </a:solidFill>
              </a:defRPr>
            </a:lvl5pPr>
            <a:lvl6pPr lvl="5" algn="ctr" rtl="0">
              <a:spcBef>
                <a:spcPts val="0"/>
              </a:spcBef>
              <a:spcAft>
                <a:spcPts val="0"/>
              </a:spcAft>
              <a:buNone/>
              <a:defRPr sz="1600">
                <a:solidFill>
                  <a:schemeClr val="accent1"/>
                </a:solidFill>
              </a:defRPr>
            </a:lvl6pPr>
            <a:lvl7pPr lvl="6" algn="ctr" rtl="0">
              <a:spcBef>
                <a:spcPts val="0"/>
              </a:spcBef>
              <a:spcAft>
                <a:spcPts val="0"/>
              </a:spcAft>
              <a:buNone/>
              <a:defRPr sz="1600">
                <a:solidFill>
                  <a:schemeClr val="accent1"/>
                </a:solidFill>
              </a:defRPr>
            </a:lvl7pPr>
            <a:lvl8pPr lvl="7" algn="ctr" rtl="0">
              <a:spcBef>
                <a:spcPts val="0"/>
              </a:spcBef>
              <a:spcAft>
                <a:spcPts val="0"/>
              </a:spcAft>
              <a:buNone/>
              <a:defRPr sz="1600">
                <a:solidFill>
                  <a:schemeClr val="accent1"/>
                </a:solidFill>
              </a:defRPr>
            </a:lvl8pPr>
            <a:lvl9pPr lvl="8" algn="ctr" rtl="0">
              <a:spcBef>
                <a:spcPts val="0"/>
              </a:spcBef>
              <a:spcAft>
                <a:spcPts val="0"/>
              </a:spcAft>
              <a:buNone/>
              <a:defRPr sz="1600">
                <a:solidFill>
                  <a:schemeClr val="accent1"/>
                </a:solidFill>
              </a:defRPr>
            </a:lvl9pPr>
          </a:lstStyle>
          <a:p>
            <a:endParaRPr/>
          </a:p>
        </p:txBody>
      </p:sp>
      <p:sp>
        <p:nvSpPr>
          <p:cNvPr id="181" name="Google Shape;181;p5"/>
          <p:cNvSpPr txBox="1">
            <a:spLocks noGrp="1"/>
          </p:cNvSpPr>
          <p:nvPr>
            <p:ph type="title" idx="5" hasCustomPrompt="1"/>
          </p:nvPr>
        </p:nvSpPr>
        <p:spPr>
          <a:xfrm>
            <a:off x="2779776"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sp>
        <p:nvSpPr>
          <p:cNvPr id="182" name="Google Shape;182;p5"/>
          <p:cNvSpPr txBox="1">
            <a:spLocks noGrp="1"/>
          </p:cNvSpPr>
          <p:nvPr>
            <p:ph type="title" idx="6" hasCustomPrompt="1"/>
          </p:nvPr>
        </p:nvSpPr>
        <p:spPr>
          <a:xfrm>
            <a:off x="5641848" y="1627632"/>
            <a:ext cx="722400" cy="4572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000"/>
              <a:buNone/>
              <a:defRPr sz="3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r>
              <a:t>xx%</a:t>
            </a:r>
          </a:p>
        </p:txBody>
      </p:sp>
      <p:grpSp>
        <p:nvGrpSpPr>
          <p:cNvPr id="183" name="Google Shape;183;p5"/>
          <p:cNvGrpSpPr/>
          <p:nvPr/>
        </p:nvGrpSpPr>
        <p:grpSpPr>
          <a:xfrm>
            <a:off x="432850" y="0"/>
            <a:ext cx="8278300" cy="5165700"/>
            <a:chOff x="432850" y="0"/>
            <a:chExt cx="8278300" cy="5165700"/>
          </a:xfrm>
        </p:grpSpPr>
        <p:cxnSp>
          <p:nvCxnSpPr>
            <p:cNvPr id="184" name="Google Shape;184;p5"/>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85" name="Google Shape;185;p5"/>
            <p:cNvGrpSpPr/>
            <p:nvPr/>
          </p:nvGrpSpPr>
          <p:grpSpPr>
            <a:xfrm>
              <a:off x="8129350" y="4292175"/>
              <a:ext cx="581800" cy="582350"/>
              <a:chOff x="8064275" y="887850"/>
              <a:chExt cx="581800" cy="582350"/>
            </a:xfrm>
          </p:grpSpPr>
          <p:sp>
            <p:nvSpPr>
              <p:cNvPr id="186" name="Google Shape;186;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 name="Google Shape;189;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 name="Google Shape;190;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 name="Google Shape;191;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 name="Google Shape;192;p5"/>
            <p:cNvGrpSpPr/>
            <p:nvPr/>
          </p:nvGrpSpPr>
          <p:grpSpPr>
            <a:xfrm>
              <a:off x="8274238" y="3720600"/>
              <a:ext cx="292025" cy="292575"/>
              <a:chOff x="7353050" y="316275"/>
              <a:chExt cx="292025" cy="292575"/>
            </a:xfrm>
          </p:grpSpPr>
          <p:sp>
            <p:nvSpPr>
              <p:cNvPr id="193" name="Google Shape;193;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 name="Google Shape;194;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 name="Google Shape;195;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 name="Google Shape;196;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7" name="Google Shape;197;p5"/>
            <p:cNvGrpSpPr/>
            <p:nvPr/>
          </p:nvGrpSpPr>
          <p:grpSpPr>
            <a:xfrm>
              <a:off x="8332763" y="3212475"/>
              <a:ext cx="175000" cy="175000"/>
              <a:chOff x="8792300" y="321275"/>
              <a:chExt cx="175000" cy="175000"/>
            </a:xfrm>
          </p:grpSpPr>
          <p:sp>
            <p:nvSpPr>
              <p:cNvPr id="198" name="Google Shape;198;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 name="Google Shape;199;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 name="Google Shape;200;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02" name="Google Shape;202;p5"/>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03" name="Google Shape;203;p5"/>
            <p:cNvGrpSpPr/>
            <p:nvPr/>
          </p:nvGrpSpPr>
          <p:grpSpPr>
            <a:xfrm rot="10800000">
              <a:off x="432850" y="291788"/>
              <a:ext cx="581800" cy="582350"/>
              <a:chOff x="8064275" y="887850"/>
              <a:chExt cx="581800" cy="582350"/>
            </a:xfrm>
          </p:grpSpPr>
          <p:sp>
            <p:nvSpPr>
              <p:cNvPr id="204" name="Google Shape;204;p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 name="Google Shape;208;p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 name="Google Shape;209;p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 name="Google Shape;210;p5"/>
            <p:cNvGrpSpPr/>
            <p:nvPr/>
          </p:nvGrpSpPr>
          <p:grpSpPr>
            <a:xfrm rot="10800000">
              <a:off x="577738" y="1153138"/>
              <a:ext cx="292025" cy="292575"/>
              <a:chOff x="7353050" y="316275"/>
              <a:chExt cx="292025" cy="292575"/>
            </a:xfrm>
          </p:grpSpPr>
          <p:sp>
            <p:nvSpPr>
              <p:cNvPr id="211" name="Google Shape;211;p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 name="Google Shape;212;p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 name="Google Shape;213;p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 name="Google Shape;214;p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5" name="Google Shape;215;p5"/>
            <p:cNvGrpSpPr/>
            <p:nvPr/>
          </p:nvGrpSpPr>
          <p:grpSpPr>
            <a:xfrm rot="10800000">
              <a:off x="636238" y="1778838"/>
              <a:ext cx="175000" cy="175000"/>
              <a:chOff x="8792300" y="321275"/>
              <a:chExt cx="175000" cy="175000"/>
            </a:xfrm>
          </p:grpSpPr>
          <p:sp>
            <p:nvSpPr>
              <p:cNvPr id="216" name="Google Shape;216;p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 name="Google Shape;217;p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 name="Google Shape;218;p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9" name="Google Shape;219;p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0" name="Google Shape;220;p5"/>
            <p:cNvGrpSpPr/>
            <p:nvPr/>
          </p:nvGrpSpPr>
          <p:grpSpPr>
            <a:xfrm>
              <a:off x="432850" y="2003163"/>
              <a:ext cx="175013" cy="27000"/>
              <a:chOff x="5662375" y="212375"/>
              <a:chExt cx="175013" cy="27000"/>
            </a:xfrm>
          </p:grpSpPr>
          <p:sp>
            <p:nvSpPr>
              <p:cNvPr id="221" name="Google Shape;221;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2" name="Google Shape;222;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3" name="Google Shape;223;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4" name="Google Shape;224;p5"/>
            <p:cNvGrpSpPr/>
            <p:nvPr/>
          </p:nvGrpSpPr>
          <p:grpSpPr>
            <a:xfrm>
              <a:off x="788100" y="208488"/>
              <a:ext cx="175013" cy="27000"/>
              <a:chOff x="5662375" y="212375"/>
              <a:chExt cx="175013" cy="27000"/>
            </a:xfrm>
          </p:grpSpPr>
          <p:sp>
            <p:nvSpPr>
              <p:cNvPr id="225" name="Google Shape;225;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8" name="Google Shape;228;p5"/>
            <p:cNvGrpSpPr/>
            <p:nvPr/>
          </p:nvGrpSpPr>
          <p:grpSpPr>
            <a:xfrm>
              <a:off x="8129350" y="4988725"/>
              <a:ext cx="175013" cy="27000"/>
              <a:chOff x="5662375" y="212375"/>
              <a:chExt cx="175013" cy="27000"/>
            </a:xfrm>
          </p:grpSpPr>
          <p:sp>
            <p:nvSpPr>
              <p:cNvPr id="229" name="Google Shape;229;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5"/>
            <p:cNvGrpSpPr/>
            <p:nvPr/>
          </p:nvGrpSpPr>
          <p:grpSpPr>
            <a:xfrm>
              <a:off x="8497550" y="3429425"/>
              <a:ext cx="175013" cy="27000"/>
              <a:chOff x="5662375" y="212375"/>
              <a:chExt cx="175013" cy="27000"/>
            </a:xfrm>
          </p:grpSpPr>
          <p:sp>
            <p:nvSpPr>
              <p:cNvPr id="233" name="Google Shape;233;p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 name="Google Shape;234;p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36" name="Google Shape;236;p5"/>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37" name="Google Shape;237;p5"/>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38" name="Google Shape;238;p5"/>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9" name="Google Shape;239;p5"/>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5"/>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5"/>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42"/>
        <p:cNvGrpSpPr/>
        <p:nvPr/>
      </p:nvGrpSpPr>
      <p:grpSpPr>
        <a:xfrm>
          <a:off x="0" y="0"/>
          <a:ext cx="0" cy="0"/>
          <a:chOff x="0" y="0"/>
          <a:chExt cx="0" cy="0"/>
        </a:xfrm>
      </p:grpSpPr>
      <p:sp>
        <p:nvSpPr>
          <p:cNvPr id="243" name="Google Shape;243;p6"/>
          <p:cNvSpPr txBox="1">
            <a:spLocks noGrp="1"/>
          </p:cNvSpPr>
          <p:nvPr>
            <p:ph type="title"/>
          </p:nvPr>
        </p:nvSpPr>
        <p:spPr>
          <a:xfrm>
            <a:off x="1823475" y="338328"/>
            <a:ext cx="5496900" cy="5727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a:lvl1pPr>
            <a:lvl2pPr lvl="1" algn="ctr">
              <a:spcBef>
                <a:spcPts val="0"/>
              </a:spcBef>
              <a:spcAft>
                <a:spcPts val="0"/>
              </a:spcAft>
              <a:buSzPts val="2800"/>
              <a:buNone/>
              <a:defRPr/>
            </a:lvl2pPr>
            <a:lvl3pPr lvl="2" algn="ctr">
              <a:spcBef>
                <a:spcPts val="0"/>
              </a:spcBef>
              <a:spcAft>
                <a:spcPts val="0"/>
              </a:spcAft>
              <a:buSzPts val="2800"/>
              <a:buNone/>
              <a:defRPr/>
            </a:lvl3pPr>
            <a:lvl4pPr lvl="3" algn="ctr">
              <a:spcBef>
                <a:spcPts val="0"/>
              </a:spcBef>
              <a:spcAft>
                <a:spcPts val="0"/>
              </a:spcAft>
              <a:buSzPts val="2800"/>
              <a:buNone/>
              <a:defRPr/>
            </a:lvl4pPr>
            <a:lvl5pPr lvl="4" algn="ctr">
              <a:spcBef>
                <a:spcPts val="0"/>
              </a:spcBef>
              <a:spcAft>
                <a:spcPts val="0"/>
              </a:spcAft>
              <a:buSzPts val="2800"/>
              <a:buNone/>
              <a:defRPr/>
            </a:lvl5pPr>
            <a:lvl6pPr lvl="5" algn="ctr">
              <a:spcBef>
                <a:spcPts val="0"/>
              </a:spcBef>
              <a:spcAft>
                <a:spcPts val="0"/>
              </a:spcAft>
              <a:buSzPts val="2800"/>
              <a:buNone/>
              <a:defRPr/>
            </a:lvl6pPr>
            <a:lvl7pPr lvl="6" algn="ctr">
              <a:spcBef>
                <a:spcPts val="0"/>
              </a:spcBef>
              <a:spcAft>
                <a:spcPts val="0"/>
              </a:spcAft>
              <a:buSzPts val="2800"/>
              <a:buNone/>
              <a:defRPr/>
            </a:lvl7pPr>
            <a:lvl8pPr lvl="7" algn="ctr">
              <a:spcBef>
                <a:spcPts val="0"/>
              </a:spcBef>
              <a:spcAft>
                <a:spcPts val="0"/>
              </a:spcAft>
              <a:buSzPts val="2800"/>
              <a:buNone/>
              <a:defRPr/>
            </a:lvl8pPr>
            <a:lvl9pPr lvl="8" algn="ctr">
              <a:spcBef>
                <a:spcPts val="0"/>
              </a:spcBef>
              <a:spcAft>
                <a:spcPts val="0"/>
              </a:spcAft>
              <a:buSzPts val="2800"/>
              <a:buNone/>
              <a:defRPr/>
            </a:lvl9pPr>
          </a:lstStyle>
          <a:p>
            <a:endParaRPr/>
          </a:p>
        </p:txBody>
      </p:sp>
      <p:grpSp>
        <p:nvGrpSpPr>
          <p:cNvPr id="244" name="Google Shape;244;p6"/>
          <p:cNvGrpSpPr/>
          <p:nvPr/>
        </p:nvGrpSpPr>
        <p:grpSpPr>
          <a:xfrm>
            <a:off x="432850" y="0"/>
            <a:ext cx="8278300" cy="5165700"/>
            <a:chOff x="432850" y="0"/>
            <a:chExt cx="8278300" cy="5165700"/>
          </a:xfrm>
        </p:grpSpPr>
        <p:cxnSp>
          <p:nvCxnSpPr>
            <p:cNvPr id="245" name="Google Shape;245;p6"/>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46" name="Google Shape;246;p6"/>
            <p:cNvGrpSpPr/>
            <p:nvPr/>
          </p:nvGrpSpPr>
          <p:grpSpPr>
            <a:xfrm>
              <a:off x="8129350" y="4292175"/>
              <a:ext cx="581800" cy="582350"/>
              <a:chOff x="8064275" y="887850"/>
              <a:chExt cx="581800" cy="582350"/>
            </a:xfrm>
          </p:grpSpPr>
          <p:sp>
            <p:nvSpPr>
              <p:cNvPr id="247" name="Google Shape;247;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3" name="Google Shape;253;p6"/>
            <p:cNvGrpSpPr/>
            <p:nvPr/>
          </p:nvGrpSpPr>
          <p:grpSpPr>
            <a:xfrm>
              <a:off x="8274238" y="3720600"/>
              <a:ext cx="292025" cy="292575"/>
              <a:chOff x="7353050" y="316275"/>
              <a:chExt cx="292025" cy="292575"/>
            </a:xfrm>
          </p:grpSpPr>
          <p:sp>
            <p:nvSpPr>
              <p:cNvPr id="254" name="Google Shape;254;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58" name="Google Shape;258;p6"/>
            <p:cNvGrpSpPr/>
            <p:nvPr/>
          </p:nvGrpSpPr>
          <p:grpSpPr>
            <a:xfrm>
              <a:off x="8332763" y="3212475"/>
              <a:ext cx="175000" cy="175000"/>
              <a:chOff x="8792300" y="321275"/>
              <a:chExt cx="175000" cy="175000"/>
            </a:xfrm>
          </p:grpSpPr>
          <p:sp>
            <p:nvSpPr>
              <p:cNvPr id="259" name="Google Shape;259;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63" name="Google Shape;263;p6"/>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264" name="Google Shape;264;p6"/>
            <p:cNvGrpSpPr/>
            <p:nvPr/>
          </p:nvGrpSpPr>
          <p:grpSpPr>
            <a:xfrm rot="10800000">
              <a:off x="432850" y="291788"/>
              <a:ext cx="581800" cy="582350"/>
              <a:chOff x="8064275" y="887850"/>
              <a:chExt cx="581800" cy="582350"/>
            </a:xfrm>
          </p:grpSpPr>
          <p:sp>
            <p:nvSpPr>
              <p:cNvPr id="265" name="Google Shape;265;p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1" name="Google Shape;271;p6"/>
            <p:cNvGrpSpPr/>
            <p:nvPr/>
          </p:nvGrpSpPr>
          <p:grpSpPr>
            <a:xfrm rot="10800000">
              <a:off x="577738" y="1153138"/>
              <a:ext cx="292025" cy="292575"/>
              <a:chOff x="7353050" y="316275"/>
              <a:chExt cx="292025" cy="292575"/>
            </a:xfrm>
          </p:grpSpPr>
          <p:sp>
            <p:nvSpPr>
              <p:cNvPr id="272" name="Google Shape;272;p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 name="Google Shape;276;p6"/>
            <p:cNvGrpSpPr/>
            <p:nvPr/>
          </p:nvGrpSpPr>
          <p:grpSpPr>
            <a:xfrm rot="10800000">
              <a:off x="636238" y="1778838"/>
              <a:ext cx="175000" cy="175000"/>
              <a:chOff x="8792300" y="321275"/>
              <a:chExt cx="175000" cy="175000"/>
            </a:xfrm>
          </p:grpSpPr>
          <p:sp>
            <p:nvSpPr>
              <p:cNvPr id="277" name="Google Shape;277;p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8" name="Google Shape;278;p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1" name="Google Shape;281;p6"/>
            <p:cNvGrpSpPr/>
            <p:nvPr/>
          </p:nvGrpSpPr>
          <p:grpSpPr>
            <a:xfrm>
              <a:off x="432850" y="2003163"/>
              <a:ext cx="175013" cy="27000"/>
              <a:chOff x="5662375" y="212375"/>
              <a:chExt cx="175013" cy="27000"/>
            </a:xfrm>
          </p:grpSpPr>
          <p:sp>
            <p:nvSpPr>
              <p:cNvPr id="282" name="Google Shape;282;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3" name="Google Shape;283;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5" name="Google Shape;285;p6"/>
            <p:cNvGrpSpPr/>
            <p:nvPr/>
          </p:nvGrpSpPr>
          <p:grpSpPr>
            <a:xfrm>
              <a:off x="788100" y="208488"/>
              <a:ext cx="175013" cy="27000"/>
              <a:chOff x="5662375" y="212375"/>
              <a:chExt cx="175013" cy="27000"/>
            </a:xfrm>
          </p:grpSpPr>
          <p:sp>
            <p:nvSpPr>
              <p:cNvPr id="286" name="Google Shape;286;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 name="Google Shape;289;p6"/>
            <p:cNvGrpSpPr/>
            <p:nvPr/>
          </p:nvGrpSpPr>
          <p:grpSpPr>
            <a:xfrm>
              <a:off x="8129350" y="4988725"/>
              <a:ext cx="175013" cy="27000"/>
              <a:chOff x="5662375" y="212375"/>
              <a:chExt cx="175013" cy="27000"/>
            </a:xfrm>
          </p:grpSpPr>
          <p:sp>
            <p:nvSpPr>
              <p:cNvPr id="290" name="Google Shape;290;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3" name="Google Shape;293;p6"/>
            <p:cNvGrpSpPr/>
            <p:nvPr/>
          </p:nvGrpSpPr>
          <p:grpSpPr>
            <a:xfrm>
              <a:off x="8497550" y="3429425"/>
              <a:ext cx="175013" cy="27000"/>
              <a:chOff x="5662375" y="212375"/>
              <a:chExt cx="175013" cy="27000"/>
            </a:xfrm>
          </p:grpSpPr>
          <p:sp>
            <p:nvSpPr>
              <p:cNvPr id="294" name="Google Shape;294;p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297" name="Google Shape;297;p6"/>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298" name="Google Shape;298;p6"/>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299" name="Google Shape;299;p6"/>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6"/>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6"/>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6"/>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3"/>
        <p:cNvGrpSpPr/>
        <p:nvPr/>
      </p:nvGrpSpPr>
      <p:grpSpPr>
        <a:xfrm>
          <a:off x="0" y="0"/>
          <a:ext cx="0" cy="0"/>
          <a:chOff x="0" y="0"/>
          <a:chExt cx="0" cy="0"/>
        </a:xfrm>
      </p:grpSpPr>
      <p:sp>
        <p:nvSpPr>
          <p:cNvPr id="304" name="Google Shape;304;p7"/>
          <p:cNvSpPr txBox="1">
            <a:spLocks noGrp="1"/>
          </p:cNvSpPr>
          <p:nvPr>
            <p:ph type="subTitle" idx="1"/>
          </p:nvPr>
        </p:nvSpPr>
        <p:spPr>
          <a:xfrm>
            <a:off x="804672" y="1984248"/>
            <a:ext cx="3291900" cy="1371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None/>
              <a:defRPr sz="19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9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9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9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9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9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9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9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900">
                <a:solidFill>
                  <a:schemeClr val="dk2"/>
                </a:solidFill>
                <a:latin typeface="Barlow Semi Condensed"/>
                <a:ea typeface="Barlow Semi Condensed"/>
                <a:cs typeface="Barlow Semi Condensed"/>
                <a:sym typeface="Barlow Semi Condensed"/>
              </a:defRPr>
            </a:lvl9pPr>
          </a:lstStyle>
          <a:p>
            <a:endParaRPr/>
          </a:p>
        </p:txBody>
      </p:sp>
      <p:sp>
        <p:nvSpPr>
          <p:cNvPr id="305" name="Google Shape;305;p7"/>
          <p:cNvSpPr txBox="1">
            <a:spLocks noGrp="1"/>
          </p:cNvSpPr>
          <p:nvPr>
            <p:ph type="title"/>
          </p:nvPr>
        </p:nvSpPr>
        <p:spPr>
          <a:xfrm>
            <a:off x="804672" y="3319272"/>
            <a:ext cx="3291900" cy="402300"/>
          </a:xfrm>
          <a:prstGeom prst="rect">
            <a:avLst/>
          </a:prstGeom>
        </p:spPr>
        <p:txBody>
          <a:bodyPr spcFirstLastPara="1" wrap="square" lIns="91425" tIns="91425" rIns="91425" bIns="91425" anchor="b" anchorCtr="0">
            <a:noAutofit/>
          </a:bodyPr>
          <a:lstStyle>
            <a:lvl1pPr lvl="0"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1pPr>
            <a:lvl2pPr lvl="1"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2pPr>
            <a:lvl3pPr lvl="2"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3pPr>
            <a:lvl4pPr lvl="3"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4pPr>
            <a:lvl5pPr lvl="4"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5pPr>
            <a:lvl6pPr lvl="5"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6pPr>
            <a:lvl7pPr lvl="6"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7pPr>
            <a:lvl8pPr lvl="7"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8pPr>
            <a:lvl9pPr lvl="8" algn="r">
              <a:spcBef>
                <a:spcPts val="0"/>
              </a:spcBef>
              <a:spcAft>
                <a:spcPts val="0"/>
              </a:spcAft>
              <a:buClr>
                <a:schemeClr val="accent1"/>
              </a:buClr>
              <a:buSzPts val="1600"/>
              <a:buFont typeface="Barlow Semi Condensed Medium"/>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cxnSp>
        <p:nvCxnSpPr>
          <p:cNvPr id="306" name="Google Shape;306;p7"/>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307" name="Google Shape;307;p7"/>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308" name="Google Shape;308;p7"/>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309" name="Google Shape;309;p7"/>
          <p:cNvGrpSpPr/>
          <p:nvPr/>
        </p:nvGrpSpPr>
        <p:grpSpPr>
          <a:xfrm flipH="1">
            <a:off x="499400" y="959675"/>
            <a:ext cx="581800" cy="582350"/>
            <a:chOff x="8064275" y="887850"/>
            <a:chExt cx="581800" cy="582350"/>
          </a:xfrm>
        </p:grpSpPr>
        <p:sp>
          <p:nvSpPr>
            <p:cNvPr id="310" name="Google Shape;310;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16" name="Google Shape;316;p7"/>
          <p:cNvGrpSpPr/>
          <p:nvPr/>
        </p:nvGrpSpPr>
        <p:grpSpPr>
          <a:xfrm flipH="1">
            <a:off x="1500400" y="388100"/>
            <a:ext cx="292025" cy="292575"/>
            <a:chOff x="7353050" y="316275"/>
            <a:chExt cx="292025" cy="292575"/>
          </a:xfrm>
        </p:grpSpPr>
        <p:sp>
          <p:nvSpPr>
            <p:cNvPr id="317" name="Google Shape;317;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21" name="Google Shape;321;p7"/>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7"/>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7"/>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7"/>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7"/>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7"/>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7" name="Google Shape;327;p7"/>
          <p:cNvGrpSpPr/>
          <p:nvPr/>
        </p:nvGrpSpPr>
        <p:grpSpPr>
          <a:xfrm flipH="1">
            <a:off x="3527112" y="361100"/>
            <a:ext cx="175013" cy="27000"/>
            <a:chOff x="5662375" y="212375"/>
            <a:chExt cx="175013" cy="27000"/>
          </a:xfrm>
        </p:grpSpPr>
        <p:sp>
          <p:nvSpPr>
            <p:cNvPr id="328" name="Google Shape;328;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1" name="Google Shape;331;p7"/>
          <p:cNvGrpSpPr/>
          <p:nvPr/>
        </p:nvGrpSpPr>
        <p:grpSpPr>
          <a:xfrm flipH="1">
            <a:off x="480412" y="242700"/>
            <a:ext cx="175013" cy="27000"/>
            <a:chOff x="5662375" y="212375"/>
            <a:chExt cx="175013" cy="27000"/>
          </a:xfrm>
        </p:grpSpPr>
        <p:sp>
          <p:nvSpPr>
            <p:cNvPr id="332" name="Google Shape;332;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 name="Google Shape;335;p7"/>
          <p:cNvGrpSpPr/>
          <p:nvPr/>
        </p:nvGrpSpPr>
        <p:grpSpPr>
          <a:xfrm flipH="1">
            <a:off x="901712" y="1653625"/>
            <a:ext cx="175013" cy="27000"/>
            <a:chOff x="5662375" y="212375"/>
            <a:chExt cx="175013" cy="27000"/>
          </a:xfrm>
        </p:grpSpPr>
        <p:sp>
          <p:nvSpPr>
            <p:cNvPr id="336" name="Google Shape;336;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339" name="Google Shape;339;p7"/>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340" name="Google Shape;340;p7"/>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341" name="Google Shape;341;p7"/>
          <p:cNvGrpSpPr/>
          <p:nvPr/>
        </p:nvGrpSpPr>
        <p:grpSpPr>
          <a:xfrm rot="10800000">
            <a:off x="499400" y="3940925"/>
            <a:ext cx="581800" cy="582350"/>
            <a:chOff x="8064275" y="887850"/>
            <a:chExt cx="581800" cy="582350"/>
          </a:xfrm>
        </p:grpSpPr>
        <p:sp>
          <p:nvSpPr>
            <p:cNvPr id="342" name="Google Shape;342;p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8" name="Google Shape;348;p7"/>
          <p:cNvGrpSpPr/>
          <p:nvPr/>
        </p:nvGrpSpPr>
        <p:grpSpPr>
          <a:xfrm rot="10800000">
            <a:off x="1819575" y="4586750"/>
            <a:ext cx="292025" cy="292575"/>
            <a:chOff x="7353050" y="316275"/>
            <a:chExt cx="292025" cy="292575"/>
          </a:xfrm>
        </p:grpSpPr>
        <p:sp>
          <p:nvSpPr>
            <p:cNvPr id="349" name="Google Shape;349;p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3" name="Google Shape;353;p7"/>
          <p:cNvGrpSpPr/>
          <p:nvPr/>
        </p:nvGrpSpPr>
        <p:grpSpPr>
          <a:xfrm rot="10800000">
            <a:off x="212525" y="4645550"/>
            <a:ext cx="175000" cy="175000"/>
            <a:chOff x="8792300" y="321275"/>
            <a:chExt cx="175000" cy="175000"/>
          </a:xfrm>
        </p:grpSpPr>
        <p:sp>
          <p:nvSpPr>
            <p:cNvPr id="354" name="Google Shape;354;p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 name="Google Shape;358;p7"/>
          <p:cNvGrpSpPr/>
          <p:nvPr/>
        </p:nvGrpSpPr>
        <p:grpSpPr>
          <a:xfrm rot="10800000">
            <a:off x="480412" y="4852325"/>
            <a:ext cx="175013" cy="27000"/>
            <a:chOff x="5662375" y="212375"/>
            <a:chExt cx="175013" cy="27000"/>
          </a:xfrm>
        </p:grpSpPr>
        <p:sp>
          <p:nvSpPr>
            <p:cNvPr id="359" name="Google Shape;359;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 name="Google Shape;360;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 name="Google Shape;361;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 name="Google Shape;362;p7"/>
          <p:cNvGrpSpPr/>
          <p:nvPr/>
        </p:nvGrpSpPr>
        <p:grpSpPr>
          <a:xfrm rot="10800000">
            <a:off x="1054112" y="3898600"/>
            <a:ext cx="175013" cy="27000"/>
            <a:chOff x="5662375" y="212375"/>
            <a:chExt cx="175013" cy="27000"/>
          </a:xfrm>
        </p:grpSpPr>
        <p:sp>
          <p:nvSpPr>
            <p:cNvPr id="363" name="Google Shape;363;p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66"/>
        <p:cNvGrpSpPr/>
        <p:nvPr/>
      </p:nvGrpSpPr>
      <p:grpSpPr>
        <a:xfrm>
          <a:off x="0" y="0"/>
          <a:ext cx="0" cy="0"/>
          <a:chOff x="0" y="0"/>
          <a:chExt cx="0" cy="0"/>
        </a:xfrm>
      </p:grpSpPr>
      <p:grpSp>
        <p:nvGrpSpPr>
          <p:cNvPr id="367" name="Google Shape;367;p8"/>
          <p:cNvGrpSpPr/>
          <p:nvPr/>
        </p:nvGrpSpPr>
        <p:grpSpPr>
          <a:xfrm>
            <a:off x="1349626" y="598417"/>
            <a:ext cx="6453730" cy="3631136"/>
            <a:chOff x="365750" y="1285025"/>
            <a:chExt cx="6934275" cy="3315500"/>
          </a:xfrm>
        </p:grpSpPr>
        <p:sp>
          <p:nvSpPr>
            <p:cNvPr id="368" name="Google Shape;368;p8"/>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8"/>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70" name="Google Shape;370;p8"/>
          <p:cNvSpPr txBox="1">
            <a:spLocks noGrp="1"/>
          </p:cNvSpPr>
          <p:nvPr>
            <p:ph type="title"/>
          </p:nvPr>
        </p:nvSpPr>
        <p:spPr>
          <a:xfrm>
            <a:off x="2624328" y="1620753"/>
            <a:ext cx="3904500" cy="1902000"/>
          </a:xfrm>
          <a:prstGeom prst="rect">
            <a:avLst/>
          </a:prstGeom>
        </p:spPr>
        <p:txBody>
          <a:bodyPr spcFirstLastPara="1" wrap="square" lIns="91425" tIns="91425" rIns="91425" bIns="91425" anchor="ctr" anchorCtr="0">
            <a:noAutofit/>
          </a:bodyPr>
          <a:lstStyle>
            <a:lvl1pPr lvl="0" algn="ctr">
              <a:spcBef>
                <a:spcPts val="0"/>
              </a:spcBef>
              <a:spcAft>
                <a:spcPts val="0"/>
              </a:spcAft>
              <a:buSzPts val="6000"/>
              <a:buNone/>
              <a:defRPr sz="7300"/>
            </a:lvl1pPr>
            <a:lvl2pPr lvl="1" algn="ctr">
              <a:spcBef>
                <a:spcPts val="0"/>
              </a:spcBef>
              <a:spcAft>
                <a:spcPts val="0"/>
              </a:spcAft>
              <a:buSzPts val="6000"/>
              <a:buNone/>
              <a:defRPr sz="6000"/>
            </a:lvl2pPr>
            <a:lvl3pPr lvl="2" algn="ctr">
              <a:spcBef>
                <a:spcPts val="0"/>
              </a:spcBef>
              <a:spcAft>
                <a:spcPts val="0"/>
              </a:spcAft>
              <a:buSzPts val="6000"/>
              <a:buNone/>
              <a:defRPr sz="6000"/>
            </a:lvl3pPr>
            <a:lvl4pPr lvl="3" algn="ctr">
              <a:spcBef>
                <a:spcPts val="0"/>
              </a:spcBef>
              <a:spcAft>
                <a:spcPts val="0"/>
              </a:spcAft>
              <a:buSzPts val="6000"/>
              <a:buNone/>
              <a:defRPr sz="6000"/>
            </a:lvl4pPr>
            <a:lvl5pPr lvl="4" algn="ctr">
              <a:spcBef>
                <a:spcPts val="0"/>
              </a:spcBef>
              <a:spcAft>
                <a:spcPts val="0"/>
              </a:spcAft>
              <a:buSzPts val="6000"/>
              <a:buNone/>
              <a:defRPr sz="6000"/>
            </a:lvl5pPr>
            <a:lvl6pPr lvl="5" algn="ctr">
              <a:spcBef>
                <a:spcPts val="0"/>
              </a:spcBef>
              <a:spcAft>
                <a:spcPts val="0"/>
              </a:spcAft>
              <a:buSzPts val="6000"/>
              <a:buNone/>
              <a:defRPr sz="6000"/>
            </a:lvl6pPr>
            <a:lvl7pPr lvl="6" algn="ctr">
              <a:spcBef>
                <a:spcPts val="0"/>
              </a:spcBef>
              <a:spcAft>
                <a:spcPts val="0"/>
              </a:spcAft>
              <a:buSzPts val="6000"/>
              <a:buNone/>
              <a:defRPr sz="6000"/>
            </a:lvl7pPr>
            <a:lvl8pPr lvl="7" algn="ctr">
              <a:spcBef>
                <a:spcPts val="0"/>
              </a:spcBef>
              <a:spcAft>
                <a:spcPts val="0"/>
              </a:spcAft>
              <a:buSzPts val="6000"/>
              <a:buNone/>
              <a:defRPr sz="6000"/>
            </a:lvl8pPr>
            <a:lvl9pPr lvl="8" algn="ctr">
              <a:spcBef>
                <a:spcPts val="0"/>
              </a:spcBef>
              <a:spcAft>
                <a:spcPts val="0"/>
              </a:spcAft>
              <a:buSzPts val="6000"/>
              <a:buNone/>
              <a:defRPr sz="6000"/>
            </a:lvl9pPr>
          </a:lstStyle>
          <a:p>
            <a:endParaRPr/>
          </a:p>
        </p:txBody>
      </p:sp>
      <p:grpSp>
        <p:nvGrpSpPr>
          <p:cNvPr id="371" name="Google Shape;371;p8"/>
          <p:cNvGrpSpPr/>
          <p:nvPr/>
        </p:nvGrpSpPr>
        <p:grpSpPr>
          <a:xfrm>
            <a:off x="-6867" y="-6625"/>
            <a:ext cx="9152342" cy="5102050"/>
            <a:chOff x="-6867" y="-6625"/>
            <a:chExt cx="9152342" cy="5102050"/>
          </a:xfrm>
        </p:grpSpPr>
        <p:cxnSp>
          <p:nvCxnSpPr>
            <p:cNvPr id="372" name="Google Shape;372;p8"/>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373" name="Google Shape;373;p8"/>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374" name="Google Shape;374;p8"/>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375" name="Google Shape;375;p8"/>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376" name="Google Shape;376;p8"/>
            <p:cNvGrpSpPr/>
            <p:nvPr/>
          </p:nvGrpSpPr>
          <p:grpSpPr>
            <a:xfrm flipH="1">
              <a:off x="1278333" y="4513075"/>
              <a:ext cx="581800" cy="582350"/>
              <a:chOff x="8064275" y="887850"/>
              <a:chExt cx="581800" cy="582350"/>
            </a:xfrm>
          </p:grpSpPr>
          <p:sp>
            <p:nvSpPr>
              <p:cNvPr id="377" name="Google Shape;377;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3" name="Google Shape;383;p8"/>
            <p:cNvGrpSpPr/>
            <p:nvPr/>
          </p:nvGrpSpPr>
          <p:grpSpPr>
            <a:xfrm flipH="1">
              <a:off x="2747608" y="4340463"/>
              <a:ext cx="292025" cy="292575"/>
              <a:chOff x="7353050" y="316275"/>
              <a:chExt cx="292025" cy="292575"/>
            </a:xfrm>
          </p:grpSpPr>
          <p:sp>
            <p:nvSpPr>
              <p:cNvPr id="384" name="Google Shape;384;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88" name="Google Shape;388;p8"/>
            <p:cNvGrpSpPr/>
            <p:nvPr/>
          </p:nvGrpSpPr>
          <p:grpSpPr>
            <a:xfrm flipH="1">
              <a:off x="171308" y="4315025"/>
              <a:ext cx="175000" cy="175000"/>
              <a:chOff x="8792300" y="321275"/>
              <a:chExt cx="175000" cy="175000"/>
            </a:xfrm>
          </p:grpSpPr>
          <p:sp>
            <p:nvSpPr>
              <p:cNvPr id="389" name="Google Shape;389;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93" name="Google Shape;393;p8"/>
            <p:cNvGrpSpPr/>
            <p:nvPr/>
          </p:nvGrpSpPr>
          <p:grpSpPr>
            <a:xfrm>
              <a:off x="3873197" y="4657550"/>
              <a:ext cx="293111" cy="293388"/>
              <a:chOff x="3164039" y="430875"/>
              <a:chExt cx="293111" cy="293388"/>
            </a:xfrm>
          </p:grpSpPr>
          <p:sp>
            <p:nvSpPr>
              <p:cNvPr id="394" name="Google Shape;394;p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00" name="Google Shape;400;p8"/>
            <p:cNvGrpSpPr/>
            <p:nvPr/>
          </p:nvGrpSpPr>
          <p:grpSpPr>
            <a:xfrm flipH="1">
              <a:off x="242270" y="4142425"/>
              <a:ext cx="175013" cy="27000"/>
              <a:chOff x="5662375" y="212375"/>
              <a:chExt cx="175013" cy="27000"/>
            </a:xfrm>
          </p:grpSpPr>
          <p:sp>
            <p:nvSpPr>
              <p:cNvPr id="401" name="Google Shape;40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04" name="Google Shape;404;p8"/>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405" name="Google Shape;405;p8"/>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06" name="Google Shape;406;p8"/>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07" name="Google Shape;407;p8"/>
            <p:cNvGrpSpPr/>
            <p:nvPr/>
          </p:nvGrpSpPr>
          <p:grpSpPr>
            <a:xfrm>
              <a:off x="8064275" y="1040250"/>
              <a:ext cx="581800" cy="582350"/>
              <a:chOff x="8064275" y="887850"/>
              <a:chExt cx="581800" cy="582350"/>
            </a:xfrm>
          </p:grpSpPr>
          <p:sp>
            <p:nvSpPr>
              <p:cNvPr id="408" name="Google Shape;408;p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4" name="Google Shape;414;p8"/>
            <p:cNvGrpSpPr/>
            <p:nvPr/>
          </p:nvGrpSpPr>
          <p:grpSpPr>
            <a:xfrm>
              <a:off x="7353050" y="316275"/>
              <a:ext cx="292025" cy="292575"/>
              <a:chOff x="7353050" y="316275"/>
              <a:chExt cx="292025" cy="292575"/>
            </a:xfrm>
          </p:grpSpPr>
          <p:sp>
            <p:nvSpPr>
              <p:cNvPr id="415" name="Google Shape;415;p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8"/>
            <p:cNvGrpSpPr/>
            <p:nvPr/>
          </p:nvGrpSpPr>
          <p:grpSpPr>
            <a:xfrm>
              <a:off x="8792300" y="321275"/>
              <a:ext cx="175000" cy="175000"/>
              <a:chOff x="8792300" y="321275"/>
              <a:chExt cx="175000" cy="175000"/>
            </a:xfrm>
          </p:grpSpPr>
          <p:sp>
            <p:nvSpPr>
              <p:cNvPr id="420" name="Google Shape;420;p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4" name="Google Shape;424;p8"/>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8"/>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8"/>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8"/>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8"/>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8"/>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0" name="Google Shape;430;p8"/>
            <p:cNvGrpSpPr/>
            <p:nvPr/>
          </p:nvGrpSpPr>
          <p:grpSpPr>
            <a:xfrm>
              <a:off x="8490050" y="170875"/>
              <a:ext cx="175013" cy="27000"/>
              <a:chOff x="5662375" y="212375"/>
              <a:chExt cx="175013" cy="27000"/>
            </a:xfrm>
          </p:grpSpPr>
          <p:sp>
            <p:nvSpPr>
              <p:cNvPr id="431" name="Google Shape;431;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 name="Google Shape;434;p8"/>
            <p:cNvGrpSpPr/>
            <p:nvPr/>
          </p:nvGrpSpPr>
          <p:grpSpPr>
            <a:xfrm>
              <a:off x="8678350" y="1658000"/>
              <a:ext cx="175013" cy="27000"/>
              <a:chOff x="5662375" y="212375"/>
              <a:chExt cx="175013" cy="27000"/>
            </a:xfrm>
          </p:grpSpPr>
          <p:sp>
            <p:nvSpPr>
              <p:cNvPr id="435" name="Google Shape;435;p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8"/>
        <p:cNvGrpSpPr/>
        <p:nvPr/>
      </p:nvGrpSpPr>
      <p:grpSpPr>
        <a:xfrm>
          <a:off x="0" y="0"/>
          <a:ext cx="0" cy="0"/>
          <a:chOff x="0" y="0"/>
          <a:chExt cx="0" cy="0"/>
        </a:xfrm>
      </p:grpSpPr>
      <p:sp>
        <p:nvSpPr>
          <p:cNvPr id="439" name="Google Shape;439;p9"/>
          <p:cNvSpPr txBox="1">
            <a:spLocks noGrp="1"/>
          </p:cNvSpPr>
          <p:nvPr>
            <p:ph type="title"/>
          </p:nvPr>
        </p:nvSpPr>
        <p:spPr>
          <a:xfrm>
            <a:off x="896112" y="2039112"/>
            <a:ext cx="3566100" cy="13626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40" name="Google Shape;440;p9"/>
          <p:cNvSpPr txBox="1">
            <a:spLocks noGrp="1"/>
          </p:cNvSpPr>
          <p:nvPr>
            <p:ph type="body" idx="1"/>
          </p:nvPr>
        </p:nvSpPr>
        <p:spPr>
          <a:xfrm>
            <a:off x="4899150" y="821850"/>
            <a:ext cx="3096000" cy="3478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1pPr>
            <a:lvl2pPr marL="914400" lvl="1"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2pPr>
            <a:lvl3pPr marL="1371600" lvl="2"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3pPr>
            <a:lvl4pPr marL="1828800" lvl="3"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4pPr>
            <a:lvl5pPr marL="2286000" lvl="4"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5pPr>
            <a:lvl6pPr marL="2743200" lvl="5"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6pPr>
            <a:lvl7pPr marL="3200400" lvl="6"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7pPr>
            <a:lvl8pPr marL="3657600" lvl="7"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8pPr>
            <a:lvl9pPr marL="4114800" lvl="8" indent="-317500">
              <a:spcBef>
                <a:spcPts val="0"/>
              </a:spcBef>
              <a:spcAft>
                <a:spcPts val="0"/>
              </a:spcAft>
              <a:buClr>
                <a:schemeClr val="accent5"/>
              </a:buClr>
              <a:buSzPts val="1400"/>
              <a:buFont typeface="Barlow Semi Condensed"/>
              <a:buChar char="■"/>
              <a:defRPr>
                <a:solidFill>
                  <a:schemeClr val="accent5"/>
                </a:solidFill>
                <a:latin typeface="Barlow Semi Condensed"/>
                <a:ea typeface="Barlow Semi Condensed"/>
                <a:cs typeface="Barlow Semi Condensed"/>
                <a:sym typeface="Barlow Semi Condensed"/>
              </a:defRPr>
            </a:lvl9pPr>
          </a:lstStyle>
          <a:p>
            <a:endParaRPr/>
          </a:p>
        </p:txBody>
      </p:sp>
      <p:cxnSp>
        <p:nvCxnSpPr>
          <p:cNvPr id="441" name="Google Shape;441;p9"/>
          <p:cNvCxnSpPr/>
          <p:nvPr/>
        </p:nvCxnSpPr>
        <p:spPr>
          <a:xfrm>
            <a:off x="1645925" y="5231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442" name="Google Shape;442;p9"/>
          <p:cNvCxnSpPr/>
          <p:nvPr/>
        </p:nvCxnSpPr>
        <p:spPr>
          <a:xfrm rot="10800000" flipH="1">
            <a:off x="803050" y="529675"/>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443" name="Google Shape;443;p9"/>
          <p:cNvCxnSpPr/>
          <p:nvPr/>
        </p:nvCxnSpPr>
        <p:spPr>
          <a:xfrm>
            <a:off x="0" y="6520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444" name="Google Shape;444;p9"/>
          <p:cNvGrpSpPr/>
          <p:nvPr/>
        </p:nvGrpSpPr>
        <p:grpSpPr>
          <a:xfrm flipH="1">
            <a:off x="499400" y="959675"/>
            <a:ext cx="581800" cy="582350"/>
            <a:chOff x="8064275" y="887850"/>
            <a:chExt cx="581800" cy="582350"/>
          </a:xfrm>
        </p:grpSpPr>
        <p:sp>
          <p:nvSpPr>
            <p:cNvPr id="445" name="Google Shape;445;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51" name="Google Shape;451;p9"/>
          <p:cNvGrpSpPr/>
          <p:nvPr/>
        </p:nvGrpSpPr>
        <p:grpSpPr>
          <a:xfrm flipH="1">
            <a:off x="1500400" y="388100"/>
            <a:ext cx="292025" cy="292575"/>
            <a:chOff x="7353050" y="316275"/>
            <a:chExt cx="292025" cy="292575"/>
          </a:xfrm>
        </p:grpSpPr>
        <p:sp>
          <p:nvSpPr>
            <p:cNvPr id="452" name="Google Shape;452;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6" name="Google Shape;456;p9"/>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9"/>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9"/>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9"/>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9"/>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9"/>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62" name="Google Shape;462;p9"/>
          <p:cNvGrpSpPr/>
          <p:nvPr/>
        </p:nvGrpSpPr>
        <p:grpSpPr>
          <a:xfrm flipH="1">
            <a:off x="3527112" y="361100"/>
            <a:ext cx="175013" cy="27000"/>
            <a:chOff x="5662375" y="212375"/>
            <a:chExt cx="175013" cy="27000"/>
          </a:xfrm>
        </p:grpSpPr>
        <p:sp>
          <p:nvSpPr>
            <p:cNvPr id="463" name="Google Shape;463;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66" name="Google Shape;466;p9"/>
          <p:cNvGrpSpPr/>
          <p:nvPr/>
        </p:nvGrpSpPr>
        <p:grpSpPr>
          <a:xfrm flipH="1">
            <a:off x="480412" y="242700"/>
            <a:ext cx="175013" cy="27000"/>
            <a:chOff x="5662375" y="212375"/>
            <a:chExt cx="175013" cy="27000"/>
          </a:xfrm>
        </p:grpSpPr>
        <p:sp>
          <p:nvSpPr>
            <p:cNvPr id="467" name="Google Shape;467;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0" name="Google Shape;470;p9"/>
          <p:cNvGrpSpPr/>
          <p:nvPr/>
        </p:nvGrpSpPr>
        <p:grpSpPr>
          <a:xfrm flipH="1">
            <a:off x="901712" y="1653625"/>
            <a:ext cx="175013" cy="27000"/>
            <a:chOff x="5662375" y="212375"/>
            <a:chExt cx="175013" cy="27000"/>
          </a:xfrm>
        </p:grpSpPr>
        <p:sp>
          <p:nvSpPr>
            <p:cNvPr id="471" name="Google Shape;471;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74" name="Google Shape;474;p9"/>
          <p:cNvCxnSpPr/>
          <p:nvPr/>
        </p:nvCxnSpPr>
        <p:spPr>
          <a:xfrm>
            <a:off x="791400" y="42124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475" name="Google Shape;475;p9"/>
          <p:cNvCxnSpPr/>
          <p:nvPr/>
        </p:nvCxnSpPr>
        <p:spPr>
          <a:xfrm rot="10800000" flipH="1">
            <a:off x="0" y="42204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476" name="Google Shape;476;p9"/>
          <p:cNvGrpSpPr/>
          <p:nvPr/>
        </p:nvGrpSpPr>
        <p:grpSpPr>
          <a:xfrm rot="10800000">
            <a:off x="499400" y="3940925"/>
            <a:ext cx="581800" cy="582350"/>
            <a:chOff x="8064275" y="887850"/>
            <a:chExt cx="581800" cy="582350"/>
          </a:xfrm>
        </p:grpSpPr>
        <p:sp>
          <p:nvSpPr>
            <p:cNvPr id="477" name="Google Shape;477;p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3" name="Google Shape;483;p9"/>
          <p:cNvGrpSpPr/>
          <p:nvPr/>
        </p:nvGrpSpPr>
        <p:grpSpPr>
          <a:xfrm rot="10800000">
            <a:off x="1819575" y="4586750"/>
            <a:ext cx="292025" cy="292575"/>
            <a:chOff x="7353050" y="316275"/>
            <a:chExt cx="292025" cy="292575"/>
          </a:xfrm>
        </p:grpSpPr>
        <p:sp>
          <p:nvSpPr>
            <p:cNvPr id="484" name="Google Shape;484;p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6" name="Google Shape;486;p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8" name="Google Shape;488;p9"/>
          <p:cNvGrpSpPr/>
          <p:nvPr/>
        </p:nvGrpSpPr>
        <p:grpSpPr>
          <a:xfrm rot="10800000">
            <a:off x="212525" y="4645550"/>
            <a:ext cx="175000" cy="175000"/>
            <a:chOff x="8792300" y="321275"/>
            <a:chExt cx="175000" cy="175000"/>
          </a:xfrm>
        </p:grpSpPr>
        <p:sp>
          <p:nvSpPr>
            <p:cNvPr id="489" name="Google Shape;489;p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0" name="Google Shape;490;p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 name="Google Shape;491;p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 name="Google Shape;493;p9"/>
          <p:cNvGrpSpPr/>
          <p:nvPr/>
        </p:nvGrpSpPr>
        <p:grpSpPr>
          <a:xfrm rot="10800000">
            <a:off x="480412" y="4852325"/>
            <a:ext cx="175013" cy="27000"/>
            <a:chOff x="5662375" y="212375"/>
            <a:chExt cx="175013" cy="27000"/>
          </a:xfrm>
        </p:grpSpPr>
        <p:sp>
          <p:nvSpPr>
            <p:cNvPr id="494" name="Google Shape;494;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 name="Google Shape;497;p9"/>
          <p:cNvGrpSpPr/>
          <p:nvPr/>
        </p:nvGrpSpPr>
        <p:grpSpPr>
          <a:xfrm rot="10800000">
            <a:off x="1054112" y="3898600"/>
            <a:ext cx="175013" cy="27000"/>
            <a:chOff x="5662375" y="212375"/>
            <a:chExt cx="175013" cy="27000"/>
          </a:xfrm>
        </p:grpSpPr>
        <p:sp>
          <p:nvSpPr>
            <p:cNvPr id="498" name="Google Shape;498;p9"/>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9"/>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9"/>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01"/>
        <p:cNvGrpSpPr/>
        <p:nvPr/>
      </p:nvGrpSpPr>
      <p:grpSpPr>
        <a:xfrm>
          <a:off x="0" y="0"/>
          <a:ext cx="0" cy="0"/>
          <a:chOff x="0" y="0"/>
          <a:chExt cx="0" cy="0"/>
        </a:xfrm>
      </p:grpSpPr>
      <p:sp>
        <p:nvSpPr>
          <p:cNvPr id="502" name="Google Shape;502;p10"/>
          <p:cNvSpPr txBox="1">
            <a:spLocks noGrp="1"/>
          </p:cNvSpPr>
          <p:nvPr>
            <p:ph type="body" idx="1"/>
          </p:nvPr>
        </p:nvSpPr>
        <p:spPr>
          <a:xfrm>
            <a:off x="1122050" y="1947672"/>
            <a:ext cx="2788800" cy="1362600"/>
          </a:xfrm>
          <a:prstGeom prst="rect">
            <a:avLst/>
          </a:prstGeom>
          <a:noFill/>
          <a:ln>
            <a:noFill/>
          </a:ln>
        </p:spPr>
        <p:txBody>
          <a:bodyPr spcFirstLastPara="1" wrap="square" lIns="91425" tIns="91425" rIns="91425" bIns="91425" anchor="ctr" anchorCtr="0">
            <a:noAutofit/>
          </a:bodyPr>
          <a:lstStyle>
            <a:lvl1pPr marL="457200" lvl="0" indent="-228600">
              <a:lnSpc>
                <a:spcPct val="100000"/>
              </a:lnSpc>
              <a:spcBef>
                <a:spcPts val="0"/>
              </a:spcBef>
              <a:spcAft>
                <a:spcPts val="0"/>
              </a:spcAft>
              <a:buClr>
                <a:schemeClr val="dk2"/>
              </a:buClr>
              <a:buSzPts val="1600"/>
              <a:buFont typeface="Barlow Semi Condensed"/>
              <a:buNone/>
              <a:defRPr sz="1600">
                <a:solidFill>
                  <a:schemeClr val="dk2"/>
                </a:solidFill>
                <a:latin typeface="Barlow Semi Condensed"/>
                <a:ea typeface="Barlow Semi Condensed"/>
                <a:cs typeface="Barlow Semi Condensed"/>
                <a:sym typeface="Barlow Semi Condensed"/>
              </a:defRPr>
            </a:lvl1pPr>
          </a:lstStyle>
          <a:p>
            <a:endParaRPr/>
          </a:p>
        </p:txBody>
      </p:sp>
      <p:sp>
        <p:nvSpPr>
          <p:cNvPr id="503" name="Google Shape;503;p10"/>
          <p:cNvSpPr txBox="1">
            <a:spLocks noGrp="1"/>
          </p:cNvSpPr>
          <p:nvPr>
            <p:ph type="title"/>
          </p:nvPr>
        </p:nvSpPr>
        <p:spPr>
          <a:xfrm>
            <a:off x="2100600" y="347472"/>
            <a:ext cx="4947000" cy="5853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cxnSp>
        <p:nvCxnSpPr>
          <p:cNvPr id="504" name="Google Shape;504;p10"/>
          <p:cNvCxnSpPr/>
          <p:nvPr/>
        </p:nvCxnSpPr>
        <p:spPr>
          <a:xfrm>
            <a:off x="590450" y="4340600"/>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505" name="Google Shape;505;p10"/>
          <p:cNvCxnSpPr/>
          <p:nvPr/>
        </p:nvCxnSpPr>
        <p:spPr>
          <a:xfrm rot="10800000" flipH="1">
            <a:off x="7975" y="4332600"/>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506" name="Google Shape;506;p10"/>
          <p:cNvGrpSpPr/>
          <p:nvPr/>
        </p:nvGrpSpPr>
        <p:grpSpPr>
          <a:xfrm flipH="1">
            <a:off x="431725" y="4183775"/>
            <a:ext cx="292025" cy="292575"/>
            <a:chOff x="7353050" y="316275"/>
            <a:chExt cx="292025" cy="292575"/>
          </a:xfrm>
        </p:grpSpPr>
        <p:sp>
          <p:nvSpPr>
            <p:cNvPr id="507" name="Google Shape;507;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1" name="Google Shape;511;p10"/>
          <p:cNvGrpSpPr/>
          <p:nvPr/>
        </p:nvGrpSpPr>
        <p:grpSpPr>
          <a:xfrm>
            <a:off x="1646714" y="4616575"/>
            <a:ext cx="293111" cy="293388"/>
            <a:chOff x="3164039" y="430875"/>
            <a:chExt cx="293111" cy="293388"/>
          </a:xfrm>
        </p:grpSpPr>
        <p:sp>
          <p:nvSpPr>
            <p:cNvPr id="512" name="Google Shape;512;p1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1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1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1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1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1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18" name="Google Shape;518;p10"/>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519" name="Google Shape;519;p10"/>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520" name="Google Shape;520;p10"/>
          <p:cNvGrpSpPr/>
          <p:nvPr/>
        </p:nvGrpSpPr>
        <p:grpSpPr>
          <a:xfrm>
            <a:off x="8064275" y="526925"/>
            <a:ext cx="581800" cy="582350"/>
            <a:chOff x="8064275" y="887850"/>
            <a:chExt cx="581800" cy="582350"/>
          </a:xfrm>
        </p:grpSpPr>
        <p:sp>
          <p:nvSpPr>
            <p:cNvPr id="521" name="Google Shape;521;p1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1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1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1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1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1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7" name="Google Shape;527;p10"/>
          <p:cNvGrpSpPr/>
          <p:nvPr/>
        </p:nvGrpSpPr>
        <p:grpSpPr>
          <a:xfrm>
            <a:off x="7033875" y="170875"/>
            <a:ext cx="292025" cy="292575"/>
            <a:chOff x="7353050" y="316275"/>
            <a:chExt cx="292025" cy="292575"/>
          </a:xfrm>
        </p:grpSpPr>
        <p:sp>
          <p:nvSpPr>
            <p:cNvPr id="528" name="Google Shape;528;p1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1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1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1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 name="Google Shape;532;p10"/>
          <p:cNvGrpSpPr/>
          <p:nvPr/>
        </p:nvGrpSpPr>
        <p:grpSpPr>
          <a:xfrm>
            <a:off x="8757950" y="229650"/>
            <a:ext cx="175000" cy="175000"/>
            <a:chOff x="8792300" y="321275"/>
            <a:chExt cx="175000" cy="175000"/>
          </a:xfrm>
        </p:grpSpPr>
        <p:sp>
          <p:nvSpPr>
            <p:cNvPr id="533" name="Google Shape;533;p1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1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1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1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7" name="Google Shape;537;p10"/>
          <p:cNvGrpSpPr/>
          <p:nvPr/>
        </p:nvGrpSpPr>
        <p:grpSpPr>
          <a:xfrm>
            <a:off x="8490050" y="170875"/>
            <a:ext cx="175013" cy="27000"/>
            <a:chOff x="5662375" y="212375"/>
            <a:chExt cx="175013" cy="27000"/>
          </a:xfrm>
        </p:grpSpPr>
        <p:sp>
          <p:nvSpPr>
            <p:cNvPr id="538" name="Google Shape;538;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1" name="Google Shape;541;p10"/>
          <p:cNvGrpSpPr/>
          <p:nvPr/>
        </p:nvGrpSpPr>
        <p:grpSpPr>
          <a:xfrm>
            <a:off x="7916350" y="1124600"/>
            <a:ext cx="175013" cy="27000"/>
            <a:chOff x="5662375" y="212375"/>
            <a:chExt cx="175013" cy="27000"/>
          </a:xfrm>
        </p:grpSpPr>
        <p:sp>
          <p:nvSpPr>
            <p:cNvPr id="542" name="Google Shape;542;p10"/>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10"/>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10"/>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45"/>
        <p:cNvGrpSpPr/>
        <p:nvPr/>
      </p:nvGrpSpPr>
      <p:grpSpPr>
        <a:xfrm>
          <a:off x="0" y="0"/>
          <a:ext cx="0" cy="0"/>
          <a:chOff x="0" y="0"/>
          <a:chExt cx="0" cy="0"/>
        </a:xfrm>
      </p:grpSpPr>
      <p:grpSp>
        <p:nvGrpSpPr>
          <p:cNvPr id="546" name="Google Shape;546;p11"/>
          <p:cNvGrpSpPr/>
          <p:nvPr/>
        </p:nvGrpSpPr>
        <p:grpSpPr>
          <a:xfrm rot="10800000">
            <a:off x="1954823" y="1124844"/>
            <a:ext cx="5234354" cy="3069144"/>
            <a:chOff x="1098425" y="237675"/>
            <a:chExt cx="5358675" cy="5174750"/>
          </a:xfrm>
        </p:grpSpPr>
        <p:sp>
          <p:nvSpPr>
            <p:cNvPr id="547" name="Google Shape;547;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11"/>
            <p:cNvSpPr/>
            <p:nvPr/>
          </p:nvSpPr>
          <p:spPr>
            <a:xfrm>
              <a:off x="1098425" y="237675"/>
              <a:ext cx="5358675" cy="5173850"/>
            </a:xfrm>
            <a:custGeom>
              <a:avLst/>
              <a:gdLst/>
              <a:ahLst/>
              <a:cxnLst/>
              <a:rect l="l" t="t" r="r" b="b"/>
              <a:pathLst>
                <a:path w="214347" h="206954" extrusionOk="0">
                  <a:moveTo>
                    <a:pt x="115079" y="1"/>
                  </a:moveTo>
                  <a:cubicBezTo>
                    <a:pt x="106819" y="1"/>
                    <a:pt x="98029" y="1749"/>
                    <a:pt x="88677" y="5654"/>
                  </a:cubicBezTo>
                  <a:cubicBezTo>
                    <a:pt x="67392" y="14588"/>
                    <a:pt x="50544" y="31735"/>
                    <a:pt x="37474" y="50742"/>
                  </a:cubicBezTo>
                  <a:cubicBezTo>
                    <a:pt x="17088" y="80241"/>
                    <a:pt x="4497" y="115076"/>
                    <a:pt x="1260" y="150810"/>
                  </a:cubicBezTo>
                  <a:cubicBezTo>
                    <a:pt x="1" y="164900"/>
                    <a:pt x="1140" y="181268"/>
                    <a:pt x="12472" y="189722"/>
                  </a:cubicBezTo>
                  <a:cubicBezTo>
                    <a:pt x="19127" y="194639"/>
                    <a:pt x="27881" y="195658"/>
                    <a:pt x="36155" y="196437"/>
                  </a:cubicBezTo>
                  <a:cubicBezTo>
                    <a:pt x="68471" y="199615"/>
                    <a:pt x="100788" y="202793"/>
                    <a:pt x="133105" y="205911"/>
                  </a:cubicBezTo>
                  <a:cubicBezTo>
                    <a:pt x="138433" y="206449"/>
                    <a:pt x="143882" y="206954"/>
                    <a:pt x="149263" y="206954"/>
                  </a:cubicBezTo>
                  <a:cubicBezTo>
                    <a:pt x="156478" y="206954"/>
                    <a:pt x="163573" y="206046"/>
                    <a:pt x="170098" y="203093"/>
                  </a:cubicBezTo>
                  <a:cubicBezTo>
                    <a:pt x="185747" y="196018"/>
                    <a:pt x="194081" y="179110"/>
                    <a:pt x="201216" y="163461"/>
                  </a:cubicBezTo>
                  <a:cubicBezTo>
                    <a:pt x="207451" y="149731"/>
                    <a:pt x="213867" y="135461"/>
                    <a:pt x="214106" y="120352"/>
                  </a:cubicBezTo>
                  <a:cubicBezTo>
                    <a:pt x="214346" y="105542"/>
                    <a:pt x="208710" y="91273"/>
                    <a:pt x="201875" y="78082"/>
                  </a:cubicBezTo>
                  <a:cubicBezTo>
                    <a:pt x="183394" y="42166"/>
                    <a:pt x="155643" y="1"/>
                    <a:pt x="115079"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11"/>
            <p:cNvSpPr/>
            <p:nvPr/>
          </p:nvSpPr>
          <p:spPr>
            <a:xfrm>
              <a:off x="1119425" y="238125"/>
              <a:ext cx="5331675" cy="5174300"/>
            </a:xfrm>
            <a:custGeom>
              <a:avLst/>
              <a:gdLst/>
              <a:ahLst/>
              <a:cxnLst/>
              <a:rect l="l" t="t" r="r" b="b"/>
              <a:pathLst>
                <a:path w="213267" h="206972" extrusionOk="0">
                  <a:moveTo>
                    <a:pt x="114278" y="0"/>
                  </a:moveTo>
                  <a:cubicBezTo>
                    <a:pt x="106004" y="0"/>
                    <a:pt x="97190" y="1739"/>
                    <a:pt x="87837" y="5636"/>
                  </a:cubicBezTo>
                  <a:cubicBezTo>
                    <a:pt x="66552" y="14570"/>
                    <a:pt x="49704" y="31717"/>
                    <a:pt x="36634" y="50724"/>
                  </a:cubicBezTo>
                  <a:cubicBezTo>
                    <a:pt x="16248" y="80223"/>
                    <a:pt x="3657" y="115058"/>
                    <a:pt x="420" y="150792"/>
                  </a:cubicBezTo>
                  <a:cubicBezTo>
                    <a:pt x="180" y="153610"/>
                    <a:pt x="0" y="156488"/>
                    <a:pt x="0" y="159366"/>
                  </a:cubicBezTo>
                  <a:cubicBezTo>
                    <a:pt x="0" y="171058"/>
                    <a:pt x="2578" y="182929"/>
                    <a:pt x="11632" y="189704"/>
                  </a:cubicBezTo>
                  <a:cubicBezTo>
                    <a:pt x="18287" y="194621"/>
                    <a:pt x="27041" y="195640"/>
                    <a:pt x="35315" y="196419"/>
                  </a:cubicBezTo>
                  <a:cubicBezTo>
                    <a:pt x="67631" y="199597"/>
                    <a:pt x="99948" y="202775"/>
                    <a:pt x="132265" y="205893"/>
                  </a:cubicBezTo>
                  <a:cubicBezTo>
                    <a:pt x="137601" y="206432"/>
                    <a:pt x="143057" y="206972"/>
                    <a:pt x="148393" y="206972"/>
                  </a:cubicBezTo>
                  <a:cubicBezTo>
                    <a:pt x="155648" y="206972"/>
                    <a:pt x="162723" y="206013"/>
                    <a:pt x="169258" y="203075"/>
                  </a:cubicBezTo>
                  <a:cubicBezTo>
                    <a:pt x="184907" y="196000"/>
                    <a:pt x="193241" y="179092"/>
                    <a:pt x="200376" y="163443"/>
                  </a:cubicBezTo>
                  <a:cubicBezTo>
                    <a:pt x="206611" y="149713"/>
                    <a:pt x="213027" y="135443"/>
                    <a:pt x="213266" y="120334"/>
                  </a:cubicBezTo>
                  <a:cubicBezTo>
                    <a:pt x="213266" y="120034"/>
                    <a:pt x="213266" y="119734"/>
                    <a:pt x="213266" y="119375"/>
                  </a:cubicBezTo>
                  <a:cubicBezTo>
                    <a:pt x="213266" y="104925"/>
                    <a:pt x="207690" y="90955"/>
                    <a:pt x="201035" y="78064"/>
                  </a:cubicBezTo>
                  <a:cubicBezTo>
                    <a:pt x="182569" y="42150"/>
                    <a:pt x="154809" y="0"/>
                    <a:pt x="114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0" name="Google Shape;550;p11"/>
          <p:cNvSpPr txBox="1">
            <a:spLocks noGrp="1"/>
          </p:cNvSpPr>
          <p:nvPr>
            <p:ph type="subTitle" idx="1"/>
          </p:nvPr>
        </p:nvSpPr>
        <p:spPr>
          <a:xfrm>
            <a:off x="3227832" y="2816352"/>
            <a:ext cx="2679300" cy="658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551" name="Google Shape;551;p11"/>
          <p:cNvCxnSpPr/>
          <p:nvPr/>
        </p:nvCxnSpPr>
        <p:spPr>
          <a:xfrm rot="5400000">
            <a:off x="7269708" y="3324550"/>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552" name="Google Shape;552;p11"/>
          <p:cNvCxnSpPr/>
          <p:nvPr/>
        </p:nvCxnSpPr>
        <p:spPr>
          <a:xfrm rot="-5400000" flipH="1">
            <a:off x="7181408" y="2082400"/>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553" name="Google Shape;553;p11"/>
          <p:cNvCxnSpPr/>
          <p:nvPr/>
        </p:nvCxnSpPr>
        <p:spPr>
          <a:xfrm rot="5400000">
            <a:off x="7232433" y="736375"/>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554" name="Google Shape;554;p11"/>
          <p:cNvCxnSpPr/>
          <p:nvPr/>
        </p:nvCxnSpPr>
        <p:spPr>
          <a:xfrm rot="5400000">
            <a:off x="8168433" y="-6660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555" name="Google Shape;555;p11"/>
          <p:cNvGrpSpPr/>
          <p:nvPr/>
        </p:nvGrpSpPr>
        <p:grpSpPr>
          <a:xfrm rot="5400000" flipH="1">
            <a:off x="7407333" y="1284925"/>
            <a:ext cx="581800" cy="582350"/>
            <a:chOff x="8064275" y="887850"/>
            <a:chExt cx="581800" cy="582350"/>
          </a:xfrm>
        </p:grpSpPr>
        <p:sp>
          <p:nvSpPr>
            <p:cNvPr id="556" name="Google Shape;556;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2" name="Google Shape;562;p11"/>
          <p:cNvGrpSpPr/>
          <p:nvPr/>
        </p:nvGrpSpPr>
        <p:grpSpPr>
          <a:xfrm rot="5400000" flipH="1">
            <a:off x="7869720" y="2754200"/>
            <a:ext cx="292025" cy="292575"/>
            <a:chOff x="7353050" y="316275"/>
            <a:chExt cx="292025" cy="292575"/>
          </a:xfrm>
        </p:grpSpPr>
        <p:sp>
          <p:nvSpPr>
            <p:cNvPr id="563" name="Google Shape;563;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7" name="Google Shape;567;p11"/>
          <p:cNvGrpSpPr/>
          <p:nvPr/>
        </p:nvGrpSpPr>
        <p:grpSpPr>
          <a:xfrm rot="5400000" flipH="1">
            <a:off x="8012458" y="178175"/>
            <a:ext cx="175000" cy="175000"/>
            <a:chOff x="8792300" y="321275"/>
            <a:chExt cx="175000" cy="175000"/>
          </a:xfrm>
        </p:grpSpPr>
        <p:sp>
          <p:nvSpPr>
            <p:cNvPr id="568" name="Google Shape;568;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w="9525" cap="flat"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2" name="Google Shape;572;p11"/>
          <p:cNvGrpSpPr/>
          <p:nvPr/>
        </p:nvGrpSpPr>
        <p:grpSpPr>
          <a:xfrm rot="5400000">
            <a:off x="7551683" y="3879926"/>
            <a:ext cx="293111" cy="293388"/>
            <a:chOff x="3164039" y="430875"/>
            <a:chExt cx="293111" cy="293388"/>
          </a:xfrm>
        </p:grpSpPr>
        <p:sp>
          <p:nvSpPr>
            <p:cNvPr id="573" name="Google Shape;573;p1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1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1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1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1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1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79" name="Google Shape;579;p11"/>
          <p:cNvGrpSpPr/>
          <p:nvPr/>
        </p:nvGrpSpPr>
        <p:grpSpPr>
          <a:xfrm rot="5400000" flipH="1">
            <a:off x="8259052" y="323144"/>
            <a:ext cx="175013" cy="27000"/>
            <a:chOff x="5662375" y="212375"/>
            <a:chExt cx="175013" cy="27000"/>
          </a:xfrm>
        </p:grpSpPr>
        <p:sp>
          <p:nvSpPr>
            <p:cNvPr id="580" name="Google Shape;58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583" name="Google Shape;583;p11"/>
          <p:cNvCxnSpPr/>
          <p:nvPr/>
        </p:nvCxnSpPr>
        <p:spPr>
          <a:xfrm rot="5400000" flipH="1">
            <a:off x="740850" y="2598325"/>
            <a:ext cx="1672500" cy="126000"/>
          </a:xfrm>
          <a:prstGeom prst="straightConnector1">
            <a:avLst/>
          </a:prstGeom>
          <a:noFill/>
          <a:ln w="9525" cap="flat" cmpd="sng">
            <a:solidFill>
              <a:schemeClr val="dk1"/>
            </a:solidFill>
            <a:prstDash val="solid"/>
            <a:round/>
            <a:headEnd type="none" w="med" len="med"/>
            <a:tailEnd type="none" w="med" len="med"/>
          </a:ln>
        </p:spPr>
      </p:cxnSp>
      <p:cxnSp>
        <p:nvCxnSpPr>
          <p:cNvPr id="584" name="Google Shape;584;p11"/>
          <p:cNvCxnSpPr/>
          <p:nvPr/>
        </p:nvCxnSpPr>
        <p:spPr>
          <a:xfrm rot="-5400000">
            <a:off x="847100" y="355400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585" name="Google Shape;585;p11"/>
          <p:cNvCxnSpPr/>
          <p:nvPr/>
        </p:nvCxnSpPr>
        <p:spPr>
          <a:xfrm rot="5400000" flipH="1">
            <a:off x="1105775" y="4151250"/>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586" name="Google Shape;586;p11"/>
          <p:cNvGrpSpPr/>
          <p:nvPr/>
        </p:nvGrpSpPr>
        <p:grpSpPr>
          <a:xfrm rot="5400000">
            <a:off x="621475" y="4062025"/>
            <a:ext cx="581800" cy="582350"/>
            <a:chOff x="8064275" y="887850"/>
            <a:chExt cx="581800" cy="582350"/>
          </a:xfrm>
        </p:grpSpPr>
        <p:sp>
          <p:nvSpPr>
            <p:cNvPr id="587" name="Google Shape;587;p1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1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1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1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1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1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3" name="Google Shape;593;p11"/>
          <p:cNvGrpSpPr/>
          <p:nvPr/>
        </p:nvGrpSpPr>
        <p:grpSpPr>
          <a:xfrm rot="5400000">
            <a:off x="1482825" y="3350800"/>
            <a:ext cx="292025" cy="292575"/>
            <a:chOff x="7353050" y="316275"/>
            <a:chExt cx="292025" cy="292575"/>
          </a:xfrm>
        </p:grpSpPr>
        <p:sp>
          <p:nvSpPr>
            <p:cNvPr id="594" name="Google Shape;594;p1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1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1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1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11"/>
          <p:cNvGrpSpPr/>
          <p:nvPr/>
        </p:nvGrpSpPr>
        <p:grpSpPr>
          <a:xfrm rot="5400000">
            <a:off x="1595125" y="4790325"/>
            <a:ext cx="175000" cy="175000"/>
            <a:chOff x="8792300" y="321275"/>
            <a:chExt cx="175000" cy="175000"/>
          </a:xfrm>
        </p:grpSpPr>
        <p:sp>
          <p:nvSpPr>
            <p:cNvPr id="599" name="Google Shape;599;p1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1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1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1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3" name="Google Shape;603;p11"/>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 name="Google Shape;604;p11"/>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11"/>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11"/>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11"/>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11"/>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9" name="Google Shape;609;p11"/>
          <p:cNvGrpSpPr/>
          <p:nvPr/>
        </p:nvGrpSpPr>
        <p:grpSpPr>
          <a:xfrm rot="5400000">
            <a:off x="1701119" y="1515381"/>
            <a:ext cx="175013" cy="27000"/>
            <a:chOff x="5662375" y="212375"/>
            <a:chExt cx="175013" cy="27000"/>
          </a:xfrm>
        </p:grpSpPr>
        <p:sp>
          <p:nvSpPr>
            <p:cNvPr id="610" name="Google Shape;610;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3" name="Google Shape;613;p11"/>
          <p:cNvGrpSpPr/>
          <p:nvPr/>
        </p:nvGrpSpPr>
        <p:grpSpPr>
          <a:xfrm rot="5400000">
            <a:off x="1819519" y="4562081"/>
            <a:ext cx="175013" cy="27000"/>
            <a:chOff x="5662375" y="212375"/>
            <a:chExt cx="175013" cy="27000"/>
          </a:xfrm>
        </p:grpSpPr>
        <p:sp>
          <p:nvSpPr>
            <p:cNvPr id="614" name="Google Shape;614;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 name="Google Shape;617;p11"/>
          <p:cNvGrpSpPr/>
          <p:nvPr/>
        </p:nvGrpSpPr>
        <p:grpSpPr>
          <a:xfrm rot="5400000">
            <a:off x="408594" y="4140781"/>
            <a:ext cx="175013" cy="27000"/>
            <a:chOff x="5662375" y="212375"/>
            <a:chExt cx="175013" cy="27000"/>
          </a:xfrm>
        </p:grpSpPr>
        <p:sp>
          <p:nvSpPr>
            <p:cNvPr id="618" name="Google Shape;618;p11"/>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11"/>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11"/>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1" name="Google Shape;621;p11"/>
          <p:cNvSpPr txBox="1">
            <a:spLocks noGrp="1"/>
          </p:cNvSpPr>
          <p:nvPr>
            <p:ph type="title" hasCustomPrompt="1"/>
          </p:nvPr>
        </p:nvSpPr>
        <p:spPr>
          <a:xfrm>
            <a:off x="2624328" y="2057400"/>
            <a:ext cx="3904500" cy="7863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9600"/>
              <a:buNone/>
              <a:defRPr sz="9600"/>
            </a:lvl1pPr>
            <a:lvl2pPr lvl="1" algn="ctr" rtl="0">
              <a:spcBef>
                <a:spcPts val="0"/>
              </a:spcBef>
              <a:spcAft>
                <a:spcPts val="0"/>
              </a:spcAft>
              <a:buSzPts val="9600"/>
              <a:buNone/>
              <a:defRPr sz="9600"/>
            </a:lvl2pPr>
            <a:lvl3pPr lvl="2" algn="ctr" rtl="0">
              <a:spcBef>
                <a:spcPts val="0"/>
              </a:spcBef>
              <a:spcAft>
                <a:spcPts val="0"/>
              </a:spcAft>
              <a:buSzPts val="9600"/>
              <a:buNone/>
              <a:defRPr sz="9600"/>
            </a:lvl3pPr>
            <a:lvl4pPr lvl="3" algn="ctr" rtl="0">
              <a:spcBef>
                <a:spcPts val="0"/>
              </a:spcBef>
              <a:spcAft>
                <a:spcPts val="0"/>
              </a:spcAft>
              <a:buSzPts val="9600"/>
              <a:buNone/>
              <a:defRPr sz="9600"/>
            </a:lvl4pPr>
            <a:lvl5pPr lvl="4" algn="ctr" rtl="0">
              <a:spcBef>
                <a:spcPts val="0"/>
              </a:spcBef>
              <a:spcAft>
                <a:spcPts val="0"/>
              </a:spcAft>
              <a:buSzPts val="9600"/>
              <a:buNone/>
              <a:defRPr sz="9600"/>
            </a:lvl5pPr>
            <a:lvl6pPr lvl="5" algn="ctr" rtl="0">
              <a:spcBef>
                <a:spcPts val="0"/>
              </a:spcBef>
              <a:spcAft>
                <a:spcPts val="0"/>
              </a:spcAft>
              <a:buSzPts val="9600"/>
              <a:buNone/>
              <a:defRPr sz="9600"/>
            </a:lvl6pPr>
            <a:lvl7pPr lvl="6" algn="ctr" rtl="0">
              <a:spcBef>
                <a:spcPts val="0"/>
              </a:spcBef>
              <a:spcAft>
                <a:spcPts val="0"/>
              </a:spcAft>
              <a:buSzPts val="9600"/>
              <a:buNone/>
              <a:defRPr sz="9600"/>
            </a:lvl7pPr>
            <a:lvl8pPr lvl="7" algn="ctr" rtl="0">
              <a:spcBef>
                <a:spcPts val="0"/>
              </a:spcBef>
              <a:spcAft>
                <a:spcPts val="0"/>
              </a:spcAft>
              <a:buSzPts val="9600"/>
              <a:buNone/>
              <a:defRPr sz="9600"/>
            </a:lvl8pPr>
            <a:lvl9pPr lvl="8" algn="ctr" rtl="0">
              <a:spcBef>
                <a:spcPts val="0"/>
              </a:spcBef>
              <a:spcAft>
                <a:spcPts val="0"/>
              </a:spcAft>
              <a:buSzPts val="9600"/>
              <a:buNone/>
              <a:defRPr sz="9600"/>
            </a:lvl9pPr>
          </a:lstStyle>
          <a:p>
            <a:r>
              <a:t>xx%</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2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able of contents">
  <p:cSld name="CUSTOM">
    <p:spTree>
      <p:nvGrpSpPr>
        <p:cNvPr id="1" name="Shape 623"/>
        <p:cNvGrpSpPr/>
        <p:nvPr/>
      </p:nvGrpSpPr>
      <p:grpSpPr>
        <a:xfrm>
          <a:off x="0" y="0"/>
          <a:ext cx="0" cy="0"/>
          <a:chOff x="0" y="0"/>
          <a:chExt cx="0" cy="0"/>
        </a:xfrm>
      </p:grpSpPr>
      <p:sp>
        <p:nvSpPr>
          <p:cNvPr id="624" name="Google Shape;624;p13"/>
          <p:cNvSpPr txBox="1">
            <a:spLocks noGrp="1"/>
          </p:cNvSpPr>
          <p:nvPr>
            <p:ph type="title"/>
          </p:nvPr>
        </p:nvSpPr>
        <p:spPr>
          <a:xfrm>
            <a:off x="5907024" y="356616"/>
            <a:ext cx="2615100" cy="5760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2800"/>
              <a:buNone/>
              <a:defRPr/>
            </a:lvl1pPr>
            <a:lvl2pPr lvl="1" algn="r" rtl="0">
              <a:spcBef>
                <a:spcPts val="0"/>
              </a:spcBef>
              <a:spcAft>
                <a:spcPts val="0"/>
              </a:spcAft>
              <a:buSzPts val="2800"/>
              <a:buNone/>
              <a:defRPr/>
            </a:lvl2pPr>
            <a:lvl3pPr lvl="2" algn="r" rtl="0">
              <a:spcBef>
                <a:spcPts val="0"/>
              </a:spcBef>
              <a:spcAft>
                <a:spcPts val="0"/>
              </a:spcAft>
              <a:buSzPts val="2800"/>
              <a:buNone/>
              <a:defRPr/>
            </a:lvl3pPr>
            <a:lvl4pPr lvl="3" algn="r" rtl="0">
              <a:spcBef>
                <a:spcPts val="0"/>
              </a:spcBef>
              <a:spcAft>
                <a:spcPts val="0"/>
              </a:spcAft>
              <a:buSzPts val="2800"/>
              <a:buNone/>
              <a:defRPr/>
            </a:lvl4pPr>
            <a:lvl5pPr lvl="4" algn="r" rtl="0">
              <a:spcBef>
                <a:spcPts val="0"/>
              </a:spcBef>
              <a:spcAft>
                <a:spcPts val="0"/>
              </a:spcAft>
              <a:buSzPts val="2800"/>
              <a:buNone/>
              <a:defRPr/>
            </a:lvl5pPr>
            <a:lvl6pPr lvl="5" algn="r" rtl="0">
              <a:spcBef>
                <a:spcPts val="0"/>
              </a:spcBef>
              <a:spcAft>
                <a:spcPts val="0"/>
              </a:spcAft>
              <a:buSzPts val="2800"/>
              <a:buNone/>
              <a:defRPr/>
            </a:lvl6pPr>
            <a:lvl7pPr lvl="6" algn="r" rtl="0">
              <a:spcBef>
                <a:spcPts val="0"/>
              </a:spcBef>
              <a:spcAft>
                <a:spcPts val="0"/>
              </a:spcAft>
              <a:buSzPts val="2800"/>
              <a:buNone/>
              <a:defRPr/>
            </a:lvl7pPr>
            <a:lvl8pPr lvl="7" algn="r" rtl="0">
              <a:spcBef>
                <a:spcPts val="0"/>
              </a:spcBef>
              <a:spcAft>
                <a:spcPts val="0"/>
              </a:spcAft>
              <a:buSzPts val="2800"/>
              <a:buNone/>
              <a:defRPr/>
            </a:lvl8pPr>
            <a:lvl9pPr lvl="8" algn="r" rtl="0">
              <a:spcBef>
                <a:spcPts val="0"/>
              </a:spcBef>
              <a:spcAft>
                <a:spcPts val="0"/>
              </a:spcAft>
              <a:buSzPts val="2800"/>
              <a:buNone/>
              <a:defRPr/>
            </a:lvl9pPr>
          </a:lstStyle>
          <a:p>
            <a:endParaRPr/>
          </a:p>
        </p:txBody>
      </p:sp>
      <p:sp>
        <p:nvSpPr>
          <p:cNvPr id="625" name="Google Shape;625;p13"/>
          <p:cNvSpPr txBox="1">
            <a:spLocks noGrp="1"/>
          </p:cNvSpPr>
          <p:nvPr>
            <p:ph type="subTitle" idx="1"/>
          </p:nvPr>
        </p:nvSpPr>
        <p:spPr>
          <a:xfrm>
            <a:off x="1664208" y="429768"/>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6" name="Google Shape;626;p13"/>
          <p:cNvSpPr txBox="1">
            <a:spLocks noGrp="1"/>
          </p:cNvSpPr>
          <p:nvPr>
            <p:ph type="subTitle" idx="2"/>
          </p:nvPr>
        </p:nvSpPr>
        <p:spPr>
          <a:xfrm>
            <a:off x="1664208" y="713232"/>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7" name="Google Shape;627;p13"/>
          <p:cNvSpPr txBox="1">
            <a:spLocks noGrp="1"/>
          </p:cNvSpPr>
          <p:nvPr>
            <p:ph type="subTitle" idx="3"/>
          </p:nvPr>
        </p:nvSpPr>
        <p:spPr>
          <a:xfrm>
            <a:off x="1664208" y="1508760"/>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28" name="Google Shape;628;p13"/>
          <p:cNvSpPr txBox="1">
            <a:spLocks noGrp="1"/>
          </p:cNvSpPr>
          <p:nvPr>
            <p:ph type="subTitle" idx="4"/>
          </p:nvPr>
        </p:nvSpPr>
        <p:spPr>
          <a:xfrm>
            <a:off x="1664208" y="1792224"/>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29" name="Google Shape;629;p13"/>
          <p:cNvSpPr txBox="1">
            <a:spLocks noGrp="1"/>
          </p:cNvSpPr>
          <p:nvPr>
            <p:ph type="subTitle" idx="5"/>
          </p:nvPr>
        </p:nvSpPr>
        <p:spPr>
          <a:xfrm>
            <a:off x="1664208" y="2587752"/>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0" name="Google Shape;630;p13"/>
          <p:cNvSpPr txBox="1">
            <a:spLocks noGrp="1"/>
          </p:cNvSpPr>
          <p:nvPr>
            <p:ph type="subTitle" idx="6"/>
          </p:nvPr>
        </p:nvSpPr>
        <p:spPr>
          <a:xfrm>
            <a:off x="1664208" y="2871216"/>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1" name="Google Shape;631;p13"/>
          <p:cNvSpPr txBox="1">
            <a:spLocks noGrp="1"/>
          </p:cNvSpPr>
          <p:nvPr>
            <p:ph type="subTitle" idx="7"/>
          </p:nvPr>
        </p:nvSpPr>
        <p:spPr>
          <a:xfrm>
            <a:off x="1664208" y="3666744"/>
            <a:ext cx="2615100" cy="384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32" name="Google Shape;632;p13"/>
          <p:cNvSpPr txBox="1">
            <a:spLocks noGrp="1"/>
          </p:cNvSpPr>
          <p:nvPr>
            <p:ph type="subTitle" idx="8"/>
          </p:nvPr>
        </p:nvSpPr>
        <p:spPr>
          <a:xfrm>
            <a:off x="1664208" y="3950208"/>
            <a:ext cx="2615100" cy="576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33" name="Google Shape;633;p13"/>
          <p:cNvSpPr txBox="1">
            <a:spLocks noGrp="1"/>
          </p:cNvSpPr>
          <p:nvPr>
            <p:ph type="title" idx="9" hasCustomPrompt="1"/>
          </p:nvPr>
        </p:nvSpPr>
        <p:spPr>
          <a:xfrm>
            <a:off x="813816" y="722376"/>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4" name="Google Shape;634;p13"/>
          <p:cNvSpPr txBox="1">
            <a:spLocks noGrp="1"/>
          </p:cNvSpPr>
          <p:nvPr>
            <p:ph type="title" idx="13" hasCustomPrompt="1"/>
          </p:nvPr>
        </p:nvSpPr>
        <p:spPr>
          <a:xfrm>
            <a:off x="813816" y="1801368"/>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5" name="Google Shape;635;p13"/>
          <p:cNvSpPr txBox="1">
            <a:spLocks noGrp="1"/>
          </p:cNvSpPr>
          <p:nvPr>
            <p:ph type="title" idx="14" hasCustomPrompt="1"/>
          </p:nvPr>
        </p:nvSpPr>
        <p:spPr>
          <a:xfrm>
            <a:off x="813816" y="2880360"/>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
        <p:nvSpPr>
          <p:cNvPr id="636" name="Google Shape;636;p13"/>
          <p:cNvSpPr txBox="1">
            <a:spLocks noGrp="1"/>
          </p:cNvSpPr>
          <p:nvPr>
            <p:ph type="title" idx="15" hasCustomPrompt="1"/>
          </p:nvPr>
        </p:nvSpPr>
        <p:spPr>
          <a:xfrm>
            <a:off x="813816" y="3959352"/>
            <a:ext cx="457200" cy="3474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2000"/>
              <a:buNone/>
              <a:defRPr sz="2000">
                <a:solidFill>
                  <a:schemeClr val="lt1"/>
                </a:solidFill>
              </a:defRPr>
            </a:lvl1pPr>
            <a:lvl2pPr lvl="1" algn="ctr" rtl="0">
              <a:spcBef>
                <a:spcPts val="0"/>
              </a:spcBef>
              <a:spcAft>
                <a:spcPts val="0"/>
              </a:spcAft>
              <a:buClr>
                <a:schemeClr val="lt1"/>
              </a:buClr>
              <a:buSzPts val="2000"/>
              <a:buNone/>
              <a:defRPr sz="2000">
                <a:solidFill>
                  <a:schemeClr val="lt1"/>
                </a:solidFill>
              </a:defRPr>
            </a:lvl2pPr>
            <a:lvl3pPr lvl="2" algn="ctr" rtl="0">
              <a:spcBef>
                <a:spcPts val="0"/>
              </a:spcBef>
              <a:spcAft>
                <a:spcPts val="0"/>
              </a:spcAft>
              <a:buClr>
                <a:schemeClr val="lt1"/>
              </a:buClr>
              <a:buSzPts val="2000"/>
              <a:buNone/>
              <a:defRPr sz="2000">
                <a:solidFill>
                  <a:schemeClr val="lt1"/>
                </a:solidFill>
              </a:defRPr>
            </a:lvl3pPr>
            <a:lvl4pPr lvl="3" algn="ctr" rtl="0">
              <a:spcBef>
                <a:spcPts val="0"/>
              </a:spcBef>
              <a:spcAft>
                <a:spcPts val="0"/>
              </a:spcAft>
              <a:buClr>
                <a:schemeClr val="lt1"/>
              </a:buClr>
              <a:buSzPts val="2000"/>
              <a:buNone/>
              <a:defRPr sz="2000">
                <a:solidFill>
                  <a:schemeClr val="lt1"/>
                </a:solidFill>
              </a:defRPr>
            </a:lvl4pPr>
            <a:lvl5pPr lvl="4" algn="ctr" rtl="0">
              <a:spcBef>
                <a:spcPts val="0"/>
              </a:spcBef>
              <a:spcAft>
                <a:spcPts val="0"/>
              </a:spcAft>
              <a:buClr>
                <a:schemeClr val="lt1"/>
              </a:buClr>
              <a:buSzPts val="2000"/>
              <a:buNone/>
              <a:defRPr sz="2000">
                <a:solidFill>
                  <a:schemeClr val="lt1"/>
                </a:solidFill>
              </a:defRPr>
            </a:lvl5pPr>
            <a:lvl6pPr lvl="5" algn="ctr" rtl="0">
              <a:spcBef>
                <a:spcPts val="0"/>
              </a:spcBef>
              <a:spcAft>
                <a:spcPts val="0"/>
              </a:spcAft>
              <a:buClr>
                <a:schemeClr val="lt1"/>
              </a:buClr>
              <a:buSzPts val="2000"/>
              <a:buNone/>
              <a:defRPr sz="2000">
                <a:solidFill>
                  <a:schemeClr val="lt1"/>
                </a:solidFill>
              </a:defRPr>
            </a:lvl6pPr>
            <a:lvl7pPr lvl="6" algn="ctr" rtl="0">
              <a:spcBef>
                <a:spcPts val="0"/>
              </a:spcBef>
              <a:spcAft>
                <a:spcPts val="0"/>
              </a:spcAft>
              <a:buClr>
                <a:schemeClr val="lt1"/>
              </a:buClr>
              <a:buSzPts val="2000"/>
              <a:buNone/>
              <a:defRPr sz="2000">
                <a:solidFill>
                  <a:schemeClr val="lt1"/>
                </a:solidFill>
              </a:defRPr>
            </a:lvl7pPr>
            <a:lvl8pPr lvl="7" algn="ctr" rtl="0">
              <a:spcBef>
                <a:spcPts val="0"/>
              </a:spcBef>
              <a:spcAft>
                <a:spcPts val="0"/>
              </a:spcAft>
              <a:buClr>
                <a:schemeClr val="lt1"/>
              </a:buClr>
              <a:buSzPts val="2000"/>
              <a:buNone/>
              <a:defRPr sz="2000">
                <a:solidFill>
                  <a:schemeClr val="lt1"/>
                </a:solidFill>
              </a:defRPr>
            </a:lvl8pPr>
            <a:lvl9pPr lvl="8" algn="ctr" rtl="0">
              <a:spcBef>
                <a:spcPts val="0"/>
              </a:spcBef>
              <a:spcAft>
                <a:spcPts val="0"/>
              </a:spcAft>
              <a:buClr>
                <a:schemeClr val="lt1"/>
              </a:buClr>
              <a:buSzPts val="2000"/>
              <a:buNone/>
              <a:defRPr sz="2000">
                <a:solidFill>
                  <a:schemeClr val="lt1"/>
                </a:solidFill>
              </a:defRPr>
            </a:lvl9pPr>
          </a:lstStyle>
          <a:p>
            <a:r>
              <a:t>xx%</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hree columns of text">
  <p:cSld name="CUSTOM_1">
    <p:spTree>
      <p:nvGrpSpPr>
        <p:cNvPr id="1" name="Shape 637"/>
        <p:cNvGrpSpPr/>
        <p:nvPr/>
      </p:nvGrpSpPr>
      <p:grpSpPr>
        <a:xfrm>
          <a:off x="0" y="0"/>
          <a:ext cx="0" cy="0"/>
          <a:chOff x="0" y="0"/>
          <a:chExt cx="0" cy="0"/>
        </a:xfrm>
      </p:grpSpPr>
      <p:sp>
        <p:nvSpPr>
          <p:cNvPr id="638" name="Google Shape;638;p14"/>
          <p:cNvSpPr txBox="1">
            <a:spLocks noGrp="1"/>
          </p:cNvSpPr>
          <p:nvPr>
            <p:ph type="title"/>
          </p:nvPr>
        </p:nvSpPr>
        <p:spPr>
          <a:xfrm>
            <a:off x="1719072" y="338328"/>
            <a:ext cx="5577900" cy="5943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39" name="Google Shape;639;p14"/>
          <p:cNvSpPr txBox="1">
            <a:spLocks noGrp="1"/>
          </p:cNvSpPr>
          <p:nvPr>
            <p:ph type="subTitle" idx="1"/>
          </p:nvPr>
        </p:nvSpPr>
        <p:spPr>
          <a:xfrm>
            <a:off x="3694176"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0" name="Google Shape;640;p14"/>
          <p:cNvSpPr txBox="1">
            <a:spLocks noGrp="1"/>
          </p:cNvSpPr>
          <p:nvPr>
            <p:ph type="subTitle" idx="2"/>
          </p:nvPr>
        </p:nvSpPr>
        <p:spPr>
          <a:xfrm>
            <a:off x="1024128"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1" name="Google Shape;641;p14"/>
          <p:cNvSpPr txBox="1">
            <a:spLocks noGrp="1"/>
          </p:cNvSpPr>
          <p:nvPr>
            <p:ph type="subTitle" idx="3"/>
          </p:nvPr>
        </p:nvSpPr>
        <p:spPr>
          <a:xfrm>
            <a:off x="6355080" y="2414016"/>
            <a:ext cx="1764900" cy="32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42" name="Google Shape;642;p14"/>
          <p:cNvSpPr txBox="1">
            <a:spLocks noGrp="1"/>
          </p:cNvSpPr>
          <p:nvPr>
            <p:ph type="subTitle" idx="4"/>
          </p:nvPr>
        </p:nvSpPr>
        <p:spPr>
          <a:xfrm>
            <a:off x="3694176"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3" name="Google Shape;643;p14"/>
          <p:cNvSpPr txBox="1">
            <a:spLocks noGrp="1"/>
          </p:cNvSpPr>
          <p:nvPr>
            <p:ph type="subTitle" idx="5"/>
          </p:nvPr>
        </p:nvSpPr>
        <p:spPr>
          <a:xfrm>
            <a:off x="1024128"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644" name="Google Shape;644;p14"/>
          <p:cNvSpPr txBox="1">
            <a:spLocks noGrp="1"/>
          </p:cNvSpPr>
          <p:nvPr>
            <p:ph type="subTitle" idx="6"/>
          </p:nvPr>
        </p:nvSpPr>
        <p:spPr>
          <a:xfrm>
            <a:off x="6355080" y="2825496"/>
            <a:ext cx="1764900" cy="10791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grpSp>
        <p:nvGrpSpPr>
          <p:cNvPr id="645" name="Google Shape;645;p14"/>
          <p:cNvGrpSpPr/>
          <p:nvPr/>
        </p:nvGrpSpPr>
        <p:grpSpPr>
          <a:xfrm>
            <a:off x="261711" y="-1158"/>
            <a:ext cx="8550326" cy="3981600"/>
            <a:chOff x="261711" y="-1158"/>
            <a:chExt cx="8550326" cy="3981600"/>
          </a:xfrm>
        </p:grpSpPr>
        <p:cxnSp>
          <p:nvCxnSpPr>
            <p:cNvPr id="646" name="Google Shape;646;p14"/>
            <p:cNvCxnSpPr/>
            <p:nvPr/>
          </p:nvCxnSpPr>
          <p:spPr>
            <a:xfrm>
              <a:off x="515925" y="-1158"/>
              <a:ext cx="0" cy="3981600"/>
            </a:xfrm>
            <a:prstGeom prst="straightConnector1">
              <a:avLst/>
            </a:prstGeom>
            <a:noFill/>
            <a:ln w="9525" cap="flat" cmpd="sng">
              <a:solidFill>
                <a:schemeClr val="dk1"/>
              </a:solidFill>
              <a:prstDash val="solid"/>
              <a:round/>
              <a:headEnd type="none" w="med" len="med"/>
              <a:tailEnd type="none" w="med" len="med"/>
            </a:ln>
          </p:spPr>
        </p:cxnSp>
        <p:cxnSp>
          <p:nvCxnSpPr>
            <p:cNvPr id="647" name="Google Shape;647;p14"/>
            <p:cNvCxnSpPr/>
            <p:nvPr/>
          </p:nvCxnSpPr>
          <p:spPr>
            <a:xfrm>
              <a:off x="8666025" y="-1158"/>
              <a:ext cx="0" cy="1902000"/>
            </a:xfrm>
            <a:prstGeom prst="straightConnector1">
              <a:avLst/>
            </a:prstGeom>
            <a:noFill/>
            <a:ln w="9525" cap="flat" cmpd="sng">
              <a:solidFill>
                <a:schemeClr val="dk1"/>
              </a:solidFill>
              <a:prstDash val="solid"/>
              <a:round/>
              <a:headEnd type="none" w="med" len="med"/>
              <a:tailEnd type="none" w="med" len="med"/>
            </a:ln>
          </p:spPr>
        </p:cxnSp>
        <p:grpSp>
          <p:nvGrpSpPr>
            <p:cNvPr id="648" name="Google Shape;648;p14"/>
            <p:cNvGrpSpPr/>
            <p:nvPr/>
          </p:nvGrpSpPr>
          <p:grpSpPr>
            <a:xfrm rot="10800000">
              <a:off x="343275" y="3300779"/>
              <a:ext cx="344736" cy="345385"/>
              <a:chOff x="7353050" y="316275"/>
              <a:chExt cx="292025" cy="292575"/>
            </a:xfrm>
          </p:grpSpPr>
          <p:sp>
            <p:nvSpPr>
              <p:cNvPr id="649" name="Google Shape;649;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1" name="Google Shape;651;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2" name="Google Shape;652;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3" name="Google Shape;653;p14"/>
            <p:cNvGrpSpPr/>
            <p:nvPr/>
          </p:nvGrpSpPr>
          <p:grpSpPr>
            <a:xfrm rot="10800000">
              <a:off x="8520013" y="714742"/>
              <a:ext cx="292025" cy="292575"/>
              <a:chOff x="7353050" y="316275"/>
              <a:chExt cx="292025" cy="292575"/>
            </a:xfrm>
          </p:grpSpPr>
          <p:sp>
            <p:nvSpPr>
              <p:cNvPr id="654" name="Google Shape;654;p1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1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1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1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58" name="Google Shape;658;p14"/>
            <p:cNvGrpSpPr/>
            <p:nvPr/>
          </p:nvGrpSpPr>
          <p:grpSpPr>
            <a:xfrm rot="10800000">
              <a:off x="261711" y="465077"/>
              <a:ext cx="507562" cy="507984"/>
              <a:chOff x="8064275" y="887850"/>
              <a:chExt cx="581800" cy="582350"/>
            </a:xfrm>
          </p:grpSpPr>
          <p:sp>
            <p:nvSpPr>
              <p:cNvPr id="659" name="Google Shape;659;p1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0" name="Google Shape;660;p1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1" name="Google Shape;661;p1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2" name="Google Shape;662;p1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3" name="Google Shape;663;p1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1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Four columns of text">
  <p:cSld name="CUSTOM_2">
    <p:spTree>
      <p:nvGrpSpPr>
        <p:cNvPr id="1" name="Shape 665"/>
        <p:cNvGrpSpPr/>
        <p:nvPr/>
      </p:nvGrpSpPr>
      <p:grpSpPr>
        <a:xfrm>
          <a:off x="0" y="0"/>
          <a:ext cx="0" cy="0"/>
          <a:chOff x="0" y="0"/>
          <a:chExt cx="0" cy="0"/>
        </a:xfrm>
      </p:grpSpPr>
      <p:sp>
        <p:nvSpPr>
          <p:cNvPr id="666" name="Google Shape;666;p15"/>
          <p:cNvSpPr txBox="1">
            <a:spLocks noGrp="1"/>
          </p:cNvSpPr>
          <p:nvPr>
            <p:ph type="title"/>
          </p:nvPr>
        </p:nvSpPr>
        <p:spPr>
          <a:xfrm>
            <a:off x="1568775" y="442350"/>
            <a:ext cx="6006300" cy="595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667" name="Google Shape;667;p15"/>
          <p:cNvSpPr txBox="1">
            <a:spLocks noGrp="1"/>
          </p:cNvSpPr>
          <p:nvPr>
            <p:ph type="subTitle" idx="1"/>
          </p:nvPr>
        </p:nvSpPr>
        <p:spPr>
          <a:xfrm>
            <a:off x="1709928" y="1545336"/>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68" name="Google Shape;668;p15"/>
          <p:cNvSpPr txBox="1">
            <a:spLocks noGrp="1"/>
          </p:cNvSpPr>
          <p:nvPr>
            <p:ph type="subTitle" idx="2"/>
          </p:nvPr>
        </p:nvSpPr>
        <p:spPr>
          <a:xfrm>
            <a:off x="1709928" y="1938528"/>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69" name="Google Shape;669;p15"/>
          <p:cNvSpPr txBox="1">
            <a:spLocks noGrp="1"/>
          </p:cNvSpPr>
          <p:nvPr>
            <p:ph type="subTitle" idx="3"/>
          </p:nvPr>
        </p:nvSpPr>
        <p:spPr>
          <a:xfrm>
            <a:off x="5468112" y="1545336"/>
            <a:ext cx="19476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0" name="Google Shape;670;p15"/>
          <p:cNvSpPr txBox="1">
            <a:spLocks noGrp="1"/>
          </p:cNvSpPr>
          <p:nvPr>
            <p:ph type="subTitle" idx="4"/>
          </p:nvPr>
        </p:nvSpPr>
        <p:spPr>
          <a:xfrm>
            <a:off x="5468112" y="1938528"/>
            <a:ext cx="19476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1" name="Google Shape;671;p15"/>
          <p:cNvSpPr txBox="1">
            <a:spLocks noGrp="1"/>
          </p:cNvSpPr>
          <p:nvPr>
            <p:ph type="subTitle" idx="5"/>
          </p:nvPr>
        </p:nvSpPr>
        <p:spPr>
          <a:xfrm>
            <a:off x="2825496" y="3200400"/>
            <a:ext cx="19452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2" name="Google Shape;672;p15"/>
          <p:cNvSpPr txBox="1">
            <a:spLocks noGrp="1"/>
          </p:cNvSpPr>
          <p:nvPr>
            <p:ph type="subTitle" idx="6"/>
          </p:nvPr>
        </p:nvSpPr>
        <p:spPr>
          <a:xfrm>
            <a:off x="2825496" y="3593592"/>
            <a:ext cx="19452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sp>
        <p:nvSpPr>
          <p:cNvPr id="673" name="Google Shape;673;p15"/>
          <p:cNvSpPr txBox="1">
            <a:spLocks noGrp="1"/>
          </p:cNvSpPr>
          <p:nvPr>
            <p:ph type="subTitle" idx="7"/>
          </p:nvPr>
        </p:nvSpPr>
        <p:spPr>
          <a:xfrm>
            <a:off x="6464808" y="3200400"/>
            <a:ext cx="1993500" cy="375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4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674" name="Google Shape;674;p15"/>
          <p:cNvSpPr txBox="1">
            <a:spLocks noGrp="1"/>
          </p:cNvSpPr>
          <p:nvPr>
            <p:ph type="subTitle" idx="8"/>
          </p:nvPr>
        </p:nvSpPr>
        <p:spPr>
          <a:xfrm>
            <a:off x="6464808" y="3593592"/>
            <a:ext cx="1993500" cy="7590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2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2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2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2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2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2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2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2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200">
                <a:solidFill>
                  <a:schemeClr val="dk2"/>
                </a:solidFill>
                <a:latin typeface="Barlow Semi Condensed"/>
                <a:ea typeface="Barlow Semi Condensed"/>
                <a:cs typeface="Barlow Semi Condensed"/>
                <a:sym typeface="Barlow Semi Condensed"/>
              </a:defRPr>
            </a:lvl9pPr>
          </a:lstStyle>
          <a:p>
            <a:endParaRPr/>
          </a:p>
        </p:txBody>
      </p:sp>
      <p:cxnSp>
        <p:nvCxnSpPr>
          <p:cNvPr id="675" name="Google Shape;675;p15"/>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676" name="Google Shape;676;p15"/>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677" name="Google Shape;677;p15"/>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678" name="Google Shape;678;p15"/>
          <p:cNvGrpSpPr/>
          <p:nvPr/>
        </p:nvGrpSpPr>
        <p:grpSpPr>
          <a:xfrm flipH="1">
            <a:off x="423750" y="125363"/>
            <a:ext cx="292025" cy="292575"/>
            <a:chOff x="7353050" y="316275"/>
            <a:chExt cx="292025" cy="292575"/>
          </a:xfrm>
        </p:grpSpPr>
        <p:sp>
          <p:nvSpPr>
            <p:cNvPr id="679" name="Google Shape;679;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83" name="Google Shape;683;p15"/>
          <p:cNvGrpSpPr/>
          <p:nvPr/>
        </p:nvGrpSpPr>
        <p:grpSpPr>
          <a:xfrm>
            <a:off x="1638739" y="558163"/>
            <a:ext cx="293111" cy="293388"/>
            <a:chOff x="3164039" y="430875"/>
            <a:chExt cx="293111" cy="293388"/>
          </a:xfrm>
        </p:grpSpPr>
        <p:sp>
          <p:nvSpPr>
            <p:cNvPr id="684" name="Google Shape;684;p15"/>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15"/>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15"/>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15"/>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15"/>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15"/>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90" name="Google Shape;690;p15"/>
          <p:cNvGrpSpPr/>
          <p:nvPr/>
        </p:nvGrpSpPr>
        <p:grpSpPr>
          <a:xfrm>
            <a:off x="1591750" y="362600"/>
            <a:ext cx="175013" cy="27000"/>
            <a:chOff x="5662375" y="212375"/>
            <a:chExt cx="175013" cy="27000"/>
          </a:xfrm>
        </p:grpSpPr>
        <p:sp>
          <p:nvSpPr>
            <p:cNvPr id="691" name="Google Shape;691;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694" name="Google Shape;694;p15"/>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695" name="Google Shape;695;p15"/>
          <p:cNvGrpSpPr/>
          <p:nvPr/>
        </p:nvGrpSpPr>
        <p:grpSpPr>
          <a:xfrm>
            <a:off x="7823875" y="202375"/>
            <a:ext cx="581800" cy="582350"/>
            <a:chOff x="8064275" y="887850"/>
            <a:chExt cx="581800" cy="582350"/>
          </a:xfrm>
        </p:grpSpPr>
        <p:sp>
          <p:nvSpPr>
            <p:cNvPr id="696" name="Google Shape;696;p1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1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1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1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1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1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2" name="Google Shape;702;p15"/>
          <p:cNvGrpSpPr/>
          <p:nvPr/>
        </p:nvGrpSpPr>
        <p:grpSpPr>
          <a:xfrm flipH="1">
            <a:off x="8698650" y="1117488"/>
            <a:ext cx="292025" cy="292575"/>
            <a:chOff x="7353050" y="316275"/>
            <a:chExt cx="292025" cy="292575"/>
          </a:xfrm>
        </p:grpSpPr>
        <p:sp>
          <p:nvSpPr>
            <p:cNvPr id="703" name="Google Shape;703;p1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1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1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1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07" name="Google Shape;707;p15"/>
          <p:cNvGrpSpPr/>
          <p:nvPr/>
        </p:nvGrpSpPr>
        <p:grpSpPr>
          <a:xfrm>
            <a:off x="8678350" y="1581800"/>
            <a:ext cx="175013" cy="27000"/>
            <a:chOff x="5662375" y="212375"/>
            <a:chExt cx="175013" cy="27000"/>
          </a:xfrm>
        </p:grpSpPr>
        <p:sp>
          <p:nvSpPr>
            <p:cNvPr id="708" name="Google Shape;708;p15"/>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15"/>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15"/>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hree columns of text 2">
  <p:cSld name="CUSTOM_7">
    <p:spTree>
      <p:nvGrpSpPr>
        <p:cNvPr id="1" name="Shape 711"/>
        <p:cNvGrpSpPr/>
        <p:nvPr/>
      </p:nvGrpSpPr>
      <p:grpSpPr>
        <a:xfrm>
          <a:off x="0" y="0"/>
          <a:ext cx="0" cy="0"/>
          <a:chOff x="0" y="0"/>
          <a:chExt cx="0" cy="0"/>
        </a:xfrm>
      </p:grpSpPr>
      <p:cxnSp>
        <p:nvCxnSpPr>
          <p:cNvPr id="712" name="Google Shape;712;p16"/>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sp>
        <p:nvSpPr>
          <p:cNvPr id="713" name="Google Shape;713;p16"/>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714" name="Google Shape;714;p16"/>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715" name="Google Shape;715;p16"/>
          <p:cNvGrpSpPr/>
          <p:nvPr/>
        </p:nvGrpSpPr>
        <p:grpSpPr>
          <a:xfrm flipH="1">
            <a:off x="431725" y="4183775"/>
            <a:ext cx="292025" cy="292575"/>
            <a:chOff x="7353050" y="316275"/>
            <a:chExt cx="292025" cy="292575"/>
          </a:xfrm>
        </p:grpSpPr>
        <p:sp>
          <p:nvSpPr>
            <p:cNvPr id="716" name="Google Shape;716;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20" name="Google Shape;720;p16"/>
          <p:cNvGrpSpPr/>
          <p:nvPr/>
        </p:nvGrpSpPr>
        <p:grpSpPr>
          <a:xfrm>
            <a:off x="1075789" y="4604675"/>
            <a:ext cx="293111" cy="293388"/>
            <a:chOff x="3164039" y="430875"/>
            <a:chExt cx="293111" cy="293388"/>
          </a:xfrm>
        </p:grpSpPr>
        <p:sp>
          <p:nvSpPr>
            <p:cNvPr id="721" name="Google Shape;721;p1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1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1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1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1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1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727" name="Google Shape;727;p16"/>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728" name="Google Shape;728;p16"/>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729" name="Google Shape;729;p16"/>
          <p:cNvGrpSpPr/>
          <p:nvPr/>
        </p:nvGrpSpPr>
        <p:grpSpPr>
          <a:xfrm>
            <a:off x="8064275" y="526925"/>
            <a:ext cx="581800" cy="582350"/>
            <a:chOff x="8064275" y="887850"/>
            <a:chExt cx="581800" cy="582350"/>
          </a:xfrm>
        </p:grpSpPr>
        <p:sp>
          <p:nvSpPr>
            <p:cNvPr id="730" name="Google Shape;730;p1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1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1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1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1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1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36" name="Google Shape;736;p16"/>
          <p:cNvGrpSpPr/>
          <p:nvPr/>
        </p:nvGrpSpPr>
        <p:grpSpPr>
          <a:xfrm>
            <a:off x="7033875" y="170875"/>
            <a:ext cx="292025" cy="292575"/>
            <a:chOff x="7353050" y="316275"/>
            <a:chExt cx="292025" cy="292575"/>
          </a:xfrm>
        </p:grpSpPr>
        <p:sp>
          <p:nvSpPr>
            <p:cNvPr id="737" name="Google Shape;737;p1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1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1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1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1" name="Google Shape;741;p16"/>
          <p:cNvGrpSpPr/>
          <p:nvPr/>
        </p:nvGrpSpPr>
        <p:grpSpPr>
          <a:xfrm>
            <a:off x="8757950" y="229650"/>
            <a:ext cx="175000" cy="175000"/>
            <a:chOff x="8792300" y="321275"/>
            <a:chExt cx="175000" cy="175000"/>
          </a:xfrm>
        </p:grpSpPr>
        <p:sp>
          <p:nvSpPr>
            <p:cNvPr id="742" name="Google Shape;742;p16"/>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16"/>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16"/>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16"/>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46" name="Google Shape;746;p16"/>
          <p:cNvGrpSpPr/>
          <p:nvPr/>
        </p:nvGrpSpPr>
        <p:grpSpPr>
          <a:xfrm>
            <a:off x="8490050" y="170875"/>
            <a:ext cx="175013" cy="27000"/>
            <a:chOff x="5662375" y="212375"/>
            <a:chExt cx="175013" cy="27000"/>
          </a:xfrm>
        </p:grpSpPr>
        <p:sp>
          <p:nvSpPr>
            <p:cNvPr id="747" name="Google Shape;747;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0" name="Google Shape;750;p16"/>
          <p:cNvGrpSpPr/>
          <p:nvPr/>
        </p:nvGrpSpPr>
        <p:grpSpPr>
          <a:xfrm>
            <a:off x="7916350" y="1124600"/>
            <a:ext cx="175013" cy="27000"/>
            <a:chOff x="5662375" y="212375"/>
            <a:chExt cx="175013" cy="27000"/>
          </a:xfrm>
        </p:grpSpPr>
        <p:sp>
          <p:nvSpPr>
            <p:cNvPr id="751" name="Google Shape;751;p16"/>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16"/>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16"/>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54" name="Google Shape;754;p16"/>
          <p:cNvSpPr txBox="1">
            <a:spLocks noGrp="1"/>
          </p:cNvSpPr>
          <p:nvPr>
            <p:ph type="subTitle" idx="1"/>
          </p:nvPr>
        </p:nvSpPr>
        <p:spPr>
          <a:xfrm>
            <a:off x="6217920"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5" name="Google Shape;755;p16"/>
          <p:cNvSpPr txBox="1">
            <a:spLocks noGrp="1"/>
          </p:cNvSpPr>
          <p:nvPr>
            <p:ph type="subTitle" idx="2"/>
          </p:nvPr>
        </p:nvSpPr>
        <p:spPr>
          <a:xfrm>
            <a:off x="3749040" y="1252728"/>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6" name="Google Shape;756;p16"/>
          <p:cNvSpPr txBox="1">
            <a:spLocks noGrp="1"/>
          </p:cNvSpPr>
          <p:nvPr>
            <p:ph type="subTitle" idx="3"/>
          </p:nvPr>
        </p:nvSpPr>
        <p:spPr>
          <a:xfrm>
            <a:off x="1289304" y="1819656"/>
            <a:ext cx="1636800" cy="3567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57" name="Google Shape;757;p16"/>
          <p:cNvSpPr txBox="1">
            <a:spLocks noGrp="1"/>
          </p:cNvSpPr>
          <p:nvPr>
            <p:ph type="subTitle" idx="4"/>
          </p:nvPr>
        </p:nvSpPr>
        <p:spPr>
          <a:xfrm>
            <a:off x="6217920" y="2139696"/>
            <a:ext cx="1636800" cy="8778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defRPr>
            </a:lvl1pPr>
            <a:lvl2pPr lvl="1" algn="ctr" rtl="0">
              <a:spcBef>
                <a:spcPts val="0"/>
              </a:spcBef>
              <a:spcAft>
                <a:spcPts val="0"/>
              </a:spcAft>
              <a:buNone/>
              <a:defRPr sz="1600">
                <a:solidFill>
                  <a:schemeClr val="dk2"/>
                </a:solidFill>
              </a:defRPr>
            </a:lvl2pPr>
            <a:lvl3pPr lvl="2" algn="ctr" rtl="0">
              <a:spcBef>
                <a:spcPts val="0"/>
              </a:spcBef>
              <a:spcAft>
                <a:spcPts val="0"/>
              </a:spcAft>
              <a:buNone/>
              <a:defRPr sz="1600">
                <a:solidFill>
                  <a:schemeClr val="dk2"/>
                </a:solidFill>
              </a:defRPr>
            </a:lvl3pPr>
            <a:lvl4pPr lvl="3" algn="ctr" rtl="0">
              <a:spcBef>
                <a:spcPts val="0"/>
              </a:spcBef>
              <a:spcAft>
                <a:spcPts val="0"/>
              </a:spcAft>
              <a:buNone/>
              <a:defRPr sz="1600">
                <a:solidFill>
                  <a:schemeClr val="dk2"/>
                </a:solidFill>
              </a:defRPr>
            </a:lvl4pPr>
            <a:lvl5pPr lvl="4" algn="ctr" rtl="0">
              <a:spcBef>
                <a:spcPts val="0"/>
              </a:spcBef>
              <a:spcAft>
                <a:spcPts val="0"/>
              </a:spcAft>
              <a:buNone/>
              <a:defRPr sz="1600">
                <a:solidFill>
                  <a:schemeClr val="dk2"/>
                </a:solidFill>
              </a:defRPr>
            </a:lvl5pPr>
            <a:lvl6pPr lvl="5" algn="ctr" rtl="0">
              <a:spcBef>
                <a:spcPts val="0"/>
              </a:spcBef>
              <a:spcAft>
                <a:spcPts val="0"/>
              </a:spcAft>
              <a:buNone/>
              <a:defRPr sz="1600">
                <a:solidFill>
                  <a:schemeClr val="dk2"/>
                </a:solidFill>
              </a:defRPr>
            </a:lvl6pPr>
            <a:lvl7pPr lvl="6" algn="ctr" rtl="0">
              <a:spcBef>
                <a:spcPts val="0"/>
              </a:spcBef>
              <a:spcAft>
                <a:spcPts val="0"/>
              </a:spcAft>
              <a:buNone/>
              <a:defRPr sz="1600">
                <a:solidFill>
                  <a:schemeClr val="dk2"/>
                </a:solidFill>
              </a:defRPr>
            </a:lvl7pPr>
            <a:lvl8pPr lvl="7" algn="ctr" rtl="0">
              <a:spcBef>
                <a:spcPts val="0"/>
              </a:spcBef>
              <a:spcAft>
                <a:spcPts val="0"/>
              </a:spcAft>
              <a:buNone/>
              <a:defRPr sz="1600">
                <a:solidFill>
                  <a:schemeClr val="dk2"/>
                </a:solidFill>
              </a:defRPr>
            </a:lvl8pPr>
            <a:lvl9pPr lvl="8" algn="ctr" rtl="0">
              <a:spcBef>
                <a:spcPts val="0"/>
              </a:spcBef>
              <a:spcAft>
                <a:spcPts val="0"/>
              </a:spcAft>
              <a:buNone/>
              <a:defRPr sz="1600">
                <a:solidFill>
                  <a:schemeClr val="dk2"/>
                </a:solidFill>
              </a:defRPr>
            </a:lvl9pPr>
          </a:lstStyle>
          <a:p>
            <a:endParaRPr/>
          </a:p>
        </p:txBody>
      </p:sp>
      <p:sp>
        <p:nvSpPr>
          <p:cNvPr id="758" name="Google Shape;758;p16"/>
          <p:cNvSpPr txBox="1">
            <a:spLocks noGrp="1"/>
          </p:cNvSpPr>
          <p:nvPr>
            <p:ph type="subTitle" idx="5"/>
          </p:nvPr>
        </p:nvSpPr>
        <p:spPr>
          <a:xfrm>
            <a:off x="3749040" y="1581912"/>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759" name="Google Shape;759;p16"/>
          <p:cNvSpPr txBox="1">
            <a:spLocks noGrp="1"/>
          </p:cNvSpPr>
          <p:nvPr>
            <p:ph type="subTitle" idx="6"/>
          </p:nvPr>
        </p:nvSpPr>
        <p:spPr>
          <a:xfrm>
            <a:off x="1289304" y="2139696"/>
            <a:ext cx="1636800" cy="877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ix columns of text">
  <p:cSld name="CUSTOM_8">
    <p:spTree>
      <p:nvGrpSpPr>
        <p:cNvPr id="1" name="Shape 760"/>
        <p:cNvGrpSpPr/>
        <p:nvPr/>
      </p:nvGrpSpPr>
      <p:grpSpPr>
        <a:xfrm>
          <a:off x="0" y="0"/>
          <a:ext cx="0" cy="0"/>
          <a:chOff x="0" y="0"/>
          <a:chExt cx="0" cy="0"/>
        </a:xfrm>
      </p:grpSpPr>
      <p:sp>
        <p:nvSpPr>
          <p:cNvPr id="761" name="Google Shape;761;p17"/>
          <p:cNvSpPr txBox="1">
            <a:spLocks noGrp="1"/>
          </p:cNvSpPr>
          <p:nvPr>
            <p:ph type="title"/>
          </p:nvPr>
        </p:nvSpPr>
        <p:spPr>
          <a:xfrm>
            <a:off x="3090672" y="338328"/>
            <a:ext cx="2962800" cy="5760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762" name="Google Shape;762;p17"/>
          <p:cNvSpPr txBox="1">
            <a:spLocks noGrp="1"/>
          </p:cNvSpPr>
          <p:nvPr>
            <p:ph type="subTitle" idx="1"/>
          </p:nvPr>
        </p:nvSpPr>
        <p:spPr>
          <a:xfrm>
            <a:off x="152242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3" name="Google Shape;763;p17"/>
          <p:cNvSpPr txBox="1">
            <a:spLocks noGrp="1"/>
          </p:cNvSpPr>
          <p:nvPr>
            <p:ph type="subTitle" idx="2"/>
          </p:nvPr>
        </p:nvSpPr>
        <p:spPr>
          <a:xfrm>
            <a:off x="152242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4" name="Google Shape;764;p17"/>
          <p:cNvSpPr txBox="1">
            <a:spLocks noGrp="1"/>
          </p:cNvSpPr>
          <p:nvPr>
            <p:ph type="subTitle" idx="3"/>
          </p:nvPr>
        </p:nvSpPr>
        <p:spPr>
          <a:xfrm>
            <a:off x="3689552" y="1588336"/>
            <a:ext cx="1764900" cy="4572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5" name="Google Shape;765;p17"/>
          <p:cNvSpPr txBox="1">
            <a:spLocks noGrp="1"/>
          </p:cNvSpPr>
          <p:nvPr>
            <p:ph type="subTitle" idx="4"/>
          </p:nvPr>
        </p:nvSpPr>
        <p:spPr>
          <a:xfrm>
            <a:off x="3689552"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accent1"/>
                </a:solidFill>
                <a:latin typeface="Barlow Semi Condensed"/>
                <a:ea typeface="Barlow Semi Condensed"/>
                <a:cs typeface="Barlow Semi Condensed"/>
                <a:sym typeface="Barlow Semi Condensed"/>
              </a:defRPr>
            </a:lvl9pPr>
          </a:lstStyle>
          <a:p>
            <a:endParaRPr/>
          </a:p>
        </p:txBody>
      </p:sp>
      <p:sp>
        <p:nvSpPr>
          <p:cNvPr id="766" name="Google Shape;766;p17"/>
          <p:cNvSpPr txBox="1">
            <a:spLocks noGrp="1"/>
          </p:cNvSpPr>
          <p:nvPr>
            <p:ph type="subTitle" idx="5"/>
          </p:nvPr>
        </p:nvSpPr>
        <p:spPr>
          <a:xfrm>
            <a:off x="5856675" y="1588336"/>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7" name="Google Shape;767;p17"/>
          <p:cNvSpPr txBox="1">
            <a:spLocks noGrp="1"/>
          </p:cNvSpPr>
          <p:nvPr>
            <p:ph type="subTitle" idx="6"/>
          </p:nvPr>
        </p:nvSpPr>
        <p:spPr>
          <a:xfrm>
            <a:off x="5856675" y="1928169"/>
            <a:ext cx="17649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68" name="Google Shape;768;p17"/>
          <p:cNvSpPr txBox="1">
            <a:spLocks noGrp="1"/>
          </p:cNvSpPr>
          <p:nvPr>
            <p:ph type="subTitle" idx="7"/>
          </p:nvPr>
        </p:nvSpPr>
        <p:spPr>
          <a:xfrm>
            <a:off x="152242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69" name="Google Shape;769;p17"/>
          <p:cNvSpPr txBox="1">
            <a:spLocks noGrp="1"/>
          </p:cNvSpPr>
          <p:nvPr>
            <p:ph type="subTitle" idx="8"/>
          </p:nvPr>
        </p:nvSpPr>
        <p:spPr>
          <a:xfrm>
            <a:off x="152242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0" name="Google Shape;770;p17"/>
          <p:cNvSpPr txBox="1">
            <a:spLocks noGrp="1"/>
          </p:cNvSpPr>
          <p:nvPr>
            <p:ph type="subTitle" idx="9"/>
          </p:nvPr>
        </p:nvSpPr>
        <p:spPr>
          <a:xfrm>
            <a:off x="3597450" y="3215961"/>
            <a:ext cx="19491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1" name="Google Shape;771;p17"/>
          <p:cNvSpPr txBox="1">
            <a:spLocks noGrp="1"/>
          </p:cNvSpPr>
          <p:nvPr>
            <p:ph type="subTitle" idx="13"/>
          </p:nvPr>
        </p:nvSpPr>
        <p:spPr>
          <a:xfrm>
            <a:off x="3597500" y="3556017"/>
            <a:ext cx="19491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772" name="Google Shape;772;p17"/>
          <p:cNvSpPr txBox="1">
            <a:spLocks noGrp="1"/>
          </p:cNvSpPr>
          <p:nvPr>
            <p:ph type="subTitle" idx="14"/>
          </p:nvPr>
        </p:nvSpPr>
        <p:spPr>
          <a:xfrm>
            <a:off x="5856675" y="3215958"/>
            <a:ext cx="1764900" cy="4572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6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773" name="Google Shape;773;p17"/>
          <p:cNvSpPr txBox="1">
            <a:spLocks noGrp="1"/>
          </p:cNvSpPr>
          <p:nvPr>
            <p:ph type="subTitle" idx="15"/>
          </p:nvPr>
        </p:nvSpPr>
        <p:spPr>
          <a:xfrm>
            <a:off x="5856675" y="3556017"/>
            <a:ext cx="1764900" cy="6108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774" name="Google Shape;774;p17"/>
          <p:cNvCxnSpPr/>
          <p:nvPr/>
        </p:nvCxnSpPr>
        <p:spPr>
          <a:xfrm>
            <a:off x="2904283" y="4513075"/>
            <a:ext cx="1133100" cy="306300"/>
          </a:xfrm>
          <a:prstGeom prst="straightConnector1">
            <a:avLst/>
          </a:prstGeom>
          <a:noFill/>
          <a:ln w="9525" cap="flat" cmpd="sng">
            <a:solidFill>
              <a:schemeClr val="dk1"/>
            </a:solidFill>
            <a:prstDash val="solid"/>
            <a:round/>
            <a:headEnd type="none" w="med" len="med"/>
            <a:tailEnd type="none" w="med" len="med"/>
          </a:ln>
        </p:spPr>
      </p:cxnSp>
      <p:cxnSp>
        <p:nvCxnSpPr>
          <p:cNvPr id="775" name="Google Shape;775;p17"/>
          <p:cNvCxnSpPr/>
          <p:nvPr/>
        </p:nvCxnSpPr>
        <p:spPr>
          <a:xfrm rot="10800000" flipH="1">
            <a:off x="1562083" y="4492325"/>
            <a:ext cx="1342200" cy="315300"/>
          </a:xfrm>
          <a:prstGeom prst="straightConnector1">
            <a:avLst/>
          </a:prstGeom>
          <a:noFill/>
          <a:ln w="9525" cap="flat" cmpd="sng">
            <a:solidFill>
              <a:schemeClr val="dk1"/>
            </a:solidFill>
            <a:prstDash val="solid"/>
            <a:round/>
            <a:headEnd type="none" w="med" len="med"/>
            <a:tailEnd type="none" w="med" len="med"/>
          </a:ln>
        </p:spPr>
      </p:cxnSp>
      <p:cxnSp>
        <p:nvCxnSpPr>
          <p:cNvPr id="776" name="Google Shape;776;p17"/>
          <p:cNvCxnSpPr/>
          <p:nvPr/>
        </p:nvCxnSpPr>
        <p:spPr>
          <a:xfrm>
            <a:off x="259558" y="4408000"/>
            <a:ext cx="1332000" cy="392100"/>
          </a:xfrm>
          <a:prstGeom prst="straightConnector1">
            <a:avLst/>
          </a:prstGeom>
          <a:noFill/>
          <a:ln w="9525" cap="flat" cmpd="sng">
            <a:solidFill>
              <a:schemeClr val="dk1"/>
            </a:solidFill>
            <a:prstDash val="solid"/>
            <a:round/>
            <a:headEnd type="none" w="med" len="med"/>
            <a:tailEnd type="none" w="med" len="med"/>
          </a:ln>
        </p:spPr>
      </p:cxnSp>
      <p:cxnSp>
        <p:nvCxnSpPr>
          <p:cNvPr id="777" name="Google Shape;777;p17"/>
          <p:cNvCxnSpPr/>
          <p:nvPr/>
        </p:nvCxnSpPr>
        <p:spPr>
          <a:xfrm>
            <a:off x="-6867" y="3993550"/>
            <a:ext cx="273900" cy="407100"/>
          </a:xfrm>
          <a:prstGeom prst="straightConnector1">
            <a:avLst/>
          </a:prstGeom>
          <a:noFill/>
          <a:ln w="9525" cap="flat" cmpd="sng">
            <a:solidFill>
              <a:schemeClr val="dk1"/>
            </a:solidFill>
            <a:prstDash val="solid"/>
            <a:round/>
            <a:headEnd type="none" w="med" len="med"/>
            <a:tailEnd type="none" w="med" len="med"/>
          </a:ln>
        </p:spPr>
      </p:cxnSp>
      <p:grpSp>
        <p:nvGrpSpPr>
          <p:cNvPr id="778" name="Google Shape;778;p17"/>
          <p:cNvGrpSpPr/>
          <p:nvPr/>
        </p:nvGrpSpPr>
        <p:grpSpPr>
          <a:xfrm flipH="1">
            <a:off x="1278333" y="4513075"/>
            <a:ext cx="581800" cy="582350"/>
            <a:chOff x="8064275" y="887850"/>
            <a:chExt cx="581800" cy="582350"/>
          </a:xfrm>
        </p:grpSpPr>
        <p:sp>
          <p:nvSpPr>
            <p:cNvPr id="779" name="Google Shape;779;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85" name="Google Shape;785;p17"/>
          <p:cNvGrpSpPr/>
          <p:nvPr/>
        </p:nvGrpSpPr>
        <p:grpSpPr>
          <a:xfrm flipH="1">
            <a:off x="2747608" y="4340463"/>
            <a:ext cx="292025" cy="292575"/>
            <a:chOff x="7353050" y="316275"/>
            <a:chExt cx="292025" cy="292575"/>
          </a:xfrm>
        </p:grpSpPr>
        <p:sp>
          <p:nvSpPr>
            <p:cNvPr id="786" name="Google Shape;786;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0" name="Google Shape;790;p17"/>
          <p:cNvGrpSpPr/>
          <p:nvPr/>
        </p:nvGrpSpPr>
        <p:grpSpPr>
          <a:xfrm flipH="1">
            <a:off x="171308" y="4315025"/>
            <a:ext cx="175000" cy="175000"/>
            <a:chOff x="8792300" y="321275"/>
            <a:chExt cx="175000" cy="175000"/>
          </a:xfrm>
        </p:grpSpPr>
        <p:sp>
          <p:nvSpPr>
            <p:cNvPr id="791" name="Google Shape;791;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95" name="Google Shape;795;p17"/>
          <p:cNvGrpSpPr/>
          <p:nvPr/>
        </p:nvGrpSpPr>
        <p:grpSpPr>
          <a:xfrm>
            <a:off x="3873197" y="4657550"/>
            <a:ext cx="293111" cy="293388"/>
            <a:chOff x="3164039" y="430875"/>
            <a:chExt cx="293111" cy="293388"/>
          </a:xfrm>
        </p:grpSpPr>
        <p:sp>
          <p:nvSpPr>
            <p:cNvPr id="796" name="Google Shape;796;p1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1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1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1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1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1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02" name="Google Shape;802;p17"/>
          <p:cNvGrpSpPr/>
          <p:nvPr/>
        </p:nvGrpSpPr>
        <p:grpSpPr>
          <a:xfrm flipH="1">
            <a:off x="242270" y="4142425"/>
            <a:ext cx="175013" cy="27000"/>
            <a:chOff x="5662375" y="212375"/>
            <a:chExt cx="175013" cy="27000"/>
          </a:xfrm>
        </p:grpSpPr>
        <p:sp>
          <p:nvSpPr>
            <p:cNvPr id="803" name="Google Shape;80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06" name="Google Shape;806;p17"/>
          <p:cNvCxnSpPr/>
          <p:nvPr/>
        </p:nvCxnSpPr>
        <p:spPr>
          <a:xfrm rot="10800000">
            <a:off x="5995050" y="226600"/>
            <a:ext cx="1504500" cy="224700"/>
          </a:xfrm>
          <a:prstGeom prst="straightConnector1">
            <a:avLst/>
          </a:prstGeom>
          <a:noFill/>
          <a:ln w="9525" cap="flat" cmpd="sng">
            <a:solidFill>
              <a:schemeClr val="dk1"/>
            </a:solidFill>
            <a:prstDash val="solid"/>
            <a:round/>
            <a:headEnd type="none" w="med" len="med"/>
            <a:tailEnd type="none" w="med" len="med"/>
          </a:ln>
        </p:spPr>
      </p:cxnSp>
      <p:cxnSp>
        <p:nvCxnSpPr>
          <p:cNvPr id="807" name="Google Shape;807;p17"/>
          <p:cNvCxnSpPr/>
          <p:nvPr/>
        </p:nvCxnSpPr>
        <p:spPr>
          <a:xfrm rot="10800000">
            <a:off x="7512925" y="457850"/>
            <a:ext cx="829500" cy="743400"/>
          </a:xfrm>
          <a:prstGeom prst="straightConnector1">
            <a:avLst/>
          </a:prstGeom>
          <a:noFill/>
          <a:ln w="9525" cap="flat" cmpd="sng">
            <a:solidFill>
              <a:schemeClr val="dk1"/>
            </a:solidFill>
            <a:prstDash val="solid"/>
            <a:round/>
            <a:headEnd type="none" w="med" len="med"/>
            <a:tailEnd type="none" w="med" len="med"/>
          </a:ln>
        </p:spPr>
      </p:cxnSp>
      <p:cxnSp>
        <p:nvCxnSpPr>
          <p:cNvPr id="808" name="Google Shape;808;p17"/>
          <p:cNvCxnSpPr/>
          <p:nvPr/>
        </p:nvCxnSpPr>
        <p:spPr>
          <a:xfrm flipH="1">
            <a:off x="8348975" y="-6625"/>
            <a:ext cx="796500" cy="1188000"/>
          </a:xfrm>
          <a:prstGeom prst="straightConnector1">
            <a:avLst/>
          </a:prstGeom>
          <a:noFill/>
          <a:ln w="9525" cap="flat" cmpd="sng">
            <a:solidFill>
              <a:schemeClr val="dk1"/>
            </a:solidFill>
            <a:prstDash val="solid"/>
            <a:round/>
            <a:headEnd type="none" w="med" len="med"/>
            <a:tailEnd type="none" w="med" len="med"/>
          </a:ln>
        </p:spPr>
      </p:cxnSp>
      <p:grpSp>
        <p:nvGrpSpPr>
          <p:cNvPr id="809" name="Google Shape;809;p17"/>
          <p:cNvGrpSpPr/>
          <p:nvPr/>
        </p:nvGrpSpPr>
        <p:grpSpPr>
          <a:xfrm>
            <a:off x="8064275" y="1040250"/>
            <a:ext cx="581800" cy="582350"/>
            <a:chOff x="8064275" y="887850"/>
            <a:chExt cx="581800" cy="582350"/>
          </a:xfrm>
        </p:grpSpPr>
        <p:sp>
          <p:nvSpPr>
            <p:cNvPr id="810" name="Google Shape;810;p1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1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1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1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814;p1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815;p1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16" name="Google Shape;816;p17"/>
          <p:cNvGrpSpPr/>
          <p:nvPr/>
        </p:nvGrpSpPr>
        <p:grpSpPr>
          <a:xfrm>
            <a:off x="7353050" y="316275"/>
            <a:ext cx="292025" cy="292575"/>
            <a:chOff x="7353050" y="316275"/>
            <a:chExt cx="292025" cy="292575"/>
          </a:xfrm>
        </p:grpSpPr>
        <p:sp>
          <p:nvSpPr>
            <p:cNvPr id="817" name="Google Shape;817;p1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818;p1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819;p1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820;p1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21" name="Google Shape;821;p17"/>
          <p:cNvGrpSpPr/>
          <p:nvPr/>
        </p:nvGrpSpPr>
        <p:grpSpPr>
          <a:xfrm>
            <a:off x="8792300" y="321275"/>
            <a:ext cx="175000" cy="175000"/>
            <a:chOff x="8792300" y="321275"/>
            <a:chExt cx="175000" cy="175000"/>
          </a:xfrm>
        </p:grpSpPr>
        <p:sp>
          <p:nvSpPr>
            <p:cNvPr id="822" name="Google Shape;822;p1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823;p1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1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1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26" name="Google Shape;826;p17"/>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17"/>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17"/>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17"/>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17"/>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17"/>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32" name="Google Shape;832;p17"/>
          <p:cNvGrpSpPr/>
          <p:nvPr/>
        </p:nvGrpSpPr>
        <p:grpSpPr>
          <a:xfrm>
            <a:off x="8490050" y="170875"/>
            <a:ext cx="175013" cy="27000"/>
            <a:chOff x="5662375" y="212375"/>
            <a:chExt cx="175013" cy="27000"/>
          </a:xfrm>
        </p:grpSpPr>
        <p:sp>
          <p:nvSpPr>
            <p:cNvPr id="833" name="Google Shape;833;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36" name="Google Shape;836;p17"/>
          <p:cNvGrpSpPr/>
          <p:nvPr/>
        </p:nvGrpSpPr>
        <p:grpSpPr>
          <a:xfrm>
            <a:off x="8678350" y="1658000"/>
            <a:ext cx="175013" cy="27000"/>
            <a:chOff x="5662375" y="212375"/>
            <a:chExt cx="175013" cy="27000"/>
          </a:xfrm>
        </p:grpSpPr>
        <p:sp>
          <p:nvSpPr>
            <p:cNvPr id="837" name="Google Shape;837;p1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1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1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2">
  <p:cSld name="CUSTOM_10">
    <p:spTree>
      <p:nvGrpSpPr>
        <p:cNvPr id="1" name="Shape 840"/>
        <p:cNvGrpSpPr/>
        <p:nvPr/>
      </p:nvGrpSpPr>
      <p:grpSpPr>
        <a:xfrm>
          <a:off x="0" y="0"/>
          <a:ext cx="0" cy="0"/>
          <a:chOff x="0" y="0"/>
          <a:chExt cx="0" cy="0"/>
        </a:xfrm>
      </p:grpSpPr>
      <p:sp>
        <p:nvSpPr>
          <p:cNvPr id="841" name="Google Shape;841;p18"/>
          <p:cNvSpPr txBox="1">
            <a:spLocks noGrp="1"/>
          </p:cNvSpPr>
          <p:nvPr>
            <p:ph type="title"/>
          </p:nvPr>
        </p:nvSpPr>
        <p:spPr>
          <a:xfrm>
            <a:off x="1271016" y="338328"/>
            <a:ext cx="6611100" cy="548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sp>
        <p:nvSpPr>
          <p:cNvPr id="842" name="Google Shape;842;p18"/>
          <p:cNvSpPr txBox="1">
            <a:spLocks noGrp="1"/>
          </p:cNvSpPr>
          <p:nvPr>
            <p:ph type="subTitle" idx="1"/>
          </p:nvPr>
        </p:nvSpPr>
        <p:spPr>
          <a:xfrm>
            <a:off x="4690875" y="1491351"/>
            <a:ext cx="3557100" cy="2656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cxnSp>
        <p:nvCxnSpPr>
          <p:cNvPr id="843" name="Google Shape;843;p18"/>
          <p:cNvCxnSpPr/>
          <p:nvPr/>
        </p:nvCxnSpPr>
        <p:spPr>
          <a:xfrm rot="10800000">
            <a:off x="8109000" y="501275"/>
            <a:ext cx="737700" cy="737700"/>
          </a:xfrm>
          <a:prstGeom prst="straightConnector1">
            <a:avLst/>
          </a:prstGeom>
          <a:noFill/>
          <a:ln w="9525" cap="flat" cmpd="sng">
            <a:solidFill>
              <a:schemeClr val="dk1"/>
            </a:solidFill>
            <a:prstDash val="solid"/>
            <a:round/>
            <a:headEnd type="none" w="med" len="med"/>
            <a:tailEnd type="none" w="med" len="med"/>
          </a:ln>
        </p:spPr>
      </p:cxnSp>
      <p:cxnSp>
        <p:nvCxnSpPr>
          <p:cNvPr id="844" name="Google Shape;844;p18"/>
          <p:cNvCxnSpPr/>
          <p:nvPr/>
        </p:nvCxnSpPr>
        <p:spPr>
          <a:xfrm>
            <a:off x="582475" y="282188"/>
            <a:ext cx="1212900" cy="422700"/>
          </a:xfrm>
          <a:prstGeom prst="straightConnector1">
            <a:avLst/>
          </a:prstGeom>
          <a:noFill/>
          <a:ln w="9525" cap="flat" cmpd="sng">
            <a:solidFill>
              <a:schemeClr val="dk1"/>
            </a:solidFill>
            <a:prstDash val="solid"/>
            <a:round/>
            <a:headEnd type="none" w="med" len="med"/>
            <a:tailEnd type="none" w="med" len="med"/>
          </a:ln>
        </p:spPr>
      </p:cxnSp>
      <p:cxnSp>
        <p:nvCxnSpPr>
          <p:cNvPr id="845" name="Google Shape;845;p18"/>
          <p:cNvCxnSpPr/>
          <p:nvPr/>
        </p:nvCxnSpPr>
        <p:spPr>
          <a:xfrm rot="10800000" flipH="1">
            <a:off x="0" y="274188"/>
            <a:ext cx="582600" cy="654300"/>
          </a:xfrm>
          <a:prstGeom prst="straightConnector1">
            <a:avLst/>
          </a:prstGeom>
          <a:noFill/>
          <a:ln w="9525" cap="flat" cmpd="sng">
            <a:solidFill>
              <a:schemeClr val="dk1"/>
            </a:solidFill>
            <a:prstDash val="solid"/>
            <a:round/>
            <a:headEnd type="none" w="med" len="med"/>
            <a:tailEnd type="none" w="med" len="med"/>
          </a:ln>
        </p:spPr>
      </p:cxnSp>
      <p:grpSp>
        <p:nvGrpSpPr>
          <p:cNvPr id="846" name="Google Shape;846;p18"/>
          <p:cNvGrpSpPr/>
          <p:nvPr/>
        </p:nvGrpSpPr>
        <p:grpSpPr>
          <a:xfrm flipH="1">
            <a:off x="423750" y="125363"/>
            <a:ext cx="292025" cy="292575"/>
            <a:chOff x="7353050" y="316275"/>
            <a:chExt cx="292025" cy="292575"/>
          </a:xfrm>
        </p:grpSpPr>
        <p:sp>
          <p:nvSpPr>
            <p:cNvPr id="847" name="Google Shape;847;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1" name="Google Shape;851;p18"/>
          <p:cNvGrpSpPr/>
          <p:nvPr/>
        </p:nvGrpSpPr>
        <p:grpSpPr>
          <a:xfrm>
            <a:off x="1638739" y="558163"/>
            <a:ext cx="293111" cy="293388"/>
            <a:chOff x="3164039" y="430875"/>
            <a:chExt cx="293111" cy="293388"/>
          </a:xfrm>
        </p:grpSpPr>
        <p:sp>
          <p:nvSpPr>
            <p:cNvPr id="852" name="Google Shape;852;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58" name="Google Shape;858;p18"/>
          <p:cNvGrpSpPr/>
          <p:nvPr/>
        </p:nvGrpSpPr>
        <p:grpSpPr>
          <a:xfrm>
            <a:off x="1591750" y="362600"/>
            <a:ext cx="175013" cy="27000"/>
            <a:chOff x="5662375" y="212375"/>
            <a:chExt cx="175013" cy="27000"/>
          </a:xfrm>
        </p:grpSpPr>
        <p:sp>
          <p:nvSpPr>
            <p:cNvPr id="859" name="Google Shape;859;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62" name="Google Shape;862;p18"/>
          <p:cNvCxnSpPr/>
          <p:nvPr/>
        </p:nvCxnSpPr>
        <p:spPr>
          <a:xfrm flipH="1">
            <a:off x="8151325" y="6875"/>
            <a:ext cx="1002600" cy="494400"/>
          </a:xfrm>
          <a:prstGeom prst="straightConnector1">
            <a:avLst/>
          </a:prstGeom>
          <a:noFill/>
          <a:ln w="9525" cap="flat" cmpd="sng">
            <a:solidFill>
              <a:schemeClr val="dk1"/>
            </a:solidFill>
            <a:prstDash val="solid"/>
            <a:round/>
            <a:headEnd type="none" w="med" len="med"/>
            <a:tailEnd type="none" w="med" len="med"/>
          </a:ln>
        </p:spPr>
      </p:cxnSp>
      <p:grpSp>
        <p:nvGrpSpPr>
          <p:cNvPr id="863" name="Google Shape;863;p18"/>
          <p:cNvGrpSpPr/>
          <p:nvPr/>
        </p:nvGrpSpPr>
        <p:grpSpPr>
          <a:xfrm>
            <a:off x="7823875" y="202375"/>
            <a:ext cx="581800" cy="582350"/>
            <a:chOff x="8064275" y="887850"/>
            <a:chExt cx="581800" cy="582350"/>
          </a:xfrm>
        </p:grpSpPr>
        <p:sp>
          <p:nvSpPr>
            <p:cNvPr id="864" name="Google Shape;86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5" name="Google Shape;86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0" name="Google Shape;870;p18"/>
          <p:cNvGrpSpPr/>
          <p:nvPr/>
        </p:nvGrpSpPr>
        <p:grpSpPr>
          <a:xfrm flipH="1">
            <a:off x="8698650" y="1117488"/>
            <a:ext cx="292025" cy="292575"/>
            <a:chOff x="7353050" y="316275"/>
            <a:chExt cx="292025" cy="292575"/>
          </a:xfrm>
        </p:grpSpPr>
        <p:sp>
          <p:nvSpPr>
            <p:cNvPr id="871" name="Google Shape;87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75" name="Google Shape;875;p18"/>
          <p:cNvGrpSpPr/>
          <p:nvPr/>
        </p:nvGrpSpPr>
        <p:grpSpPr>
          <a:xfrm>
            <a:off x="8678350" y="1581800"/>
            <a:ext cx="175013" cy="27000"/>
            <a:chOff x="5662375" y="212375"/>
            <a:chExt cx="175013" cy="27000"/>
          </a:xfrm>
        </p:grpSpPr>
        <p:sp>
          <p:nvSpPr>
            <p:cNvPr id="876" name="Google Shape;876;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879" name="Google Shape;879;p18"/>
          <p:cNvCxnSpPr/>
          <p:nvPr/>
        </p:nvCxnSpPr>
        <p:spPr>
          <a:xfrm flipH="1">
            <a:off x="5101704"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880" name="Google Shape;880;p18"/>
          <p:cNvCxnSpPr/>
          <p:nvPr/>
        </p:nvCxnSpPr>
        <p:spPr>
          <a:xfrm rot="10800000">
            <a:off x="6234804"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881" name="Google Shape;881;p18"/>
          <p:cNvCxnSpPr/>
          <p:nvPr/>
        </p:nvCxnSpPr>
        <p:spPr>
          <a:xfrm flipH="1">
            <a:off x="7547529"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882" name="Google Shape;882;p18"/>
          <p:cNvCxnSpPr/>
          <p:nvPr/>
        </p:nvCxnSpPr>
        <p:spPr>
          <a:xfrm flipH="1">
            <a:off x="8872054"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883" name="Google Shape;883;p18"/>
          <p:cNvGrpSpPr/>
          <p:nvPr/>
        </p:nvGrpSpPr>
        <p:grpSpPr>
          <a:xfrm>
            <a:off x="7278954" y="4513075"/>
            <a:ext cx="581800" cy="582350"/>
            <a:chOff x="8064275" y="887850"/>
            <a:chExt cx="581800" cy="582350"/>
          </a:xfrm>
        </p:grpSpPr>
        <p:sp>
          <p:nvSpPr>
            <p:cNvPr id="884" name="Google Shape;884;p1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1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1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1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1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1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0" name="Google Shape;890;p18"/>
          <p:cNvGrpSpPr/>
          <p:nvPr/>
        </p:nvGrpSpPr>
        <p:grpSpPr>
          <a:xfrm>
            <a:off x="6099454" y="4340463"/>
            <a:ext cx="292025" cy="292575"/>
            <a:chOff x="7353050" y="316275"/>
            <a:chExt cx="292025" cy="292575"/>
          </a:xfrm>
        </p:grpSpPr>
        <p:sp>
          <p:nvSpPr>
            <p:cNvPr id="891" name="Google Shape;891;p1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1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1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1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5" name="Google Shape;895;p18"/>
          <p:cNvGrpSpPr/>
          <p:nvPr/>
        </p:nvGrpSpPr>
        <p:grpSpPr>
          <a:xfrm>
            <a:off x="8792779" y="4315025"/>
            <a:ext cx="175000" cy="175000"/>
            <a:chOff x="8792300" y="321275"/>
            <a:chExt cx="175000" cy="175000"/>
          </a:xfrm>
        </p:grpSpPr>
        <p:sp>
          <p:nvSpPr>
            <p:cNvPr id="896" name="Google Shape;896;p18"/>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18"/>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18"/>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18"/>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0" name="Google Shape;900;p18"/>
          <p:cNvGrpSpPr/>
          <p:nvPr/>
        </p:nvGrpSpPr>
        <p:grpSpPr>
          <a:xfrm flipH="1">
            <a:off x="4972779" y="4657550"/>
            <a:ext cx="293111" cy="293388"/>
            <a:chOff x="3164039" y="430875"/>
            <a:chExt cx="293111" cy="293388"/>
          </a:xfrm>
        </p:grpSpPr>
        <p:sp>
          <p:nvSpPr>
            <p:cNvPr id="901" name="Google Shape;901;p18"/>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18"/>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18"/>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18"/>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18"/>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18"/>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07" name="Google Shape;907;p18"/>
          <p:cNvGrpSpPr/>
          <p:nvPr/>
        </p:nvGrpSpPr>
        <p:grpSpPr>
          <a:xfrm>
            <a:off x="8721804" y="4142425"/>
            <a:ext cx="175013" cy="27000"/>
            <a:chOff x="5662375" y="212375"/>
            <a:chExt cx="175013" cy="27000"/>
          </a:xfrm>
        </p:grpSpPr>
        <p:sp>
          <p:nvSpPr>
            <p:cNvPr id="908" name="Google Shape;908;p18"/>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18"/>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18"/>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hanks">
  <p:cSld name="CUSTOM_9">
    <p:spTree>
      <p:nvGrpSpPr>
        <p:cNvPr id="1" name="Shape 911"/>
        <p:cNvGrpSpPr/>
        <p:nvPr/>
      </p:nvGrpSpPr>
      <p:grpSpPr>
        <a:xfrm>
          <a:off x="0" y="0"/>
          <a:ext cx="0" cy="0"/>
          <a:chOff x="0" y="0"/>
          <a:chExt cx="0" cy="0"/>
        </a:xfrm>
      </p:grpSpPr>
      <p:sp>
        <p:nvSpPr>
          <p:cNvPr id="912" name="Google Shape;912;p19"/>
          <p:cNvSpPr txBox="1">
            <a:spLocks noGrp="1"/>
          </p:cNvSpPr>
          <p:nvPr>
            <p:ph type="title"/>
          </p:nvPr>
        </p:nvSpPr>
        <p:spPr>
          <a:xfrm>
            <a:off x="2105425" y="384048"/>
            <a:ext cx="4937700" cy="10791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sz="4800"/>
            </a:lvl1pPr>
            <a:lvl2pPr lvl="1">
              <a:spcBef>
                <a:spcPts val="0"/>
              </a:spcBef>
              <a:spcAft>
                <a:spcPts val="0"/>
              </a:spcAft>
              <a:buNone/>
              <a:defRPr sz="4800"/>
            </a:lvl2pPr>
            <a:lvl3pPr lvl="2">
              <a:spcBef>
                <a:spcPts val="0"/>
              </a:spcBef>
              <a:spcAft>
                <a:spcPts val="0"/>
              </a:spcAft>
              <a:buNone/>
              <a:defRPr sz="4800"/>
            </a:lvl3pPr>
            <a:lvl4pPr lvl="3">
              <a:spcBef>
                <a:spcPts val="0"/>
              </a:spcBef>
              <a:spcAft>
                <a:spcPts val="0"/>
              </a:spcAft>
              <a:buNone/>
              <a:defRPr sz="4800"/>
            </a:lvl4pPr>
            <a:lvl5pPr lvl="4">
              <a:spcBef>
                <a:spcPts val="0"/>
              </a:spcBef>
              <a:spcAft>
                <a:spcPts val="0"/>
              </a:spcAft>
              <a:buNone/>
              <a:defRPr sz="4800"/>
            </a:lvl5pPr>
            <a:lvl6pPr lvl="5">
              <a:spcBef>
                <a:spcPts val="0"/>
              </a:spcBef>
              <a:spcAft>
                <a:spcPts val="0"/>
              </a:spcAft>
              <a:buNone/>
              <a:defRPr sz="4800"/>
            </a:lvl6pPr>
            <a:lvl7pPr lvl="6">
              <a:spcBef>
                <a:spcPts val="0"/>
              </a:spcBef>
              <a:spcAft>
                <a:spcPts val="0"/>
              </a:spcAft>
              <a:buNone/>
              <a:defRPr sz="4800"/>
            </a:lvl7pPr>
            <a:lvl8pPr lvl="7">
              <a:spcBef>
                <a:spcPts val="0"/>
              </a:spcBef>
              <a:spcAft>
                <a:spcPts val="0"/>
              </a:spcAft>
              <a:buNone/>
              <a:defRPr sz="4800"/>
            </a:lvl8pPr>
            <a:lvl9pPr lvl="8">
              <a:spcBef>
                <a:spcPts val="0"/>
              </a:spcBef>
              <a:spcAft>
                <a:spcPts val="0"/>
              </a:spcAft>
              <a:buNone/>
              <a:defRPr sz="4800"/>
            </a:lvl9pPr>
          </a:lstStyle>
          <a:p>
            <a:endParaRPr/>
          </a:p>
        </p:txBody>
      </p:sp>
      <p:sp>
        <p:nvSpPr>
          <p:cNvPr id="913" name="Google Shape;913;p19"/>
          <p:cNvSpPr txBox="1">
            <a:spLocks noGrp="1"/>
          </p:cNvSpPr>
          <p:nvPr>
            <p:ph type="subTitle" idx="1"/>
          </p:nvPr>
        </p:nvSpPr>
        <p:spPr>
          <a:xfrm>
            <a:off x="3017520" y="1709928"/>
            <a:ext cx="3099900" cy="14355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None/>
              <a:defRPr sz="1600">
                <a:latin typeface="Barlow Semi Condensed"/>
                <a:ea typeface="Barlow Semi Condensed"/>
                <a:cs typeface="Barlow Semi Condensed"/>
                <a:sym typeface="Barlow Semi Condensed"/>
              </a:defRPr>
            </a:lvl1pPr>
            <a:lvl2pPr lvl="1">
              <a:spcBef>
                <a:spcPts val="0"/>
              </a:spcBef>
              <a:spcAft>
                <a:spcPts val="0"/>
              </a:spcAft>
              <a:buNone/>
              <a:defRPr>
                <a:latin typeface="Barlow Semi Condensed"/>
                <a:ea typeface="Barlow Semi Condensed"/>
                <a:cs typeface="Barlow Semi Condensed"/>
                <a:sym typeface="Barlow Semi Condensed"/>
              </a:defRPr>
            </a:lvl2pPr>
            <a:lvl3pPr lvl="2">
              <a:spcBef>
                <a:spcPts val="0"/>
              </a:spcBef>
              <a:spcAft>
                <a:spcPts val="0"/>
              </a:spcAft>
              <a:buNone/>
              <a:defRPr>
                <a:latin typeface="Barlow Semi Condensed"/>
                <a:ea typeface="Barlow Semi Condensed"/>
                <a:cs typeface="Barlow Semi Condensed"/>
                <a:sym typeface="Barlow Semi Condensed"/>
              </a:defRPr>
            </a:lvl3pPr>
            <a:lvl4pPr lvl="3">
              <a:spcBef>
                <a:spcPts val="0"/>
              </a:spcBef>
              <a:spcAft>
                <a:spcPts val="0"/>
              </a:spcAft>
              <a:buNone/>
              <a:defRPr>
                <a:latin typeface="Barlow Semi Condensed"/>
                <a:ea typeface="Barlow Semi Condensed"/>
                <a:cs typeface="Barlow Semi Condensed"/>
                <a:sym typeface="Barlow Semi Condensed"/>
              </a:defRPr>
            </a:lvl4pPr>
            <a:lvl5pPr lvl="4">
              <a:spcBef>
                <a:spcPts val="0"/>
              </a:spcBef>
              <a:spcAft>
                <a:spcPts val="0"/>
              </a:spcAft>
              <a:buNone/>
              <a:defRPr>
                <a:latin typeface="Barlow Semi Condensed"/>
                <a:ea typeface="Barlow Semi Condensed"/>
                <a:cs typeface="Barlow Semi Condensed"/>
                <a:sym typeface="Barlow Semi Condensed"/>
              </a:defRPr>
            </a:lvl5pPr>
            <a:lvl6pPr lvl="5">
              <a:spcBef>
                <a:spcPts val="0"/>
              </a:spcBef>
              <a:spcAft>
                <a:spcPts val="0"/>
              </a:spcAft>
              <a:buNone/>
              <a:defRPr>
                <a:latin typeface="Barlow Semi Condensed"/>
                <a:ea typeface="Barlow Semi Condensed"/>
                <a:cs typeface="Barlow Semi Condensed"/>
                <a:sym typeface="Barlow Semi Condensed"/>
              </a:defRPr>
            </a:lvl6pPr>
            <a:lvl7pPr lvl="6">
              <a:spcBef>
                <a:spcPts val="0"/>
              </a:spcBef>
              <a:spcAft>
                <a:spcPts val="0"/>
              </a:spcAft>
              <a:buNone/>
              <a:defRPr>
                <a:latin typeface="Barlow Semi Condensed"/>
                <a:ea typeface="Barlow Semi Condensed"/>
                <a:cs typeface="Barlow Semi Condensed"/>
                <a:sym typeface="Barlow Semi Condensed"/>
              </a:defRPr>
            </a:lvl7pPr>
            <a:lvl8pPr lvl="7">
              <a:spcBef>
                <a:spcPts val="0"/>
              </a:spcBef>
              <a:spcAft>
                <a:spcPts val="0"/>
              </a:spcAft>
              <a:buNone/>
              <a:defRPr>
                <a:latin typeface="Barlow Semi Condensed"/>
                <a:ea typeface="Barlow Semi Condensed"/>
                <a:cs typeface="Barlow Semi Condensed"/>
                <a:sym typeface="Barlow Semi Condensed"/>
              </a:defRPr>
            </a:lvl8pPr>
            <a:lvl9pPr lvl="8">
              <a:spcBef>
                <a:spcPts val="0"/>
              </a:spcBef>
              <a:spcAft>
                <a:spcPts val="0"/>
              </a:spcAft>
              <a:buNone/>
              <a:defRPr>
                <a:latin typeface="Barlow Semi Condensed"/>
                <a:ea typeface="Barlow Semi Condensed"/>
                <a:cs typeface="Barlow Semi Condensed"/>
                <a:sym typeface="Barlow Semi Condensed"/>
              </a:defRPr>
            </a:lvl9pPr>
          </a:lstStyle>
          <a:p>
            <a:endParaRPr/>
          </a:p>
        </p:txBody>
      </p:sp>
      <p:sp>
        <p:nvSpPr>
          <p:cNvPr id="914" name="Google Shape;914;p19"/>
          <p:cNvSpPr txBox="1"/>
          <p:nvPr/>
        </p:nvSpPr>
        <p:spPr>
          <a:xfrm>
            <a:off x="2489375" y="3664200"/>
            <a:ext cx="4161600" cy="7623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None/>
            </a:pPr>
            <a:r>
              <a:rPr lang="en" sz="1100">
                <a:solidFill>
                  <a:schemeClr val="accent1"/>
                </a:solidFill>
                <a:latin typeface="Barlow Semi Condensed Medium"/>
                <a:ea typeface="Barlow Semi Condensed Medium"/>
                <a:cs typeface="Barlow Semi Condensed Medium"/>
                <a:sym typeface="Barlow Semi Condensed Medium"/>
              </a:rPr>
              <a:t>CREDITS:</a:t>
            </a:r>
            <a:r>
              <a:rPr lang="en" sz="1100">
                <a:solidFill>
                  <a:schemeClr val="dk2"/>
                </a:solidFill>
                <a:latin typeface="Barlow Semi Condensed"/>
                <a:ea typeface="Barlow Semi Condensed"/>
                <a:cs typeface="Barlow Semi Condensed"/>
                <a:sym typeface="Barlow Semi Condensed"/>
              </a:rPr>
              <a:t> This presentation template was created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2">
                  <a:extLst>
                    <a:ext uri="{A12FA001-AC4F-418D-AE19-62706E023703}">
                      <ahyp:hlinkClr xmlns:ahyp="http://schemas.microsoft.com/office/drawing/2018/hyperlinkcolor" val="tx"/>
                    </a:ext>
                  </a:extLst>
                </a:hlinkClick>
              </a:rPr>
              <a:t>Slidesgo</a:t>
            </a:r>
            <a:r>
              <a:rPr lang="en" sz="1100">
                <a:solidFill>
                  <a:schemeClr val="dk2"/>
                </a:solidFill>
                <a:latin typeface="Barlow Semi Condensed"/>
                <a:ea typeface="Barlow Semi Condensed"/>
                <a:cs typeface="Barlow Semi Condensed"/>
                <a:sym typeface="Barlow Semi Condensed"/>
              </a:rPr>
              <a:t>, including icons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3">
                  <a:extLst>
                    <a:ext uri="{A12FA001-AC4F-418D-AE19-62706E023703}">
                      <ahyp:hlinkClr xmlns:ahyp="http://schemas.microsoft.com/office/drawing/2018/hyperlinkcolor" val="tx"/>
                    </a:ext>
                  </a:extLst>
                </a:hlinkClick>
              </a:rPr>
              <a:t>Flaticon</a:t>
            </a:r>
            <a:r>
              <a:rPr lang="en" sz="1100">
                <a:solidFill>
                  <a:schemeClr val="dk2"/>
                </a:solidFill>
                <a:latin typeface="Barlow Semi Condensed"/>
                <a:ea typeface="Barlow Semi Condensed"/>
                <a:cs typeface="Barlow Semi Condensed"/>
                <a:sym typeface="Barlow Semi Condensed"/>
              </a:rPr>
              <a:t>, infographics &amp; images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4">
                  <a:extLst>
                    <a:ext uri="{A12FA001-AC4F-418D-AE19-62706E023703}">
                      <ahyp:hlinkClr xmlns:ahyp="http://schemas.microsoft.com/office/drawing/2018/hyperlinkcolor" val="tx"/>
                    </a:ext>
                  </a:extLst>
                </a:hlinkClick>
              </a:rPr>
              <a:t>Freepik</a:t>
            </a:r>
            <a:r>
              <a:rPr lang="en" sz="1100">
                <a:solidFill>
                  <a:schemeClr val="dk2"/>
                </a:solidFill>
                <a:latin typeface="Barlow Semi Condensed"/>
                <a:ea typeface="Barlow Semi Condensed"/>
                <a:cs typeface="Barlow Semi Condensed"/>
                <a:sym typeface="Barlow Semi Condensed"/>
              </a:rPr>
              <a:t> and illustrations by </a:t>
            </a:r>
            <a:r>
              <a:rPr lang="en" sz="1100">
                <a:solidFill>
                  <a:schemeClr val="accent1"/>
                </a:solidFill>
                <a:uFill>
                  <a:noFill/>
                </a:uFill>
                <a:latin typeface="Barlow Semi Condensed Medium"/>
                <a:ea typeface="Barlow Semi Condensed Medium"/>
                <a:cs typeface="Barlow Semi Condensed Medium"/>
                <a:sym typeface="Barlow Semi Condensed Medium"/>
                <a:hlinkClick r:id="rId5">
                  <a:extLst>
                    <a:ext uri="{A12FA001-AC4F-418D-AE19-62706E023703}">
                      <ahyp:hlinkClr xmlns:ahyp="http://schemas.microsoft.com/office/drawing/2018/hyperlinkcolor" val="tx"/>
                    </a:ext>
                  </a:extLst>
                </a:hlinkClick>
              </a:rPr>
              <a:t>Stories</a:t>
            </a:r>
            <a:endParaRPr>
              <a:solidFill>
                <a:schemeClr val="dk2"/>
              </a:solidFill>
              <a:latin typeface="Barlow Semi Condensed Medium"/>
              <a:ea typeface="Barlow Semi Condensed Medium"/>
              <a:cs typeface="Barlow Semi Condensed Medium"/>
              <a:sym typeface="Barlow Semi Condensed Medium"/>
            </a:endParaRPr>
          </a:p>
          <a:p>
            <a:pPr marL="0" lvl="0" indent="0" algn="ctr" rtl="0">
              <a:spcBef>
                <a:spcPts val="0"/>
              </a:spcBef>
              <a:spcAft>
                <a:spcPts val="0"/>
              </a:spcAft>
              <a:buNone/>
            </a:pPr>
            <a:endParaRPr>
              <a:solidFill>
                <a:schemeClr val="dk2"/>
              </a:solidFill>
              <a:latin typeface="Barlow Semi Condensed"/>
              <a:ea typeface="Barlow Semi Condensed"/>
              <a:cs typeface="Barlow Semi Condensed"/>
              <a:sym typeface="Barlow Semi Condensed"/>
            </a:endParaRPr>
          </a:p>
        </p:txBody>
      </p:sp>
      <p:cxnSp>
        <p:nvCxnSpPr>
          <p:cNvPr id="915" name="Google Shape;915;p19"/>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16" name="Google Shape;916;p19"/>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17" name="Google Shape;917;p19"/>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18" name="Google Shape;918;p19"/>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19" name="Google Shape;919;p19"/>
          <p:cNvGrpSpPr/>
          <p:nvPr/>
        </p:nvGrpSpPr>
        <p:grpSpPr>
          <a:xfrm rot="5400000" flipH="1">
            <a:off x="7407333" y="1284925"/>
            <a:ext cx="581800" cy="582350"/>
            <a:chOff x="8064275" y="887850"/>
            <a:chExt cx="581800" cy="582350"/>
          </a:xfrm>
        </p:grpSpPr>
        <p:sp>
          <p:nvSpPr>
            <p:cNvPr id="920" name="Google Shape;920;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26" name="Google Shape;926;p19"/>
          <p:cNvGrpSpPr/>
          <p:nvPr/>
        </p:nvGrpSpPr>
        <p:grpSpPr>
          <a:xfrm rot="5400000" flipH="1">
            <a:off x="7869720" y="2754200"/>
            <a:ext cx="292025" cy="292575"/>
            <a:chOff x="7353050" y="316275"/>
            <a:chExt cx="292025" cy="292575"/>
          </a:xfrm>
        </p:grpSpPr>
        <p:sp>
          <p:nvSpPr>
            <p:cNvPr id="927" name="Google Shape;927;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1" name="Google Shape;931;p19"/>
          <p:cNvGrpSpPr/>
          <p:nvPr/>
        </p:nvGrpSpPr>
        <p:grpSpPr>
          <a:xfrm rot="5400000" flipH="1">
            <a:off x="8012458" y="178175"/>
            <a:ext cx="175000" cy="175000"/>
            <a:chOff x="8792300" y="321275"/>
            <a:chExt cx="175000" cy="175000"/>
          </a:xfrm>
        </p:grpSpPr>
        <p:sp>
          <p:nvSpPr>
            <p:cNvPr id="932" name="Google Shape;932;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36" name="Google Shape;936;p19"/>
          <p:cNvGrpSpPr/>
          <p:nvPr/>
        </p:nvGrpSpPr>
        <p:grpSpPr>
          <a:xfrm rot="5400000">
            <a:off x="7551683" y="3879926"/>
            <a:ext cx="293111" cy="293388"/>
            <a:chOff x="3164039" y="430875"/>
            <a:chExt cx="293111" cy="293388"/>
          </a:xfrm>
        </p:grpSpPr>
        <p:sp>
          <p:nvSpPr>
            <p:cNvPr id="937" name="Google Shape;937;p19"/>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19"/>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19"/>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19"/>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19"/>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19"/>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43" name="Google Shape;943;p19"/>
          <p:cNvGrpSpPr/>
          <p:nvPr/>
        </p:nvGrpSpPr>
        <p:grpSpPr>
          <a:xfrm rot="5400000" flipH="1">
            <a:off x="8259052" y="323144"/>
            <a:ext cx="175013" cy="27000"/>
            <a:chOff x="5662375" y="212375"/>
            <a:chExt cx="175013" cy="27000"/>
          </a:xfrm>
        </p:grpSpPr>
        <p:sp>
          <p:nvSpPr>
            <p:cNvPr id="944" name="Google Shape;94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947" name="Google Shape;947;p19"/>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948" name="Google Shape;948;p19"/>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949" name="Google Shape;949;p19"/>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950" name="Google Shape;950;p19"/>
          <p:cNvGrpSpPr/>
          <p:nvPr/>
        </p:nvGrpSpPr>
        <p:grpSpPr>
          <a:xfrm rot="5400000">
            <a:off x="621475" y="4062025"/>
            <a:ext cx="581800" cy="582350"/>
            <a:chOff x="8064275" y="887850"/>
            <a:chExt cx="581800" cy="582350"/>
          </a:xfrm>
        </p:grpSpPr>
        <p:sp>
          <p:nvSpPr>
            <p:cNvPr id="951" name="Google Shape;951;p1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1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1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1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1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1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57" name="Google Shape;957;p19"/>
          <p:cNvGrpSpPr/>
          <p:nvPr/>
        </p:nvGrpSpPr>
        <p:grpSpPr>
          <a:xfrm rot="5400000">
            <a:off x="1482825" y="3350800"/>
            <a:ext cx="292025" cy="292575"/>
            <a:chOff x="7353050" y="316275"/>
            <a:chExt cx="292025" cy="292575"/>
          </a:xfrm>
        </p:grpSpPr>
        <p:sp>
          <p:nvSpPr>
            <p:cNvPr id="958" name="Google Shape;958;p1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1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1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1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2" name="Google Shape;962;p19"/>
          <p:cNvGrpSpPr/>
          <p:nvPr/>
        </p:nvGrpSpPr>
        <p:grpSpPr>
          <a:xfrm rot="5400000">
            <a:off x="1595125" y="4790325"/>
            <a:ext cx="175000" cy="175000"/>
            <a:chOff x="8792300" y="321275"/>
            <a:chExt cx="175000" cy="175000"/>
          </a:xfrm>
        </p:grpSpPr>
        <p:sp>
          <p:nvSpPr>
            <p:cNvPr id="963" name="Google Shape;963;p1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1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1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1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7" name="Google Shape;967;p19"/>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19"/>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19"/>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19"/>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19"/>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19"/>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3" name="Google Shape;973;p19"/>
          <p:cNvGrpSpPr/>
          <p:nvPr/>
        </p:nvGrpSpPr>
        <p:grpSpPr>
          <a:xfrm rot="5400000">
            <a:off x="1701119" y="1515381"/>
            <a:ext cx="175013" cy="27000"/>
            <a:chOff x="5662375" y="212375"/>
            <a:chExt cx="175013" cy="27000"/>
          </a:xfrm>
        </p:grpSpPr>
        <p:sp>
          <p:nvSpPr>
            <p:cNvPr id="974" name="Google Shape;974;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5" name="Google Shape;975;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6" name="Google Shape;976;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77" name="Google Shape;977;p19"/>
          <p:cNvGrpSpPr/>
          <p:nvPr/>
        </p:nvGrpSpPr>
        <p:grpSpPr>
          <a:xfrm rot="5400000">
            <a:off x="1819519" y="4562081"/>
            <a:ext cx="175013" cy="27000"/>
            <a:chOff x="5662375" y="212375"/>
            <a:chExt cx="175013" cy="27000"/>
          </a:xfrm>
        </p:grpSpPr>
        <p:sp>
          <p:nvSpPr>
            <p:cNvPr id="978" name="Google Shape;978;p19"/>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9" name="Google Shape;979;p19"/>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19"/>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81" name="Google Shape;981;p19"/>
          <p:cNvGrpSpPr/>
          <p:nvPr/>
        </p:nvGrpSpPr>
        <p:grpSpPr>
          <a:xfrm rot="5400000">
            <a:off x="408594" y="4140781"/>
            <a:ext cx="175013" cy="27000"/>
            <a:chOff x="5662375" y="212375"/>
            <a:chExt cx="175013" cy="27000"/>
          </a:xfrm>
        </p:grpSpPr>
        <p:sp>
          <p:nvSpPr>
            <p:cNvPr id="982" name="Google Shape;982;p1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3" name="Google Shape;983;p1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4" name="Google Shape;984;p1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Highlighted numbers">
  <p:cSld name="CUSTOM_11">
    <p:spTree>
      <p:nvGrpSpPr>
        <p:cNvPr id="1" name="Shape 985"/>
        <p:cNvGrpSpPr/>
        <p:nvPr/>
      </p:nvGrpSpPr>
      <p:grpSpPr>
        <a:xfrm>
          <a:off x="0" y="0"/>
          <a:ext cx="0" cy="0"/>
          <a:chOff x="0" y="0"/>
          <a:chExt cx="0" cy="0"/>
        </a:xfrm>
      </p:grpSpPr>
      <p:sp>
        <p:nvSpPr>
          <p:cNvPr id="986" name="Google Shape;986;p20"/>
          <p:cNvSpPr txBox="1">
            <a:spLocks noGrp="1"/>
          </p:cNvSpPr>
          <p:nvPr>
            <p:ph type="title" hasCustomPrompt="1"/>
          </p:nvPr>
        </p:nvSpPr>
        <p:spPr>
          <a:xfrm>
            <a:off x="2825496" y="704088"/>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7" name="Google Shape;987;p20"/>
          <p:cNvSpPr txBox="1">
            <a:spLocks noGrp="1"/>
          </p:cNvSpPr>
          <p:nvPr>
            <p:ph type="subTitle" idx="1"/>
          </p:nvPr>
        </p:nvSpPr>
        <p:spPr>
          <a:xfrm>
            <a:off x="2825496" y="1225296"/>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88" name="Google Shape;988;p20"/>
          <p:cNvSpPr txBox="1">
            <a:spLocks noGrp="1"/>
          </p:cNvSpPr>
          <p:nvPr>
            <p:ph type="title" idx="2" hasCustomPrompt="1"/>
          </p:nvPr>
        </p:nvSpPr>
        <p:spPr>
          <a:xfrm>
            <a:off x="2825496" y="218541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89" name="Google Shape;989;p20"/>
          <p:cNvSpPr txBox="1">
            <a:spLocks noGrp="1"/>
          </p:cNvSpPr>
          <p:nvPr>
            <p:ph type="subTitle" idx="3"/>
          </p:nvPr>
        </p:nvSpPr>
        <p:spPr>
          <a:xfrm>
            <a:off x="2825496" y="2697480"/>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sp>
        <p:nvSpPr>
          <p:cNvPr id="990" name="Google Shape;990;p20"/>
          <p:cNvSpPr txBox="1">
            <a:spLocks noGrp="1"/>
          </p:cNvSpPr>
          <p:nvPr>
            <p:ph type="title" idx="4" hasCustomPrompt="1"/>
          </p:nvPr>
        </p:nvSpPr>
        <p:spPr>
          <a:xfrm>
            <a:off x="2825496" y="3648456"/>
            <a:ext cx="3483900" cy="567000"/>
          </a:xfrm>
          <a:prstGeom prst="rect">
            <a:avLst/>
          </a:prstGeom>
        </p:spPr>
        <p:txBody>
          <a:bodyPr spcFirstLastPara="1" wrap="square" lIns="91425" tIns="91425" rIns="91425" bIns="91425" anchor="b" anchorCtr="0">
            <a:noAutofit/>
          </a:bodyPr>
          <a:lstStyle>
            <a:lvl1pPr lvl="0" algn="ctr" rtl="0">
              <a:spcBef>
                <a:spcPts val="0"/>
              </a:spcBef>
              <a:spcAft>
                <a:spcPts val="0"/>
              </a:spcAft>
              <a:buClr>
                <a:schemeClr val="accent1"/>
              </a:buClr>
              <a:buSzPts val="3600"/>
              <a:buNone/>
              <a:defRPr sz="3600">
                <a:solidFill>
                  <a:schemeClr val="accent1"/>
                </a:solidFill>
              </a:defRPr>
            </a:lvl1pPr>
            <a:lvl2pPr lvl="1" algn="ctr" rtl="0">
              <a:spcBef>
                <a:spcPts val="0"/>
              </a:spcBef>
              <a:spcAft>
                <a:spcPts val="0"/>
              </a:spcAft>
              <a:buClr>
                <a:schemeClr val="accent1"/>
              </a:buClr>
              <a:buSzPts val="3600"/>
              <a:buNone/>
              <a:defRPr sz="3600">
                <a:solidFill>
                  <a:schemeClr val="accent1"/>
                </a:solidFill>
              </a:defRPr>
            </a:lvl2pPr>
            <a:lvl3pPr lvl="2" algn="ctr" rtl="0">
              <a:spcBef>
                <a:spcPts val="0"/>
              </a:spcBef>
              <a:spcAft>
                <a:spcPts val="0"/>
              </a:spcAft>
              <a:buClr>
                <a:schemeClr val="accent1"/>
              </a:buClr>
              <a:buSzPts val="3600"/>
              <a:buNone/>
              <a:defRPr sz="3600">
                <a:solidFill>
                  <a:schemeClr val="accent1"/>
                </a:solidFill>
              </a:defRPr>
            </a:lvl3pPr>
            <a:lvl4pPr lvl="3" algn="ctr" rtl="0">
              <a:spcBef>
                <a:spcPts val="0"/>
              </a:spcBef>
              <a:spcAft>
                <a:spcPts val="0"/>
              </a:spcAft>
              <a:buClr>
                <a:schemeClr val="accent1"/>
              </a:buClr>
              <a:buSzPts val="3600"/>
              <a:buNone/>
              <a:defRPr sz="3600">
                <a:solidFill>
                  <a:schemeClr val="accent1"/>
                </a:solidFill>
              </a:defRPr>
            </a:lvl4pPr>
            <a:lvl5pPr lvl="4" algn="ctr" rtl="0">
              <a:spcBef>
                <a:spcPts val="0"/>
              </a:spcBef>
              <a:spcAft>
                <a:spcPts val="0"/>
              </a:spcAft>
              <a:buClr>
                <a:schemeClr val="accent1"/>
              </a:buClr>
              <a:buSzPts val="3600"/>
              <a:buNone/>
              <a:defRPr sz="3600">
                <a:solidFill>
                  <a:schemeClr val="accent1"/>
                </a:solidFill>
              </a:defRPr>
            </a:lvl5pPr>
            <a:lvl6pPr lvl="5" algn="ctr" rtl="0">
              <a:spcBef>
                <a:spcPts val="0"/>
              </a:spcBef>
              <a:spcAft>
                <a:spcPts val="0"/>
              </a:spcAft>
              <a:buClr>
                <a:schemeClr val="accent1"/>
              </a:buClr>
              <a:buSzPts val="3600"/>
              <a:buNone/>
              <a:defRPr sz="3600">
                <a:solidFill>
                  <a:schemeClr val="accent1"/>
                </a:solidFill>
              </a:defRPr>
            </a:lvl6pPr>
            <a:lvl7pPr lvl="6" algn="ctr" rtl="0">
              <a:spcBef>
                <a:spcPts val="0"/>
              </a:spcBef>
              <a:spcAft>
                <a:spcPts val="0"/>
              </a:spcAft>
              <a:buClr>
                <a:schemeClr val="accent1"/>
              </a:buClr>
              <a:buSzPts val="3600"/>
              <a:buNone/>
              <a:defRPr sz="3600">
                <a:solidFill>
                  <a:schemeClr val="accent1"/>
                </a:solidFill>
              </a:defRPr>
            </a:lvl7pPr>
            <a:lvl8pPr lvl="7" algn="ctr" rtl="0">
              <a:spcBef>
                <a:spcPts val="0"/>
              </a:spcBef>
              <a:spcAft>
                <a:spcPts val="0"/>
              </a:spcAft>
              <a:buClr>
                <a:schemeClr val="accent1"/>
              </a:buClr>
              <a:buSzPts val="3600"/>
              <a:buNone/>
              <a:defRPr sz="3600">
                <a:solidFill>
                  <a:schemeClr val="accent1"/>
                </a:solidFill>
              </a:defRPr>
            </a:lvl8pPr>
            <a:lvl9pPr lvl="8" algn="ctr" rtl="0">
              <a:spcBef>
                <a:spcPts val="0"/>
              </a:spcBef>
              <a:spcAft>
                <a:spcPts val="0"/>
              </a:spcAft>
              <a:buClr>
                <a:schemeClr val="accent1"/>
              </a:buClr>
              <a:buSzPts val="3600"/>
              <a:buNone/>
              <a:defRPr sz="3600">
                <a:solidFill>
                  <a:schemeClr val="accent1"/>
                </a:solidFill>
              </a:defRPr>
            </a:lvl9pPr>
          </a:lstStyle>
          <a:p>
            <a:r>
              <a:t>xx%</a:t>
            </a:r>
          </a:p>
        </p:txBody>
      </p:sp>
      <p:sp>
        <p:nvSpPr>
          <p:cNvPr id="991" name="Google Shape;991;p20"/>
          <p:cNvSpPr txBox="1">
            <a:spLocks noGrp="1"/>
          </p:cNvSpPr>
          <p:nvPr>
            <p:ph type="subTitle" idx="5"/>
          </p:nvPr>
        </p:nvSpPr>
        <p:spPr>
          <a:xfrm>
            <a:off x="2834640" y="4169664"/>
            <a:ext cx="3483900" cy="274200"/>
          </a:xfrm>
          <a:prstGeom prst="rect">
            <a:avLst/>
          </a:prstGeom>
          <a:noFill/>
          <a:ln>
            <a:noFill/>
          </a:ln>
        </p:spPr>
        <p:txBody>
          <a:bodyPr spcFirstLastPara="1" wrap="square" lIns="91425" tIns="91425" rIns="91425" bIns="91425" anchor="ctr" anchorCtr="0">
            <a:noAutofit/>
          </a:bodyPr>
          <a:lstStyle>
            <a:lvl1pPr lvl="0"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a:solidFill>
                  <a:schemeClr val="dk2"/>
                </a:solidFill>
                <a:latin typeface="Barlow Semi Condensed"/>
                <a:ea typeface="Barlow Semi Condensed"/>
                <a:cs typeface="Barlow Semi Condensed"/>
                <a:sym typeface="Barlow Semi Condensed"/>
              </a:defRPr>
            </a:lvl9pPr>
          </a:lstStyle>
          <a:p>
            <a:endParaRPr/>
          </a:p>
        </p:txBody>
      </p:sp>
      <p:cxnSp>
        <p:nvCxnSpPr>
          <p:cNvPr id="992" name="Google Shape;992;p20"/>
          <p:cNvCxnSpPr/>
          <p:nvPr/>
        </p:nvCxnSpPr>
        <p:spPr>
          <a:xfrm rot="5400000">
            <a:off x="7269708" y="3324550"/>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993" name="Google Shape;993;p20"/>
          <p:cNvCxnSpPr/>
          <p:nvPr/>
        </p:nvCxnSpPr>
        <p:spPr>
          <a:xfrm rot="-5400000" flipH="1">
            <a:off x="7181408" y="2082400"/>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994" name="Google Shape;994;p20"/>
          <p:cNvCxnSpPr/>
          <p:nvPr/>
        </p:nvCxnSpPr>
        <p:spPr>
          <a:xfrm rot="5400000">
            <a:off x="7232433" y="736375"/>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995" name="Google Shape;995;p20"/>
          <p:cNvCxnSpPr/>
          <p:nvPr/>
        </p:nvCxnSpPr>
        <p:spPr>
          <a:xfrm rot="5400000">
            <a:off x="8168433" y="-6660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996" name="Google Shape;996;p20"/>
          <p:cNvGrpSpPr/>
          <p:nvPr/>
        </p:nvGrpSpPr>
        <p:grpSpPr>
          <a:xfrm rot="5400000" flipH="1">
            <a:off x="7407333" y="1284925"/>
            <a:ext cx="581800" cy="582350"/>
            <a:chOff x="8064275" y="887850"/>
            <a:chExt cx="581800" cy="582350"/>
          </a:xfrm>
        </p:grpSpPr>
        <p:sp>
          <p:nvSpPr>
            <p:cNvPr id="997" name="Google Shape;997;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3" name="Google Shape;1003;p20"/>
          <p:cNvGrpSpPr/>
          <p:nvPr/>
        </p:nvGrpSpPr>
        <p:grpSpPr>
          <a:xfrm rot="5400000" flipH="1">
            <a:off x="7869720" y="2754200"/>
            <a:ext cx="292025" cy="292575"/>
            <a:chOff x="7353050" y="316275"/>
            <a:chExt cx="292025" cy="292575"/>
          </a:xfrm>
        </p:grpSpPr>
        <p:sp>
          <p:nvSpPr>
            <p:cNvPr id="1004" name="Google Shape;1004;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08" name="Google Shape;1008;p20"/>
          <p:cNvGrpSpPr/>
          <p:nvPr/>
        </p:nvGrpSpPr>
        <p:grpSpPr>
          <a:xfrm rot="5400000" flipH="1">
            <a:off x="8012458" y="178175"/>
            <a:ext cx="175000" cy="175000"/>
            <a:chOff x="8792300" y="321275"/>
            <a:chExt cx="175000" cy="175000"/>
          </a:xfrm>
        </p:grpSpPr>
        <p:sp>
          <p:nvSpPr>
            <p:cNvPr id="1009" name="Google Shape;1009;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3" name="Google Shape;1013;p20"/>
          <p:cNvGrpSpPr/>
          <p:nvPr/>
        </p:nvGrpSpPr>
        <p:grpSpPr>
          <a:xfrm rot="5400000">
            <a:off x="7551683" y="3879926"/>
            <a:ext cx="293111" cy="293388"/>
            <a:chOff x="3164039" y="430875"/>
            <a:chExt cx="293111" cy="293388"/>
          </a:xfrm>
        </p:grpSpPr>
        <p:sp>
          <p:nvSpPr>
            <p:cNvPr id="1014" name="Google Shape;1014;p2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5" name="Google Shape;1015;p2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2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2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2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2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0" name="Google Shape;1020;p20"/>
          <p:cNvGrpSpPr/>
          <p:nvPr/>
        </p:nvGrpSpPr>
        <p:grpSpPr>
          <a:xfrm rot="5400000" flipH="1">
            <a:off x="8259052" y="323144"/>
            <a:ext cx="175013" cy="27000"/>
            <a:chOff x="5662375" y="212375"/>
            <a:chExt cx="175013" cy="27000"/>
          </a:xfrm>
        </p:grpSpPr>
        <p:sp>
          <p:nvSpPr>
            <p:cNvPr id="1021" name="Google Shape;102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024" name="Google Shape;1024;p20"/>
          <p:cNvCxnSpPr/>
          <p:nvPr/>
        </p:nvCxnSpPr>
        <p:spPr>
          <a:xfrm rot="5400000" flipH="1">
            <a:off x="740850" y="25983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025" name="Google Shape;1025;p20"/>
          <p:cNvCxnSpPr/>
          <p:nvPr/>
        </p:nvCxnSpPr>
        <p:spPr>
          <a:xfrm rot="-5400000">
            <a:off x="847100" y="355400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026" name="Google Shape;1026;p20"/>
          <p:cNvCxnSpPr/>
          <p:nvPr/>
        </p:nvCxnSpPr>
        <p:spPr>
          <a:xfrm rot="5400000" flipH="1">
            <a:off x="1105775" y="415125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027" name="Google Shape;1027;p20"/>
          <p:cNvGrpSpPr/>
          <p:nvPr/>
        </p:nvGrpSpPr>
        <p:grpSpPr>
          <a:xfrm rot="5400000">
            <a:off x="621475" y="4062025"/>
            <a:ext cx="581800" cy="582350"/>
            <a:chOff x="8064275" y="887850"/>
            <a:chExt cx="581800" cy="582350"/>
          </a:xfrm>
        </p:grpSpPr>
        <p:sp>
          <p:nvSpPr>
            <p:cNvPr id="1028" name="Google Shape;1028;p2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2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2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1" name="Google Shape;1031;p2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2" name="Google Shape;1032;p2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3" name="Google Shape;1033;p2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4" name="Google Shape;1034;p20"/>
          <p:cNvGrpSpPr/>
          <p:nvPr/>
        </p:nvGrpSpPr>
        <p:grpSpPr>
          <a:xfrm rot="5400000">
            <a:off x="1482825" y="3350800"/>
            <a:ext cx="292025" cy="292575"/>
            <a:chOff x="7353050" y="316275"/>
            <a:chExt cx="292025" cy="292575"/>
          </a:xfrm>
        </p:grpSpPr>
        <p:sp>
          <p:nvSpPr>
            <p:cNvPr id="1035" name="Google Shape;1035;p2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2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2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2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39" name="Google Shape;1039;p20"/>
          <p:cNvGrpSpPr/>
          <p:nvPr/>
        </p:nvGrpSpPr>
        <p:grpSpPr>
          <a:xfrm rot="5400000">
            <a:off x="1595125" y="4790325"/>
            <a:ext cx="175000" cy="175000"/>
            <a:chOff x="8792300" y="321275"/>
            <a:chExt cx="175000" cy="175000"/>
          </a:xfrm>
        </p:grpSpPr>
        <p:sp>
          <p:nvSpPr>
            <p:cNvPr id="1040" name="Google Shape;1040;p2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2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2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2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4" name="Google Shape;1044;p20"/>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20"/>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20"/>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20"/>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20"/>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20"/>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0" name="Google Shape;1050;p20"/>
          <p:cNvGrpSpPr/>
          <p:nvPr/>
        </p:nvGrpSpPr>
        <p:grpSpPr>
          <a:xfrm rot="5400000">
            <a:off x="1701119" y="1515381"/>
            <a:ext cx="175013" cy="27000"/>
            <a:chOff x="5662375" y="212375"/>
            <a:chExt cx="175013" cy="27000"/>
          </a:xfrm>
        </p:grpSpPr>
        <p:sp>
          <p:nvSpPr>
            <p:cNvPr id="1051" name="Google Shape;1051;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2" name="Google Shape;1052;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3" name="Google Shape;1053;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4" name="Google Shape;1054;p20"/>
          <p:cNvGrpSpPr/>
          <p:nvPr/>
        </p:nvGrpSpPr>
        <p:grpSpPr>
          <a:xfrm rot="5400000">
            <a:off x="1819519" y="4562081"/>
            <a:ext cx="175013" cy="27000"/>
            <a:chOff x="5662375" y="212375"/>
            <a:chExt cx="175013" cy="27000"/>
          </a:xfrm>
        </p:grpSpPr>
        <p:sp>
          <p:nvSpPr>
            <p:cNvPr id="1055" name="Google Shape;1055;p2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2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2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58" name="Google Shape;1058;p20"/>
          <p:cNvGrpSpPr/>
          <p:nvPr/>
        </p:nvGrpSpPr>
        <p:grpSpPr>
          <a:xfrm rot="5400000">
            <a:off x="408594" y="4140781"/>
            <a:ext cx="175013" cy="27000"/>
            <a:chOff x="5662375" y="212375"/>
            <a:chExt cx="175013" cy="27000"/>
          </a:xfrm>
        </p:grpSpPr>
        <p:sp>
          <p:nvSpPr>
            <p:cNvPr id="1059" name="Google Shape;1059;p2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2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2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of text 3">
  <p:cSld name="CUSTOM_13">
    <p:spTree>
      <p:nvGrpSpPr>
        <p:cNvPr id="1" name="Shape 1062"/>
        <p:cNvGrpSpPr/>
        <p:nvPr/>
      </p:nvGrpSpPr>
      <p:grpSpPr>
        <a:xfrm>
          <a:off x="0" y="0"/>
          <a:ext cx="0" cy="0"/>
          <a:chOff x="0" y="0"/>
          <a:chExt cx="0" cy="0"/>
        </a:xfrm>
      </p:grpSpPr>
      <p:sp>
        <p:nvSpPr>
          <p:cNvPr id="1063" name="Google Shape;1063;p21"/>
          <p:cNvSpPr txBox="1">
            <a:spLocks noGrp="1"/>
          </p:cNvSpPr>
          <p:nvPr>
            <p:ph type="title"/>
          </p:nvPr>
        </p:nvSpPr>
        <p:spPr>
          <a:xfrm>
            <a:off x="2962656" y="338328"/>
            <a:ext cx="32187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grpSp>
        <p:nvGrpSpPr>
          <p:cNvPr id="1064" name="Google Shape;1064;p21"/>
          <p:cNvGrpSpPr/>
          <p:nvPr/>
        </p:nvGrpSpPr>
        <p:grpSpPr>
          <a:xfrm>
            <a:off x="261711" y="-1158"/>
            <a:ext cx="8550326" cy="3981600"/>
            <a:chOff x="261711" y="-1158"/>
            <a:chExt cx="8550326" cy="3981600"/>
          </a:xfrm>
        </p:grpSpPr>
        <p:cxnSp>
          <p:nvCxnSpPr>
            <p:cNvPr id="1065" name="Google Shape;1065;p21"/>
            <p:cNvCxnSpPr/>
            <p:nvPr/>
          </p:nvCxnSpPr>
          <p:spPr>
            <a:xfrm>
              <a:off x="515925" y="-1158"/>
              <a:ext cx="0" cy="3981600"/>
            </a:xfrm>
            <a:prstGeom prst="straightConnector1">
              <a:avLst/>
            </a:prstGeom>
            <a:noFill/>
            <a:ln w="9525" cap="flat" cmpd="sng">
              <a:solidFill>
                <a:schemeClr val="dk2"/>
              </a:solidFill>
              <a:prstDash val="solid"/>
              <a:round/>
              <a:headEnd type="none" w="med" len="med"/>
              <a:tailEnd type="none" w="med" len="med"/>
            </a:ln>
          </p:spPr>
        </p:cxnSp>
        <p:cxnSp>
          <p:nvCxnSpPr>
            <p:cNvPr id="1066" name="Google Shape;1066;p21"/>
            <p:cNvCxnSpPr/>
            <p:nvPr/>
          </p:nvCxnSpPr>
          <p:spPr>
            <a:xfrm>
              <a:off x="8666025" y="-1158"/>
              <a:ext cx="0" cy="1902000"/>
            </a:xfrm>
            <a:prstGeom prst="straightConnector1">
              <a:avLst/>
            </a:prstGeom>
            <a:noFill/>
            <a:ln w="9525" cap="flat" cmpd="sng">
              <a:solidFill>
                <a:schemeClr val="dk2"/>
              </a:solidFill>
              <a:prstDash val="solid"/>
              <a:round/>
              <a:headEnd type="none" w="med" len="med"/>
              <a:tailEnd type="none" w="med" len="med"/>
            </a:ln>
          </p:spPr>
        </p:cxnSp>
        <p:grpSp>
          <p:nvGrpSpPr>
            <p:cNvPr id="1067" name="Google Shape;1067;p21"/>
            <p:cNvGrpSpPr/>
            <p:nvPr/>
          </p:nvGrpSpPr>
          <p:grpSpPr>
            <a:xfrm rot="10800000">
              <a:off x="343275" y="3300779"/>
              <a:ext cx="344736" cy="345385"/>
              <a:chOff x="7353050" y="316275"/>
              <a:chExt cx="292025" cy="292575"/>
            </a:xfrm>
          </p:grpSpPr>
          <p:sp>
            <p:nvSpPr>
              <p:cNvPr id="1068" name="Google Shape;1068;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1" name="Google Shape;1071;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2" name="Google Shape;1072;p21"/>
            <p:cNvGrpSpPr/>
            <p:nvPr/>
          </p:nvGrpSpPr>
          <p:grpSpPr>
            <a:xfrm rot="10800000">
              <a:off x="8520013" y="714742"/>
              <a:ext cx="292025" cy="292575"/>
              <a:chOff x="7353050" y="316275"/>
              <a:chExt cx="292025" cy="292575"/>
            </a:xfrm>
          </p:grpSpPr>
          <p:sp>
            <p:nvSpPr>
              <p:cNvPr id="1073" name="Google Shape;1073;p2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4" name="Google Shape;1074;p2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5" name="Google Shape;1075;p2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2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77" name="Google Shape;1077;p21"/>
            <p:cNvGrpSpPr/>
            <p:nvPr/>
          </p:nvGrpSpPr>
          <p:grpSpPr>
            <a:xfrm rot="10800000">
              <a:off x="261711" y="465077"/>
              <a:ext cx="507562" cy="507984"/>
              <a:chOff x="8064275" y="887850"/>
              <a:chExt cx="581800" cy="582350"/>
            </a:xfrm>
          </p:grpSpPr>
          <p:sp>
            <p:nvSpPr>
              <p:cNvPr id="1078" name="Google Shape;1078;p2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2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2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2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2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2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84" name="Google Shape;1084;p21"/>
          <p:cNvSpPr txBox="1">
            <a:spLocks noGrp="1"/>
          </p:cNvSpPr>
          <p:nvPr>
            <p:ph type="subTitle" idx="1"/>
          </p:nvPr>
        </p:nvSpPr>
        <p:spPr>
          <a:xfrm>
            <a:off x="1408175" y="1035279"/>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5" name="Google Shape;1085;p21"/>
          <p:cNvSpPr txBox="1">
            <a:spLocks noGrp="1"/>
          </p:cNvSpPr>
          <p:nvPr>
            <p:ph type="subTitle" idx="2"/>
          </p:nvPr>
        </p:nvSpPr>
        <p:spPr>
          <a:xfrm>
            <a:off x="1408175" y="1336956"/>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6" name="Google Shape;1086;p21"/>
          <p:cNvSpPr txBox="1">
            <a:spLocks noGrp="1"/>
          </p:cNvSpPr>
          <p:nvPr>
            <p:ph type="subTitle" idx="3"/>
          </p:nvPr>
        </p:nvSpPr>
        <p:spPr>
          <a:xfrm>
            <a:off x="1408175" y="2309476"/>
            <a:ext cx="2184000" cy="457200"/>
          </a:xfrm>
          <a:prstGeom prst="rect">
            <a:avLst/>
          </a:prstGeom>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7" name="Google Shape;1087;p21"/>
          <p:cNvSpPr txBox="1">
            <a:spLocks noGrp="1"/>
          </p:cNvSpPr>
          <p:nvPr>
            <p:ph type="subTitle" idx="4"/>
          </p:nvPr>
        </p:nvSpPr>
        <p:spPr>
          <a:xfrm>
            <a:off x="1408175" y="2609979"/>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088" name="Google Shape;1088;p21"/>
          <p:cNvSpPr txBox="1">
            <a:spLocks noGrp="1"/>
          </p:cNvSpPr>
          <p:nvPr>
            <p:ph type="subTitle" idx="5"/>
          </p:nvPr>
        </p:nvSpPr>
        <p:spPr>
          <a:xfrm>
            <a:off x="1408175" y="3587645"/>
            <a:ext cx="2184000" cy="4572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089" name="Google Shape;1089;p21"/>
          <p:cNvSpPr txBox="1">
            <a:spLocks noGrp="1"/>
          </p:cNvSpPr>
          <p:nvPr>
            <p:ph type="subTitle" idx="6"/>
          </p:nvPr>
        </p:nvSpPr>
        <p:spPr>
          <a:xfrm>
            <a:off x="1408175" y="3889317"/>
            <a:ext cx="2184000" cy="6108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hree columns of text 4">
  <p:cSld name="CUSTOM_14">
    <p:spTree>
      <p:nvGrpSpPr>
        <p:cNvPr id="1" name="Shape 1090"/>
        <p:cNvGrpSpPr/>
        <p:nvPr/>
      </p:nvGrpSpPr>
      <p:grpSpPr>
        <a:xfrm>
          <a:off x="0" y="0"/>
          <a:ext cx="0" cy="0"/>
          <a:chOff x="0" y="0"/>
          <a:chExt cx="0" cy="0"/>
        </a:xfrm>
      </p:grpSpPr>
      <p:cxnSp>
        <p:nvCxnSpPr>
          <p:cNvPr id="1091" name="Google Shape;1091;p22"/>
          <p:cNvCxnSpPr/>
          <p:nvPr/>
        </p:nvCxnSpPr>
        <p:spPr>
          <a:xfrm>
            <a:off x="590450" y="4340600"/>
            <a:ext cx="670200" cy="423000"/>
          </a:xfrm>
          <a:prstGeom prst="straightConnector1">
            <a:avLst/>
          </a:prstGeom>
          <a:noFill/>
          <a:ln w="9525" cap="flat" cmpd="sng">
            <a:solidFill>
              <a:schemeClr val="dk2"/>
            </a:solidFill>
            <a:prstDash val="solid"/>
            <a:round/>
            <a:headEnd type="none" w="med" len="med"/>
            <a:tailEnd type="none" w="med" len="med"/>
          </a:ln>
        </p:spPr>
      </p:cxnSp>
      <p:sp>
        <p:nvSpPr>
          <p:cNvPr id="1092" name="Google Shape;1092;p22"/>
          <p:cNvSpPr txBox="1">
            <a:spLocks noGrp="1"/>
          </p:cNvSpPr>
          <p:nvPr>
            <p:ph type="title"/>
          </p:nvPr>
        </p:nvSpPr>
        <p:spPr>
          <a:xfrm>
            <a:off x="2208175" y="342775"/>
            <a:ext cx="47277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None/>
              <a:defRPr/>
            </a:lvl1pPr>
            <a:lvl2pPr lvl="1" rtl="0">
              <a:spcBef>
                <a:spcPts val="0"/>
              </a:spcBef>
              <a:spcAft>
                <a:spcPts val="0"/>
              </a:spcAft>
              <a:buNone/>
              <a:defRPr/>
            </a:lvl2pPr>
            <a:lvl3pPr lvl="2" rtl="0">
              <a:spcBef>
                <a:spcPts val="0"/>
              </a:spcBef>
              <a:spcAft>
                <a:spcPts val="0"/>
              </a:spcAft>
              <a:buNone/>
              <a:defRPr/>
            </a:lvl3pPr>
            <a:lvl4pPr lvl="3" rtl="0">
              <a:spcBef>
                <a:spcPts val="0"/>
              </a:spcBef>
              <a:spcAft>
                <a:spcPts val="0"/>
              </a:spcAft>
              <a:buNone/>
              <a:defRPr/>
            </a:lvl4pPr>
            <a:lvl5pPr lvl="4" rtl="0">
              <a:spcBef>
                <a:spcPts val="0"/>
              </a:spcBef>
              <a:spcAft>
                <a:spcPts val="0"/>
              </a:spcAft>
              <a:buNone/>
              <a:defRPr/>
            </a:lvl5pPr>
            <a:lvl6pPr lvl="5" rtl="0">
              <a:spcBef>
                <a:spcPts val="0"/>
              </a:spcBef>
              <a:spcAft>
                <a:spcPts val="0"/>
              </a:spcAft>
              <a:buNone/>
              <a:defRPr/>
            </a:lvl6pPr>
            <a:lvl7pPr lvl="6" rtl="0">
              <a:spcBef>
                <a:spcPts val="0"/>
              </a:spcBef>
              <a:spcAft>
                <a:spcPts val="0"/>
              </a:spcAft>
              <a:buNone/>
              <a:defRPr/>
            </a:lvl7pPr>
            <a:lvl8pPr lvl="7" rtl="0">
              <a:spcBef>
                <a:spcPts val="0"/>
              </a:spcBef>
              <a:spcAft>
                <a:spcPts val="0"/>
              </a:spcAft>
              <a:buNone/>
              <a:defRPr/>
            </a:lvl8pPr>
            <a:lvl9pPr lvl="8" rtl="0">
              <a:spcBef>
                <a:spcPts val="0"/>
              </a:spcBef>
              <a:spcAft>
                <a:spcPts val="0"/>
              </a:spcAft>
              <a:buNone/>
              <a:defRPr/>
            </a:lvl9pPr>
          </a:lstStyle>
          <a:p>
            <a:endParaRPr/>
          </a:p>
        </p:txBody>
      </p:sp>
      <p:cxnSp>
        <p:nvCxnSpPr>
          <p:cNvPr id="1093" name="Google Shape;1093;p22"/>
          <p:cNvCxnSpPr/>
          <p:nvPr/>
        </p:nvCxnSpPr>
        <p:spPr>
          <a:xfrm rot="10800000" flipH="1">
            <a:off x="0" y="4332550"/>
            <a:ext cx="590700" cy="663900"/>
          </a:xfrm>
          <a:prstGeom prst="straightConnector1">
            <a:avLst/>
          </a:prstGeom>
          <a:noFill/>
          <a:ln w="9525" cap="flat" cmpd="sng">
            <a:solidFill>
              <a:schemeClr val="dk2"/>
            </a:solidFill>
            <a:prstDash val="solid"/>
            <a:round/>
            <a:headEnd type="none" w="med" len="med"/>
            <a:tailEnd type="none" w="med" len="med"/>
          </a:ln>
        </p:spPr>
      </p:cxnSp>
      <p:grpSp>
        <p:nvGrpSpPr>
          <p:cNvPr id="1094" name="Google Shape;1094;p22"/>
          <p:cNvGrpSpPr/>
          <p:nvPr/>
        </p:nvGrpSpPr>
        <p:grpSpPr>
          <a:xfrm flipH="1">
            <a:off x="431725" y="4183775"/>
            <a:ext cx="292025" cy="292575"/>
            <a:chOff x="7353050" y="316275"/>
            <a:chExt cx="292025" cy="292575"/>
          </a:xfrm>
        </p:grpSpPr>
        <p:sp>
          <p:nvSpPr>
            <p:cNvPr id="1095" name="Google Shape;1095;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99" name="Google Shape;1099;p22"/>
          <p:cNvGrpSpPr/>
          <p:nvPr/>
        </p:nvGrpSpPr>
        <p:grpSpPr>
          <a:xfrm>
            <a:off x="1075789" y="4604675"/>
            <a:ext cx="293111" cy="293388"/>
            <a:chOff x="3164039" y="430875"/>
            <a:chExt cx="293111" cy="293388"/>
          </a:xfrm>
        </p:grpSpPr>
        <p:sp>
          <p:nvSpPr>
            <p:cNvPr id="1100" name="Google Shape;1100;p22"/>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22"/>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22"/>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22"/>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22"/>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22"/>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06" name="Google Shape;1106;p22"/>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107" name="Google Shape;1107;p22"/>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108" name="Google Shape;1108;p22"/>
          <p:cNvGrpSpPr/>
          <p:nvPr/>
        </p:nvGrpSpPr>
        <p:grpSpPr>
          <a:xfrm>
            <a:off x="8064275" y="526925"/>
            <a:ext cx="581800" cy="582350"/>
            <a:chOff x="8064275" y="887850"/>
            <a:chExt cx="581800" cy="582350"/>
          </a:xfrm>
        </p:grpSpPr>
        <p:sp>
          <p:nvSpPr>
            <p:cNvPr id="1109" name="Google Shape;1109;p2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2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2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2" name="Google Shape;1112;p2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3" name="Google Shape;1113;p2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4" name="Google Shape;1114;p2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15" name="Google Shape;1115;p22"/>
          <p:cNvGrpSpPr/>
          <p:nvPr/>
        </p:nvGrpSpPr>
        <p:grpSpPr>
          <a:xfrm>
            <a:off x="7033875" y="170875"/>
            <a:ext cx="292025" cy="292575"/>
            <a:chOff x="7353050" y="316275"/>
            <a:chExt cx="292025" cy="292575"/>
          </a:xfrm>
        </p:grpSpPr>
        <p:sp>
          <p:nvSpPr>
            <p:cNvPr id="1116" name="Google Shape;1116;p2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2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8" name="Google Shape;1118;p2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9" name="Google Shape;1119;p2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0" name="Google Shape;1120;p22"/>
          <p:cNvGrpSpPr/>
          <p:nvPr/>
        </p:nvGrpSpPr>
        <p:grpSpPr>
          <a:xfrm>
            <a:off x="8757950" y="229650"/>
            <a:ext cx="175000" cy="175000"/>
            <a:chOff x="8792300" y="321275"/>
            <a:chExt cx="175000" cy="175000"/>
          </a:xfrm>
        </p:grpSpPr>
        <p:sp>
          <p:nvSpPr>
            <p:cNvPr id="1121" name="Google Shape;1121;p2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2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2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2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5" name="Google Shape;1125;p22"/>
          <p:cNvGrpSpPr/>
          <p:nvPr/>
        </p:nvGrpSpPr>
        <p:grpSpPr>
          <a:xfrm>
            <a:off x="8490050" y="170875"/>
            <a:ext cx="175013" cy="27000"/>
            <a:chOff x="5662375" y="212375"/>
            <a:chExt cx="175013" cy="27000"/>
          </a:xfrm>
        </p:grpSpPr>
        <p:sp>
          <p:nvSpPr>
            <p:cNvPr id="1126" name="Google Shape;1126;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22"/>
          <p:cNvGrpSpPr/>
          <p:nvPr/>
        </p:nvGrpSpPr>
        <p:grpSpPr>
          <a:xfrm>
            <a:off x="7916350" y="1124600"/>
            <a:ext cx="175013" cy="27000"/>
            <a:chOff x="5662375" y="212375"/>
            <a:chExt cx="175013" cy="27000"/>
          </a:xfrm>
        </p:grpSpPr>
        <p:sp>
          <p:nvSpPr>
            <p:cNvPr id="1130" name="Google Shape;1130;p22"/>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1" name="Google Shape;1131;p22"/>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2" name="Google Shape;1132;p22"/>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33" name="Google Shape;1133;p22"/>
          <p:cNvSpPr txBox="1">
            <a:spLocks noGrp="1"/>
          </p:cNvSpPr>
          <p:nvPr>
            <p:ph type="subTitle" idx="1"/>
          </p:nvPr>
        </p:nvSpPr>
        <p:spPr>
          <a:xfrm>
            <a:off x="5641848" y="2743200"/>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4" name="Google Shape;1134;p22"/>
          <p:cNvSpPr txBox="1">
            <a:spLocks noGrp="1"/>
          </p:cNvSpPr>
          <p:nvPr>
            <p:ph type="subTitle" idx="2"/>
          </p:nvPr>
        </p:nvSpPr>
        <p:spPr>
          <a:xfrm>
            <a:off x="3639312" y="1636776"/>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5" name="Google Shape;1135;p22"/>
          <p:cNvSpPr txBox="1">
            <a:spLocks noGrp="1"/>
          </p:cNvSpPr>
          <p:nvPr>
            <p:ph type="subTitle" idx="3"/>
          </p:nvPr>
        </p:nvSpPr>
        <p:spPr>
          <a:xfrm>
            <a:off x="1636776" y="2249424"/>
            <a:ext cx="1865400" cy="4023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1pPr>
            <a:lvl2pPr lvl="1"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2pPr>
            <a:lvl3pPr lvl="2"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3pPr>
            <a:lvl4pPr lvl="3"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4pPr>
            <a:lvl5pPr lvl="4"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5pPr>
            <a:lvl6pPr lvl="5"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6pPr>
            <a:lvl7pPr lvl="6"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7pPr>
            <a:lvl8pPr lvl="7"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8pPr>
            <a:lvl9pPr lvl="8" algn="ctr" rtl="0">
              <a:spcBef>
                <a:spcPts val="0"/>
              </a:spcBef>
              <a:spcAft>
                <a:spcPts val="0"/>
              </a:spcAft>
              <a:buNone/>
              <a:defRPr sz="1800">
                <a:solidFill>
                  <a:schemeClr val="accent1"/>
                </a:solidFill>
                <a:latin typeface="Barlow Semi Condensed Medium"/>
                <a:ea typeface="Barlow Semi Condensed Medium"/>
                <a:cs typeface="Barlow Semi Condensed Medium"/>
                <a:sym typeface="Barlow Semi Condensed Medium"/>
              </a:defRPr>
            </a:lvl9pPr>
          </a:lstStyle>
          <a:p>
            <a:endParaRPr/>
          </a:p>
        </p:txBody>
      </p:sp>
      <p:sp>
        <p:nvSpPr>
          <p:cNvPr id="1136" name="Google Shape;1136;p22"/>
          <p:cNvSpPr txBox="1">
            <a:spLocks noGrp="1"/>
          </p:cNvSpPr>
          <p:nvPr>
            <p:ph type="subTitle" idx="4"/>
          </p:nvPr>
        </p:nvSpPr>
        <p:spPr>
          <a:xfrm>
            <a:off x="5641848" y="3081528"/>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7" name="Google Shape;1137;p22"/>
          <p:cNvSpPr txBox="1">
            <a:spLocks noGrp="1"/>
          </p:cNvSpPr>
          <p:nvPr>
            <p:ph type="subTitle" idx="5"/>
          </p:nvPr>
        </p:nvSpPr>
        <p:spPr>
          <a:xfrm>
            <a:off x="3639312" y="1975104"/>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
        <p:nvSpPr>
          <p:cNvPr id="1138" name="Google Shape;1138;p22"/>
          <p:cNvSpPr txBox="1">
            <a:spLocks noGrp="1"/>
          </p:cNvSpPr>
          <p:nvPr>
            <p:ph type="subTitle" idx="6"/>
          </p:nvPr>
        </p:nvSpPr>
        <p:spPr>
          <a:xfrm>
            <a:off x="1636776"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3">
  <p:cSld name="TITLE_AND_BODY_1">
    <p:spTree>
      <p:nvGrpSpPr>
        <p:cNvPr id="1" name="Shape 1139"/>
        <p:cNvGrpSpPr/>
        <p:nvPr/>
      </p:nvGrpSpPr>
      <p:grpSpPr>
        <a:xfrm>
          <a:off x="0" y="0"/>
          <a:ext cx="0" cy="0"/>
          <a:chOff x="0" y="0"/>
          <a:chExt cx="0" cy="0"/>
        </a:xfrm>
      </p:grpSpPr>
      <p:sp>
        <p:nvSpPr>
          <p:cNvPr id="1140" name="Google Shape;1140;p23"/>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sp>
        <p:nvSpPr>
          <p:cNvPr id="1141" name="Google Shape;1141;p23"/>
          <p:cNvSpPr txBox="1">
            <a:spLocks noGrp="1"/>
          </p:cNvSpPr>
          <p:nvPr>
            <p:ph type="body" idx="1"/>
          </p:nvPr>
        </p:nvSpPr>
        <p:spPr>
          <a:xfrm>
            <a:off x="714650" y="1152150"/>
            <a:ext cx="7705500" cy="3529500"/>
          </a:xfrm>
          <a:prstGeom prst="rect">
            <a:avLst/>
          </a:prstGeom>
          <a:noFill/>
          <a:ln>
            <a:noFill/>
          </a:ln>
        </p:spPr>
        <p:txBody>
          <a:bodyPr spcFirstLastPara="1" wrap="square" lIns="91425" tIns="91425" rIns="91425" bIns="91425" anchor="ctr" anchorCtr="0">
            <a:noAutofit/>
          </a:bodyPr>
          <a:lstStyle>
            <a:lvl1pPr marL="457200" lvl="0" indent="-304800" rtl="0">
              <a:spcBef>
                <a:spcPts val="0"/>
              </a:spcBef>
              <a:spcAft>
                <a:spcPts val="0"/>
              </a:spcAft>
              <a:buClr>
                <a:srgbClr val="434343"/>
              </a:buClr>
              <a:buSzPts val="1200"/>
              <a:buFont typeface="Barlow Semi Condensed Medium"/>
              <a:buAutoNum type="arabicPeriod"/>
              <a:defRPr sz="1200">
                <a:solidFill>
                  <a:schemeClr val="dk2"/>
                </a:solidFill>
                <a:latin typeface="Barlow Semi Condensed"/>
                <a:ea typeface="Barlow Semi Condensed"/>
                <a:cs typeface="Barlow Semi Condensed"/>
                <a:sym typeface="Barlow Semi Condensed"/>
              </a:defRPr>
            </a:lvl1pPr>
            <a:lvl2pPr marL="914400" lvl="1"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2pPr>
            <a:lvl3pPr marL="1371600" lvl="2"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3pPr>
            <a:lvl4pPr marL="1828800" lvl="3"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4pPr>
            <a:lvl5pPr marL="2286000" lvl="4"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5pPr>
            <a:lvl6pPr marL="2743200" lvl="5"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6pPr>
            <a:lvl7pPr marL="3200400" lvl="6" indent="-304800" rtl="0">
              <a:spcBef>
                <a:spcPts val="0"/>
              </a:spcBef>
              <a:spcAft>
                <a:spcPts val="0"/>
              </a:spcAft>
              <a:buClr>
                <a:srgbClr val="434343"/>
              </a:buClr>
              <a:buSzPts val="1200"/>
              <a:buFont typeface="Roboto Condensed Light"/>
              <a:buAutoNum type="arabicPeriod"/>
              <a:defRPr>
                <a:solidFill>
                  <a:schemeClr val="dk2"/>
                </a:solidFill>
                <a:latin typeface="Barlow Semi Condensed"/>
                <a:ea typeface="Barlow Semi Condensed"/>
                <a:cs typeface="Barlow Semi Condensed"/>
                <a:sym typeface="Barlow Semi Condensed"/>
              </a:defRPr>
            </a:lvl7pPr>
            <a:lvl8pPr marL="3657600" lvl="7" indent="-304800" rtl="0">
              <a:spcBef>
                <a:spcPts val="0"/>
              </a:spcBef>
              <a:spcAft>
                <a:spcPts val="0"/>
              </a:spcAft>
              <a:buClr>
                <a:srgbClr val="434343"/>
              </a:buClr>
              <a:buSzPts val="1200"/>
              <a:buFont typeface="Roboto Condensed Light"/>
              <a:buAutoNum type="alphaLcPeriod"/>
              <a:defRPr>
                <a:solidFill>
                  <a:schemeClr val="dk2"/>
                </a:solidFill>
                <a:latin typeface="Barlow Semi Condensed"/>
                <a:ea typeface="Barlow Semi Condensed"/>
                <a:cs typeface="Barlow Semi Condensed"/>
                <a:sym typeface="Barlow Semi Condensed"/>
              </a:defRPr>
            </a:lvl8pPr>
            <a:lvl9pPr marL="4114800" lvl="8" indent="-304800" rtl="0">
              <a:spcBef>
                <a:spcPts val="0"/>
              </a:spcBef>
              <a:spcAft>
                <a:spcPts val="0"/>
              </a:spcAft>
              <a:buClr>
                <a:srgbClr val="434343"/>
              </a:buClr>
              <a:buSzPts val="1200"/>
              <a:buFont typeface="Roboto Condensed Light"/>
              <a:buAutoNum type="romanLcPeriod"/>
              <a:defRPr>
                <a:solidFill>
                  <a:schemeClr val="dk2"/>
                </a:solidFill>
                <a:latin typeface="Barlow Semi Condensed"/>
                <a:ea typeface="Barlow Semi Condensed"/>
                <a:cs typeface="Barlow Semi Condensed"/>
                <a:sym typeface="Barlow Semi Condensed"/>
              </a:defRPr>
            </a:lvl9pPr>
          </a:lstStyle>
          <a:p>
            <a:endParaRPr/>
          </a:p>
        </p:txBody>
      </p:sp>
      <p:cxnSp>
        <p:nvCxnSpPr>
          <p:cNvPr id="1142" name="Google Shape;1142;p23"/>
          <p:cNvCxnSpPr/>
          <p:nvPr/>
        </p:nvCxnSpPr>
        <p:spPr>
          <a:xfrm rot="10800000">
            <a:off x="303000" y="3359375"/>
            <a:ext cx="151800" cy="957300"/>
          </a:xfrm>
          <a:prstGeom prst="straightConnector1">
            <a:avLst/>
          </a:prstGeom>
          <a:noFill/>
          <a:ln w="9525" cap="flat" cmpd="sng">
            <a:solidFill>
              <a:schemeClr val="dk1"/>
            </a:solidFill>
            <a:prstDash val="solid"/>
            <a:round/>
            <a:headEnd type="none" w="med" len="med"/>
            <a:tailEnd type="none" w="med" len="med"/>
          </a:ln>
        </p:spPr>
      </p:cxnSp>
      <p:cxnSp>
        <p:nvCxnSpPr>
          <p:cNvPr id="1143" name="Google Shape;1143;p23"/>
          <p:cNvCxnSpPr/>
          <p:nvPr/>
        </p:nvCxnSpPr>
        <p:spPr>
          <a:xfrm rot="10800000" flipH="1">
            <a:off x="0" y="4332550"/>
            <a:ext cx="446700" cy="663900"/>
          </a:xfrm>
          <a:prstGeom prst="straightConnector1">
            <a:avLst/>
          </a:prstGeom>
          <a:noFill/>
          <a:ln w="9525" cap="flat" cmpd="sng">
            <a:solidFill>
              <a:schemeClr val="dk1"/>
            </a:solidFill>
            <a:prstDash val="solid"/>
            <a:round/>
            <a:headEnd type="none" w="med" len="med"/>
            <a:tailEnd type="none" w="med" len="med"/>
          </a:ln>
        </p:spPr>
      </p:cxnSp>
      <p:grpSp>
        <p:nvGrpSpPr>
          <p:cNvPr id="1144" name="Google Shape;1144;p23"/>
          <p:cNvGrpSpPr/>
          <p:nvPr/>
        </p:nvGrpSpPr>
        <p:grpSpPr>
          <a:xfrm flipH="1">
            <a:off x="300738" y="4167800"/>
            <a:ext cx="292025" cy="292575"/>
            <a:chOff x="7353050" y="316275"/>
            <a:chExt cx="292025" cy="292575"/>
          </a:xfrm>
        </p:grpSpPr>
        <p:sp>
          <p:nvSpPr>
            <p:cNvPr id="1145" name="Google Shape;1145;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6" name="Google Shape;1146;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7" name="Google Shape;1147;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23"/>
          <p:cNvGrpSpPr/>
          <p:nvPr/>
        </p:nvGrpSpPr>
        <p:grpSpPr>
          <a:xfrm>
            <a:off x="148789" y="3224300"/>
            <a:ext cx="293111" cy="293388"/>
            <a:chOff x="3164039" y="430875"/>
            <a:chExt cx="293111" cy="293388"/>
          </a:xfrm>
        </p:grpSpPr>
        <p:sp>
          <p:nvSpPr>
            <p:cNvPr id="1150" name="Google Shape;1150;p23"/>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23"/>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2" name="Google Shape;1152;p23"/>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3" name="Google Shape;1153;p23"/>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23"/>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5" name="Google Shape;1155;p23"/>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56" name="Google Shape;1156;p23"/>
          <p:cNvCxnSpPr/>
          <p:nvPr/>
        </p:nvCxnSpPr>
        <p:spPr>
          <a:xfrm rot="10800000">
            <a:off x="7196975" y="295100"/>
            <a:ext cx="1157100" cy="542700"/>
          </a:xfrm>
          <a:prstGeom prst="straightConnector1">
            <a:avLst/>
          </a:prstGeom>
          <a:noFill/>
          <a:ln w="9525" cap="flat" cmpd="sng">
            <a:solidFill>
              <a:schemeClr val="dk1"/>
            </a:solidFill>
            <a:prstDash val="solid"/>
            <a:round/>
            <a:headEnd type="none" w="med" len="med"/>
            <a:tailEnd type="none" w="med" len="med"/>
          </a:ln>
        </p:spPr>
      </p:cxnSp>
      <p:cxnSp>
        <p:nvCxnSpPr>
          <p:cNvPr id="1157" name="Google Shape;1157;p23"/>
          <p:cNvCxnSpPr/>
          <p:nvPr/>
        </p:nvCxnSpPr>
        <p:spPr>
          <a:xfrm flipH="1">
            <a:off x="8354075" y="-6625"/>
            <a:ext cx="791400" cy="836400"/>
          </a:xfrm>
          <a:prstGeom prst="straightConnector1">
            <a:avLst/>
          </a:prstGeom>
          <a:noFill/>
          <a:ln w="9525" cap="flat" cmpd="sng">
            <a:solidFill>
              <a:schemeClr val="dk1"/>
            </a:solidFill>
            <a:prstDash val="solid"/>
            <a:round/>
            <a:headEnd type="none" w="med" len="med"/>
            <a:tailEnd type="none" w="med" len="med"/>
          </a:ln>
        </p:spPr>
      </p:cxnSp>
      <p:grpSp>
        <p:nvGrpSpPr>
          <p:cNvPr id="1158" name="Google Shape;1158;p23"/>
          <p:cNvGrpSpPr/>
          <p:nvPr/>
        </p:nvGrpSpPr>
        <p:grpSpPr>
          <a:xfrm>
            <a:off x="8064275" y="526925"/>
            <a:ext cx="581800" cy="582350"/>
            <a:chOff x="8064275" y="887850"/>
            <a:chExt cx="581800" cy="582350"/>
          </a:xfrm>
        </p:grpSpPr>
        <p:sp>
          <p:nvSpPr>
            <p:cNvPr id="1159" name="Google Shape;1159;p23"/>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0" name="Google Shape;1160;p23"/>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1" name="Google Shape;1161;p23"/>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2" name="Google Shape;1162;p23"/>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3" name="Google Shape;1163;p23"/>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4" name="Google Shape;1164;p23"/>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65" name="Google Shape;1165;p23"/>
          <p:cNvGrpSpPr/>
          <p:nvPr/>
        </p:nvGrpSpPr>
        <p:grpSpPr>
          <a:xfrm>
            <a:off x="7033875" y="170875"/>
            <a:ext cx="292025" cy="292575"/>
            <a:chOff x="7353050" y="316275"/>
            <a:chExt cx="292025" cy="292575"/>
          </a:xfrm>
        </p:grpSpPr>
        <p:sp>
          <p:nvSpPr>
            <p:cNvPr id="1166" name="Google Shape;1166;p23"/>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7" name="Google Shape;1167;p23"/>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8" name="Google Shape;1168;p23"/>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23"/>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0" name="Google Shape;1170;p23"/>
          <p:cNvGrpSpPr/>
          <p:nvPr/>
        </p:nvGrpSpPr>
        <p:grpSpPr>
          <a:xfrm>
            <a:off x="8757950" y="229650"/>
            <a:ext cx="175000" cy="175000"/>
            <a:chOff x="8792300" y="321275"/>
            <a:chExt cx="175000" cy="175000"/>
          </a:xfrm>
        </p:grpSpPr>
        <p:sp>
          <p:nvSpPr>
            <p:cNvPr id="1171" name="Google Shape;1171;p23"/>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2" name="Google Shape;1172;p23"/>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3" name="Google Shape;1173;p23"/>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23"/>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23"/>
          <p:cNvGrpSpPr/>
          <p:nvPr/>
        </p:nvGrpSpPr>
        <p:grpSpPr>
          <a:xfrm>
            <a:off x="8490050" y="170875"/>
            <a:ext cx="175013" cy="27000"/>
            <a:chOff x="5662375" y="212375"/>
            <a:chExt cx="175013" cy="27000"/>
          </a:xfrm>
        </p:grpSpPr>
        <p:sp>
          <p:nvSpPr>
            <p:cNvPr id="1176" name="Google Shape;1176;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7" name="Google Shape;1177;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8" name="Google Shape;1178;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9" name="Google Shape;1179;p23"/>
          <p:cNvGrpSpPr/>
          <p:nvPr/>
        </p:nvGrpSpPr>
        <p:grpSpPr>
          <a:xfrm>
            <a:off x="7916350" y="1124600"/>
            <a:ext cx="175013" cy="27000"/>
            <a:chOff x="5662375" y="212375"/>
            <a:chExt cx="175013" cy="27000"/>
          </a:xfrm>
        </p:grpSpPr>
        <p:sp>
          <p:nvSpPr>
            <p:cNvPr id="1180" name="Google Shape;1180;p23"/>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23"/>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23"/>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2">
  <p:cSld name="CUSTOM_15">
    <p:spTree>
      <p:nvGrpSpPr>
        <p:cNvPr id="1" name="Shape 1183"/>
        <p:cNvGrpSpPr/>
        <p:nvPr/>
      </p:nvGrpSpPr>
      <p:grpSpPr>
        <a:xfrm>
          <a:off x="0" y="0"/>
          <a:ext cx="0" cy="0"/>
          <a:chOff x="0" y="0"/>
          <a:chExt cx="0" cy="0"/>
        </a:xfrm>
      </p:grpSpPr>
      <p:sp>
        <p:nvSpPr>
          <p:cNvPr id="1184" name="Google Shape;1184;p24"/>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lgn="ctr">
              <a:spcBef>
                <a:spcPts val="0"/>
              </a:spcBef>
              <a:spcAft>
                <a:spcPts val="0"/>
              </a:spcAft>
              <a:buNone/>
              <a:defRPr/>
            </a:lvl2pPr>
            <a:lvl3pPr lvl="2" algn="ctr">
              <a:spcBef>
                <a:spcPts val="0"/>
              </a:spcBef>
              <a:spcAft>
                <a:spcPts val="0"/>
              </a:spcAft>
              <a:buNone/>
              <a:defRPr/>
            </a:lvl3pPr>
            <a:lvl4pPr lvl="3" algn="ctr">
              <a:spcBef>
                <a:spcPts val="0"/>
              </a:spcBef>
              <a:spcAft>
                <a:spcPts val="0"/>
              </a:spcAft>
              <a:buNone/>
              <a:defRPr/>
            </a:lvl4pPr>
            <a:lvl5pPr lvl="4" algn="ctr">
              <a:spcBef>
                <a:spcPts val="0"/>
              </a:spcBef>
              <a:spcAft>
                <a:spcPts val="0"/>
              </a:spcAft>
              <a:buNone/>
              <a:defRPr/>
            </a:lvl5pPr>
            <a:lvl6pPr lvl="5" algn="ctr">
              <a:spcBef>
                <a:spcPts val="0"/>
              </a:spcBef>
              <a:spcAft>
                <a:spcPts val="0"/>
              </a:spcAft>
              <a:buNone/>
              <a:defRPr/>
            </a:lvl6pPr>
            <a:lvl7pPr lvl="6" algn="ctr">
              <a:spcBef>
                <a:spcPts val="0"/>
              </a:spcBef>
              <a:spcAft>
                <a:spcPts val="0"/>
              </a:spcAft>
              <a:buNone/>
              <a:defRPr/>
            </a:lvl7pPr>
            <a:lvl8pPr lvl="7" algn="ctr">
              <a:spcBef>
                <a:spcPts val="0"/>
              </a:spcBef>
              <a:spcAft>
                <a:spcPts val="0"/>
              </a:spcAft>
              <a:buNone/>
              <a:defRPr/>
            </a:lvl8pPr>
            <a:lvl9pPr lvl="8" algn="ctr">
              <a:spcBef>
                <a:spcPts val="0"/>
              </a:spcBef>
              <a:spcAft>
                <a:spcPts val="0"/>
              </a:spcAft>
              <a:buNone/>
              <a:defRPr/>
            </a:lvl9pPr>
          </a:lstStyle>
          <a:p>
            <a:endParaRPr/>
          </a:p>
        </p:txBody>
      </p:sp>
      <p:cxnSp>
        <p:nvCxnSpPr>
          <p:cNvPr id="1185" name="Google Shape;1185;p24"/>
          <p:cNvCxnSpPr/>
          <p:nvPr/>
        </p:nvCxnSpPr>
        <p:spPr>
          <a:xfrm>
            <a:off x="590450" y="4340600"/>
            <a:ext cx="670200" cy="423000"/>
          </a:xfrm>
          <a:prstGeom prst="straightConnector1">
            <a:avLst/>
          </a:prstGeom>
          <a:noFill/>
          <a:ln w="9525" cap="flat" cmpd="sng">
            <a:solidFill>
              <a:schemeClr val="dk1"/>
            </a:solidFill>
            <a:prstDash val="solid"/>
            <a:round/>
            <a:headEnd type="none" w="med" len="med"/>
            <a:tailEnd type="none" w="med" len="med"/>
          </a:ln>
        </p:spPr>
      </p:cxnSp>
      <p:cxnSp>
        <p:nvCxnSpPr>
          <p:cNvPr id="1186" name="Google Shape;1186;p24"/>
          <p:cNvCxnSpPr/>
          <p:nvPr/>
        </p:nvCxnSpPr>
        <p:spPr>
          <a:xfrm rot="10800000" flipH="1">
            <a:off x="0" y="4332550"/>
            <a:ext cx="590700" cy="663900"/>
          </a:xfrm>
          <a:prstGeom prst="straightConnector1">
            <a:avLst/>
          </a:prstGeom>
          <a:noFill/>
          <a:ln w="9525" cap="flat" cmpd="sng">
            <a:solidFill>
              <a:schemeClr val="dk1"/>
            </a:solidFill>
            <a:prstDash val="solid"/>
            <a:round/>
            <a:headEnd type="none" w="med" len="med"/>
            <a:tailEnd type="none" w="med" len="med"/>
          </a:ln>
        </p:spPr>
      </p:cxnSp>
      <p:grpSp>
        <p:nvGrpSpPr>
          <p:cNvPr id="1187" name="Google Shape;1187;p24"/>
          <p:cNvGrpSpPr/>
          <p:nvPr/>
        </p:nvGrpSpPr>
        <p:grpSpPr>
          <a:xfrm flipH="1">
            <a:off x="431725" y="4183775"/>
            <a:ext cx="292025" cy="292575"/>
            <a:chOff x="7353050" y="316275"/>
            <a:chExt cx="292025" cy="292575"/>
          </a:xfrm>
        </p:grpSpPr>
        <p:sp>
          <p:nvSpPr>
            <p:cNvPr id="1188" name="Google Shape;1188;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9" name="Google Shape;1189;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1190;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1191;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92" name="Google Shape;1192;p24"/>
          <p:cNvGrpSpPr/>
          <p:nvPr/>
        </p:nvGrpSpPr>
        <p:grpSpPr>
          <a:xfrm>
            <a:off x="1075789" y="4604675"/>
            <a:ext cx="293111" cy="293388"/>
            <a:chOff x="3164039" y="430875"/>
            <a:chExt cx="293111" cy="293388"/>
          </a:xfrm>
        </p:grpSpPr>
        <p:sp>
          <p:nvSpPr>
            <p:cNvPr id="1193" name="Google Shape;1193;p24"/>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24"/>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1195;p24"/>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1196;p24"/>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1197;p24"/>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1198;p24"/>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199" name="Google Shape;1199;p24"/>
          <p:cNvCxnSpPr/>
          <p:nvPr/>
        </p:nvCxnSpPr>
        <p:spPr>
          <a:xfrm rot="10800000">
            <a:off x="7196975" y="2951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00" name="Google Shape;1200;p24"/>
          <p:cNvCxnSpPr/>
          <p:nvPr/>
        </p:nvCxnSpPr>
        <p:spPr>
          <a:xfrm flipH="1">
            <a:off x="8354075" y="-66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01" name="Google Shape;1201;p24"/>
          <p:cNvGrpSpPr/>
          <p:nvPr/>
        </p:nvGrpSpPr>
        <p:grpSpPr>
          <a:xfrm>
            <a:off x="8064275" y="526925"/>
            <a:ext cx="581800" cy="582350"/>
            <a:chOff x="8064275" y="887850"/>
            <a:chExt cx="581800" cy="582350"/>
          </a:xfrm>
        </p:grpSpPr>
        <p:sp>
          <p:nvSpPr>
            <p:cNvPr id="1202" name="Google Shape;1202;p24"/>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24"/>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24"/>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1205;p24"/>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1206;p24"/>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1207;p24"/>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8" name="Google Shape;1208;p24"/>
          <p:cNvGrpSpPr/>
          <p:nvPr/>
        </p:nvGrpSpPr>
        <p:grpSpPr>
          <a:xfrm>
            <a:off x="7033875" y="170875"/>
            <a:ext cx="292025" cy="292575"/>
            <a:chOff x="7353050" y="316275"/>
            <a:chExt cx="292025" cy="292575"/>
          </a:xfrm>
        </p:grpSpPr>
        <p:sp>
          <p:nvSpPr>
            <p:cNvPr id="1209" name="Google Shape;1209;p24"/>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24"/>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24"/>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24"/>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3" name="Google Shape;1213;p24"/>
          <p:cNvGrpSpPr/>
          <p:nvPr/>
        </p:nvGrpSpPr>
        <p:grpSpPr>
          <a:xfrm>
            <a:off x="8757950" y="229650"/>
            <a:ext cx="175000" cy="175000"/>
            <a:chOff x="8792300" y="321275"/>
            <a:chExt cx="175000" cy="175000"/>
          </a:xfrm>
        </p:grpSpPr>
        <p:sp>
          <p:nvSpPr>
            <p:cNvPr id="1214" name="Google Shape;1214;p24"/>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24"/>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1216;p24"/>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1217;p24"/>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8" name="Google Shape;1218;p24"/>
          <p:cNvGrpSpPr/>
          <p:nvPr/>
        </p:nvGrpSpPr>
        <p:grpSpPr>
          <a:xfrm>
            <a:off x="8490050" y="170875"/>
            <a:ext cx="175013" cy="27000"/>
            <a:chOff x="5662375" y="212375"/>
            <a:chExt cx="175013" cy="27000"/>
          </a:xfrm>
        </p:grpSpPr>
        <p:sp>
          <p:nvSpPr>
            <p:cNvPr id="1219" name="Google Shape;1219;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1220;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22" name="Google Shape;1222;p24"/>
          <p:cNvGrpSpPr/>
          <p:nvPr/>
        </p:nvGrpSpPr>
        <p:grpSpPr>
          <a:xfrm>
            <a:off x="7916350" y="1124600"/>
            <a:ext cx="175013" cy="27000"/>
            <a:chOff x="5662375" y="212375"/>
            <a:chExt cx="175013" cy="27000"/>
          </a:xfrm>
        </p:grpSpPr>
        <p:sp>
          <p:nvSpPr>
            <p:cNvPr id="1223" name="Google Shape;1223;p24"/>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1224;p24"/>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1225;p24"/>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only 3">
  <p:cSld name="CUSTOM_16">
    <p:spTree>
      <p:nvGrpSpPr>
        <p:cNvPr id="1" name="Shape 1226"/>
        <p:cNvGrpSpPr/>
        <p:nvPr/>
      </p:nvGrpSpPr>
      <p:grpSpPr>
        <a:xfrm>
          <a:off x="0" y="0"/>
          <a:ext cx="0" cy="0"/>
          <a:chOff x="0" y="0"/>
          <a:chExt cx="0" cy="0"/>
        </a:xfrm>
      </p:grpSpPr>
      <p:sp>
        <p:nvSpPr>
          <p:cNvPr id="1227" name="Google Shape;1227;p25"/>
          <p:cNvSpPr txBox="1">
            <a:spLocks noGrp="1"/>
          </p:cNvSpPr>
          <p:nvPr>
            <p:ph type="title"/>
          </p:nvPr>
        </p:nvSpPr>
        <p:spPr>
          <a:xfrm>
            <a:off x="896100" y="1984450"/>
            <a:ext cx="3457200" cy="1292100"/>
          </a:xfrm>
          <a:prstGeom prst="rect">
            <a:avLst/>
          </a:prstGeom>
        </p:spPr>
        <p:txBody>
          <a:bodyPr spcFirstLastPara="1" wrap="square" lIns="91425" tIns="91425" rIns="91425" bIns="91425" anchor="b" anchorCtr="0">
            <a:noAutofit/>
          </a:bodyPr>
          <a:lstStyle>
            <a:lvl1pPr lvl="0" rtl="0">
              <a:spcBef>
                <a:spcPts val="0"/>
              </a:spcBef>
              <a:spcAft>
                <a:spcPts val="0"/>
              </a:spcAft>
              <a:buSzPts val="4200"/>
              <a:buNone/>
              <a:defRPr/>
            </a:lvl1pPr>
            <a:lvl2pPr lvl="1" algn="ctr" rtl="0">
              <a:spcBef>
                <a:spcPts val="0"/>
              </a:spcBef>
              <a:spcAft>
                <a:spcPts val="0"/>
              </a:spcAft>
              <a:buSzPts val="4200"/>
              <a:buNone/>
              <a:defRPr sz="4200"/>
            </a:lvl2pPr>
            <a:lvl3pPr lvl="2" algn="ctr" rtl="0">
              <a:spcBef>
                <a:spcPts val="0"/>
              </a:spcBef>
              <a:spcAft>
                <a:spcPts val="0"/>
              </a:spcAft>
              <a:buSzPts val="4200"/>
              <a:buNone/>
              <a:defRPr sz="4200"/>
            </a:lvl3pPr>
            <a:lvl4pPr lvl="3" algn="ctr" rtl="0">
              <a:spcBef>
                <a:spcPts val="0"/>
              </a:spcBef>
              <a:spcAft>
                <a:spcPts val="0"/>
              </a:spcAft>
              <a:buSzPts val="4200"/>
              <a:buNone/>
              <a:defRPr sz="4200"/>
            </a:lvl4pPr>
            <a:lvl5pPr lvl="4" algn="ctr" rtl="0">
              <a:spcBef>
                <a:spcPts val="0"/>
              </a:spcBef>
              <a:spcAft>
                <a:spcPts val="0"/>
              </a:spcAft>
              <a:buSzPts val="4200"/>
              <a:buNone/>
              <a:defRPr sz="4200"/>
            </a:lvl5pPr>
            <a:lvl6pPr lvl="5" algn="ctr" rtl="0">
              <a:spcBef>
                <a:spcPts val="0"/>
              </a:spcBef>
              <a:spcAft>
                <a:spcPts val="0"/>
              </a:spcAft>
              <a:buSzPts val="4200"/>
              <a:buNone/>
              <a:defRPr sz="4200"/>
            </a:lvl6pPr>
            <a:lvl7pPr lvl="6" algn="ctr" rtl="0">
              <a:spcBef>
                <a:spcPts val="0"/>
              </a:spcBef>
              <a:spcAft>
                <a:spcPts val="0"/>
              </a:spcAft>
              <a:buSzPts val="4200"/>
              <a:buNone/>
              <a:defRPr sz="4200"/>
            </a:lvl7pPr>
            <a:lvl8pPr lvl="7" algn="ctr" rtl="0">
              <a:spcBef>
                <a:spcPts val="0"/>
              </a:spcBef>
              <a:spcAft>
                <a:spcPts val="0"/>
              </a:spcAft>
              <a:buSzPts val="4200"/>
              <a:buNone/>
              <a:defRPr sz="4200"/>
            </a:lvl8pPr>
            <a:lvl9pPr lvl="8" algn="ctr" rtl="0">
              <a:spcBef>
                <a:spcPts val="0"/>
              </a:spcBef>
              <a:spcAft>
                <a:spcPts val="0"/>
              </a:spcAft>
              <a:buSzPts val="4200"/>
              <a:buNone/>
              <a:defRPr sz="4200"/>
            </a:lvl9pPr>
          </a:lstStyle>
          <a:p>
            <a:endParaRPr/>
          </a:p>
        </p:txBody>
      </p:sp>
      <p:cxnSp>
        <p:nvCxnSpPr>
          <p:cNvPr id="1228" name="Google Shape;1228;p25"/>
          <p:cNvCxnSpPr/>
          <p:nvPr/>
        </p:nvCxnSpPr>
        <p:spPr>
          <a:xfrm>
            <a:off x="1645925" y="523125"/>
            <a:ext cx="1672500" cy="126000"/>
          </a:xfrm>
          <a:prstGeom prst="straightConnector1">
            <a:avLst/>
          </a:prstGeom>
          <a:noFill/>
          <a:ln w="9525" cap="flat" cmpd="sng">
            <a:solidFill>
              <a:schemeClr val="dk2"/>
            </a:solidFill>
            <a:prstDash val="solid"/>
            <a:round/>
            <a:headEnd type="none" w="med" len="med"/>
            <a:tailEnd type="none" w="med" len="med"/>
          </a:ln>
        </p:spPr>
      </p:cxnSp>
      <p:cxnSp>
        <p:nvCxnSpPr>
          <p:cNvPr id="1229" name="Google Shape;1229;p25"/>
          <p:cNvCxnSpPr/>
          <p:nvPr/>
        </p:nvCxnSpPr>
        <p:spPr>
          <a:xfrm rot="10800000" flipH="1">
            <a:off x="803050" y="529675"/>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230" name="Google Shape;1230;p25"/>
          <p:cNvCxnSpPr/>
          <p:nvPr/>
        </p:nvCxnSpPr>
        <p:spPr>
          <a:xfrm>
            <a:off x="0" y="65200"/>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231" name="Google Shape;1231;p25"/>
          <p:cNvGrpSpPr/>
          <p:nvPr/>
        </p:nvGrpSpPr>
        <p:grpSpPr>
          <a:xfrm flipH="1">
            <a:off x="499400" y="959675"/>
            <a:ext cx="581800" cy="582350"/>
            <a:chOff x="8064275" y="887850"/>
            <a:chExt cx="581800" cy="582350"/>
          </a:xfrm>
        </p:grpSpPr>
        <p:sp>
          <p:nvSpPr>
            <p:cNvPr id="1232" name="Google Shape;1232;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234;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235;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237;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8" name="Google Shape;1238;p25"/>
          <p:cNvGrpSpPr/>
          <p:nvPr/>
        </p:nvGrpSpPr>
        <p:grpSpPr>
          <a:xfrm flipH="1">
            <a:off x="1500400" y="388100"/>
            <a:ext cx="292025" cy="292575"/>
            <a:chOff x="7353050" y="316275"/>
            <a:chExt cx="292025" cy="292575"/>
          </a:xfrm>
        </p:grpSpPr>
        <p:sp>
          <p:nvSpPr>
            <p:cNvPr id="1239" name="Google Shape;1239;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240;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241;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242;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43" name="Google Shape;1243;p25"/>
          <p:cNvSpPr/>
          <p:nvPr/>
        </p:nvSpPr>
        <p:spPr>
          <a:xfrm flipH="1">
            <a:off x="3166281" y="497632"/>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25"/>
          <p:cNvSpPr/>
          <p:nvPr/>
        </p:nvSpPr>
        <p:spPr>
          <a:xfrm flipH="1">
            <a:off x="3164039" y="495100"/>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25"/>
          <p:cNvSpPr/>
          <p:nvPr/>
        </p:nvSpPr>
        <p:spPr>
          <a:xfrm flipH="1">
            <a:off x="3202780" y="534134"/>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25"/>
          <p:cNvSpPr/>
          <p:nvPr/>
        </p:nvSpPr>
        <p:spPr>
          <a:xfrm flipH="1">
            <a:off x="3200525" y="531602"/>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247;p25"/>
          <p:cNvSpPr/>
          <p:nvPr/>
        </p:nvSpPr>
        <p:spPr>
          <a:xfrm flipH="1">
            <a:off x="3242641" y="573709"/>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248;p25"/>
          <p:cNvSpPr/>
          <p:nvPr/>
        </p:nvSpPr>
        <p:spPr>
          <a:xfrm flipH="1">
            <a:off x="3240109" y="571467"/>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9" name="Google Shape;1249;p25"/>
          <p:cNvGrpSpPr/>
          <p:nvPr/>
        </p:nvGrpSpPr>
        <p:grpSpPr>
          <a:xfrm flipH="1">
            <a:off x="3527112" y="361100"/>
            <a:ext cx="175013" cy="27000"/>
            <a:chOff x="5662375" y="212375"/>
            <a:chExt cx="175013" cy="27000"/>
          </a:xfrm>
        </p:grpSpPr>
        <p:sp>
          <p:nvSpPr>
            <p:cNvPr id="1250" name="Google Shape;1250;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251;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25"/>
          <p:cNvGrpSpPr/>
          <p:nvPr/>
        </p:nvGrpSpPr>
        <p:grpSpPr>
          <a:xfrm flipH="1">
            <a:off x="480412" y="242700"/>
            <a:ext cx="175013" cy="27000"/>
            <a:chOff x="5662375" y="212375"/>
            <a:chExt cx="175013" cy="27000"/>
          </a:xfrm>
        </p:grpSpPr>
        <p:sp>
          <p:nvSpPr>
            <p:cNvPr id="1254" name="Google Shape;1254;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256;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7" name="Google Shape;1257;p25"/>
          <p:cNvGrpSpPr/>
          <p:nvPr/>
        </p:nvGrpSpPr>
        <p:grpSpPr>
          <a:xfrm flipH="1">
            <a:off x="901712" y="1653625"/>
            <a:ext cx="175013" cy="27000"/>
            <a:chOff x="5662375" y="212375"/>
            <a:chExt cx="175013" cy="27000"/>
          </a:xfrm>
        </p:grpSpPr>
        <p:sp>
          <p:nvSpPr>
            <p:cNvPr id="1258" name="Google Shape;1258;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261" name="Google Shape;1261;p25"/>
          <p:cNvCxnSpPr/>
          <p:nvPr/>
        </p:nvCxnSpPr>
        <p:spPr>
          <a:xfrm>
            <a:off x="791400" y="4212400"/>
            <a:ext cx="1157100" cy="542700"/>
          </a:xfrm>
          <a:prstGeom prst="straightConnector1">
            <a:avLst/>
          </a:prstGeom>
          <a:noFill/>
          <a:ln w="9525" cap="flat" cmpd="sng">
            <a:solidFill>
              <a:schemeClr val="dk2"/>
            </a:solidFill>
            <a:prstDash val="solid"/>
            <a:round/>
            <a:headEnd type="none" w="med" len="med"/>
            <a:tailEnd type="none" w="med" len="med"/>
          </a:ln>
        </p:spPr>
      </p:cxnSp>
      <p:cxnSp>
        <p:nvCxnSpPr>
          <p:cNvPr id="1262" name="Google Shape;1262;p25"/>
          <p:cNvCxnSpPr/>
          <p:nvPr/>
        </p:nvCxnSpPr>
        <p:spPr>
          <a:xfrm rot="10800000" flipH="1">
            <a:off x="0" y="4220425"/>
            <a:ext cx="791400" cy="836400"/>
          </a:xfrm>
          <a:prstGeom prst="straightConnector1">
            <a:avLst/>
          </a:prstGeom>
          <a:noFill/>
          <a:ln w="9525" cap="flat" cmpd="sng">
            <a:solidFill>
              <a:schemeClr val="dk2"/>
            </a:solidFill>
            <a:prstDash val="solid"/>
            <a:round/>
            <a:headEnd type="none" w="med" len="med"/>
            <a:tailEnd type="none" w="med" len="med"/>
          </a:ln>
        </p:spPr>
      </p:cxnSp>
      <p:grpSp>
        <p:nvGrpSpPr>
          <p:cNvPr id="1263" name="Google Shape;1263;p25"/>
          <p:cNvGrpSpPr/>
          <p:nvPr/>
        </p:nvGrpSpPr>
        <p:grpSpPr>
          <a:xfrm rot="10800000">
            <a:off x="499400" y="3940925"/>
            <a:ext cx="581800" cy="582350"/>
            <a:chOff x="8064275" y="887850"/>
            <a:chExt cx="581800" cy="582350"/>
          </a:xfrm>
        </p:grpSpPr>
        <p:sp>
          <p:nvSpPr>
            <p:cNvPr id="1264" name="Google Shape;1264;p25"/>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25"/>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25"/>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25"/>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25"/>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25"/>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0" name="Google Shape;1270;p25"/>
          <p:cNvGrpSpPr/>
          <p:nvPr/>
        </p:nvGrpSpPr>
        <p:grpSpPr>
          <a:xfrm rot="10800000">
            <a:off x="1819575" y="4586750"/>
            <a:ext cx="292025" cy="292575"/>
            <a:chOff x="7353050" y="316275"/>
            <a:chExt cx="292025" cy="292575"/>
          </a:xfrm>
        </p:grpSpPr>
        <p:sp>
          <p:nvSpPr>
            <p:cNvPr id="1271" name="Google Shape;1271;p25"/>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25"/>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25"/>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25"/>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75" name="Google Shape;1275;p25"/>
          <p:cNvGrpSpPr/>
          <p:nvPr/>
        </p:nvGrpSpPr>
        <p:grpSpPr>
          <a:xfrm rot="10800000">
            <a:off x="212525" y="4645550"/>
            <a:ext cx="175000" cy="175000"/>
            <a:chOff x="8792300" y="321275"/>
            <a:chExt cx="175000" cy="175000"/>
          </a:xfrm>
        </p:grpSpPr>
        <p:sp>
          <p:nvSpPr>
            <p:cNvPr id="1276" name="Google Shape;1276;p25"/>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25"/>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25"/>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25"/>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0" name="Google Shape;1280;p25"/>
          <p:cNvGrpSpPr/>
          <p:nvPr/>
        </p:nvGrpSpPr>
        <p:grpSpPr>
          <a:xfrm rot="10800000">
            <a:off x="480412" y="4852325"/>
            <a:ext cx="175013" cy="27000"/>
            <a:chOff x="5662375" y="212375"/>
            <a:chExt cx="175013" cy="27000"/>
          </a:xfrm>
        </p:grpSpPr>
        <p:sp>
          <p:nvSpPr>
            <p:cNvPr id="1281" name="Google Shape;1281;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84" name="Google Shape;1284;p25"/>
          <p:cNvGrpSpPr/>
          <p:nvPr/>
        </p:nvGrpSpPr>
        <p:grpSpPr>
          <a:xfrm rot="10800000">
            <a:off x="1054112" y="3898600"/>
            <a:ext cx="175013" cy="27000"/>
            <a:chOff x="5662375" y="212375"/>
            <a:chExt cx="175013" cy="27000"/>
          </a:xfrm>
        </p:grpSpPr>
        <p:sp>
          <p:nvSpPr>
            <p:cNvPr id="1285" name="Google Shape;1285;p25"/>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25"/>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25"/>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4">
  <p:cSld name="CUSTOM_17">
    <p:spTree>
      <p:nvGrpSpPr>
        <p:cNvPr id="1" name="Shape 1288"/>
        <p:cNvGrpSpPr/>
        <p:nvPr/>
      </p:nvGrpSpPr>
      <p:grpSpPr>
        <a:xfrm>
          <a:off x="0" y="0"/>
          <a:ext cx="0" cy="0"/>
          <a:chOff x="0" y="0"/>
          <a:chExt cx="0" cy="0"/>
        </a:xfrm>
      </p:grpSpPr>
      <p:sp>
        <p:nvSpPr>
          <p:cNvPr id="1289" name="Google Shape;1289;p26"/>
          <p:cNvSpPr txBox="1">
            <a:spLocks noGrp="1"/>
          </p:cNvSpPr>
          <p:nvPr>
            <p:ph type="title"/>
          </p:nvPr>
        </p:nvSpPr>
        <p:spPr>
          <a:xfrm>
            <a:off x="723750" y="526925"/>
            <a:ext cx="7696500" cy="572700"/>
          </a:xfrm>
          <a:prstGeom prst="rect">
            <a:avLst/>
          </a:prstGeom>
        </p:spPr>
        <p:txBody>
          <a:bodyPr spcFirstLastPara="1" wrap="square" lIns="91425" tIns="91425" rIns="91425" bIns="91425" anchor="t" anchorCtr="0">
            <a:noAutofit/>
          </a:bodyPr>
          <a:lstStyle>
            <a:lvl1pPr lvl="0" algn="ctr">
              <a:spcBef>
                <a:spcPts val="0"/>
              </a:spcBef>
              <a:spcAft>
                <a:spcPts val="0"/>
              </a:spcAft>
              <a:buNone/>
              <a:defRPr/>
            </a:lvl1pPr>
            <a:lvl2pPr lvl="1">
              <a:spcBef>
                <a:spcPts val="0"/>
              </a:spcBef>
              <a:spcAft>
                <a:spcPts val="0"/>
              </a:spcAft>
              <a:buNone/>
              <a:defRPr/>
            </a:lvl2pPr>
            <a:lvl3pPr lvl="2">
              <a:spcBef>
                <a:spcPts val="0"/>
              </a:spcBef>
              <a:spcAft>
                <a:spcPts val="0"/>
              </a:spcAft>
              <a:buNone/>
              <a:defRPr/>
            </a:lvl3pPr>
            <a:lvl4pPr lvl="3">
              <a:spcBef>
                <a:spcPts val="0"/>
              </a:spcBef>
              <a:spcAft>
                <a:spcPts val="0"/>
              </a:spcAft>
              <a:buNone/>
              <a:defRPr/>
            </a:lvl4pPr>
            <a:lvl5pPr lvl="4">
              <a:spcBef>
                <a:spcPts val="0"/>
              </a:spcBef>
              <a:spcAft>
                <a:spcPts val="0"/>
              </a:spcAft>
              <a:buNone/>
              <a:defRPr/>
            </a:lvl5pPr>
            <a:lvl6pPr lvl="5">
              <a:spcBef>
                <a:spcPts val="0"/>
              </a:spcBef>
              <a:spcAft>
                <a:spcPts val="0"/>
              </a:spcAft>
              <a:buNone/>
              <a:defRPr/>
            </a:lvl6pPr>
            <a:lvl7pPr lvl="6">
              <a:spcBef>
                <a:spcPts val="0"/>
              </a:spcBef>
              <a:spcAft>
                <a:spcPts val="0"/>
              </a:spcAft>
              <a:buNone/>
              <a:defRPr/>
            </a:lvl7pPr>
            <a:lvl8pPr lvl="7">
              <a:spcBef>
                <a:spcPts val="0"/>
              </a:spcBef>
              <a:spcAft>
                <a:spcPts val="0"/>
              </a:spcAft>
              <a:buNone/>
              <a:defRPr/>
            </a:lvl8pPr>
            <a:lvl9pPr lvl="8">
              <a:spcBef>
                <a:spcPts val="0"/>
              </a:spcBef>
              <a:spcAft>
                <a:spcPts val="0"/>
              </a:spcAft>
              <a:buNone/>
              <a:defRPr/>
            </a:lvl9pPr>
          </a:lstStyle>
          <a:p>
            <a:endParaRPr/>
          </a:p>
        </p:txBody>
      </p:sp>
      <p:cxnSp>
        <p:nvCxnSpPr>
          <p:cNvPr id="1290" name="Google Shape;1290;p26"/>
          <p:cNvCxnSpPr/>
          <p:nvPr/>
        </p:nvCxnSpPr>
        <p:spPr>
          <a:xfrm rot="10800000">
            <a:off x="8109000" y="501275"/>
            <a:ext cx="737700" cy="737700"/>
          </a:xfrm>
          <a:prstGeom prst="straightConnector1">
            <a:avLst/>
          </a:prstGeom>
          <a:noFill/>
          <a:ln w="9525" cap="flat" cmpd="sng">
            <a:solidFill>
              <a:schemeClr val="dk2"/>
            </a:solidFill>
            <a:prstDash val="solid"/>
            <a:round/>
            <a:headEnd type="none" w="med" len="med"/>
            <a:tailEnd type="none" w="med" len="med"/>
          </a:ln>
        </p:spPr>
      </p:cxnSp>
      <p:cxnSp>
        <p:nvCxnSpPr>
          <p:cNvPr id="1291" name="Google Shape;1291;p26"/>
          <p:cNvCxnSpPr/>
          <p:nvPr/>
        </p:nvCxnSpPr>
        <p:spPr>
          <a:xfrm>
            <a:off x="582475" y="282188"/>
            <a:ext cx="1212900" cy="422700"/>
          </a:xfrm>
          <a:prstGeom prst="straightConnector1">
            <a:avLst/>
          </a:prstGeom>
          <a:noFill/>
          <a:ln w="9525" cap="flat" cmpd="sng">
            <a:solidFill>
              <a:schemeClr val="dk2"/>
            </a:solidFill>
            <a:prstDash val="solid"/>
            <a:round/>
            <a:headEnd type="none" w="med" len="med"/>
            <a:tailEnd type="none" w="med" len="med"/>
          </a:ln>
        </p:spPr>
      </p:cxnSp>
      <p:cxnSp>
        <p:nvCxnSpPr>
          <p:cNvPr id="1292" name="Google Shape;1292;p26"/>
          <p:cNvCxnSpPr/>
          <p:nvPr/>
        </p:nvCxnSpPr>
        <p:spPr>
          <a:xfrm rot="10800000" flipH="1">
            <a:off x="0" y="274188"/>
            <a:ext cx="582600" cy="654300"/>
          </a:xfrm>
          <a:prstGeom prst="straightConnector1">
            <a:avLst/>
          </a:prstGeom>
          <a:noFill/>
          <a:ln w="9525" cap="flat" cmpd="sng">
            <a:solidFill>
              <a:schemeClr val="dk2"/>
            </a:solidFill>
            <a:prstDash val="solid"/>
            <a:round/>
            <a:headEnd type="none" w="med" len="med"/>
            <a:tailEnd type="none" w="med" len="med"/>
          </a:ln>
        </p:spPr>
      </p:cxnSp>
      <p:grpSp>
        <p:nvGrpSpPr>
          <p:cNvPr id="1293" name="Google Shape;1293;p26"/>
          <p:cNvGrpSpPr/>
          <p:nvPr/>
        </p:nvGrpSpPr>
        <p:grpSpPr>
          <a:xfrm flipH="1">
            <a:off x="423750" y="125363"/>
            <a:ext cx="292025" cy="292575"/>
            <a:chOff x="7353050" y="316275"/>
            <a:chExt cx="292025" cy="292575"/>
          </a:xfrm>
        </p:grpSpPr>
        <p:sp>
          <p:nvSpPr>
            <p:cNvPr id="1294" name="Google Shape;1294;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8" name="Google Shape;1298;p26"/>
          <p:cNvGrpSpPr/>
          <p:nvPr/>
        </p:nvGrpSpPr>
        <p:grpSpPr>
          <a:xfrm>
            <a:off x="1638739" y="558163"/>
            <a:ext cx="293111" cy="293388"/>
            <a:chOff x="3164039" y="430875"/>
            <a:chExt cx="293111" cy="293388"/>
          </a:xfrm>
        </p:grpSpPr>
        <p:sp>
          <p:nvSpPr>
            <p:cNvPr id="1299" name="Google Shape;1299;p26"/>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300;p26"/>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26"/>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26"/>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26"/>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26"/>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5" name="Google Shape;1305;p26"/>
          <p:cNvGrpSpPr/>
          <p:nvPr/>
        </p:nvGrpSpPr>
        <p:grpSpPr>
          <a:xfrm>
            <a:off x="1591750" y="362600"/>
            <a:ext cx="175013" cy="27000"/>
            <a:chOff x="5662375" y="212375"/>
            <a:chExt cx="175013" cy="27000"/>
          </a:xfrm>
        </p:grpSpPr>
        <p:sp>
          <p:nvSpPr>
            <p:cNvPr id="1306" name="Google Shape;1306;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09" name="Google Shape;1309;p26"/>
          <p:cNvCxnSpPr/>
          <p:nvPr/>
        </p:nvCxnSpPr>
        <p:spPr>
          <a:xfrm flipH="1">
            <a:off x="8151325" y="6875"/>
            <a:ext cx="1002600" cy="494400"/>
          </a:xfrm>
          <a:prstGeom prst="straightConnector1">
            <a:avLst/>
          </a:prstGeom>
          <a:noFill/>
          <a:ln w="9525" cap="flat" cmpd="sng">
            <a:solidFill>
              <a:schemeClr val="dk2"/>
            </a:solidFill>
            <a:prstDash val="solid"/>
            <a:round/>
            <a:headEnd type="none" w="med" len="med"/>
            <a:tailEnd type="none" w="med" len="med"/>
          </a:ln>
        </p:spPr>
      </p:cxnSp>
      <p:grpSp>
        <p:nvGrpSpPr>
          <p:cNvPr id="1310" name="Google Shape;1310;p26"/>
          <p:cNvGrpSpPr/>
          <p:nvPr/>
        </p:nvGrpSpPr>
        <p:grpSpPr>
          <a:xfrm>
            <a:off x="7823875" y="202375"/>
            <a:ext cx="581800" cy="582350"/>
            <a:chOff x="8064275" y="887850"/>
            <a:chExt cx="581800" cy="582350"/>
          </a:xfrm>
        </p:grpSpPr>
        <p:sp>
          <p:nvSpPr>
            <p:cNvPr id="1311" name="Google Shape;1311;p26"/>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26"/>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313;p26"/>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26"/>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315;p26"/>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316;p26"/>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17" name="Google Shape;1317;p26"/>
          <p:cNvGrpSpPr/>
          <p:nvPr/>
        </p:nvGrpSpPr>
        <p:grpSpPr>
          <a:xfrm flipH="1">
            <a:off x="8698650" y="1117488"/>
            <a:ext cx="292025" cy="292575"/>
            <a:chOff x="7353050" y="316275"/>
            <a:chExt cx="292025" cy="292575"/>
          </a:xfrm>
        </p:grpSpPr>
        <p:sp>
          <p:nvSpPr>
            <p:cNvPr id="1318" name="Google Shape;1318;p26"/>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26"/>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26"/>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26"/>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22" name="Google Shape;1322;p26"/>
          <p:cNvGrpSpPr/>
          <p:nvPr/>
        </p:nvGrpSpPr>
        <p:grpSpPr>
          <a:xfrm>
            <a:off x="8678350" y="1581800"/>
            <a:ext cx="175013" cy="27000"/>
            <a:chOff x="5662375" y="212375"/>
            <a:chExt cx="175013" cy="27000"/>
          </a:xfrm>
        </p:grpSpPr>
        <p:sp>
          <p:nvSpPr>
            <p:cNvPr id="1323" name="Google Shape;1323;p26"/>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26"/>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325;p26"/>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Background 1">
  <p:cSld name="CUSTOM_18">
    <p:spTree>
      <p:nvGrpSpPr>
        <p:cNvPr id="1" name="Shape 1326"/>
        <p:cNvGrpSpPr/>
        <p:nvPr/>
      </p:nvGrpSpPr>
      <p:grpSpPr>
        <a:xfrm>
          <a:off x="0" y="0"/>
          <a:ext cx="0" cy="0"/>
          <a:chOff x="0" y="0"/>
          <a:chExt cx="0" cy="0"/>
        </a:xfrm>
      </p:grpSpPr>
      <p:cxnSp>
        <p:nvCxnSpPr>
          <p:cNvPr id="1327" name="Google Shape;1327;p27"/>
          <p:cNvCxnSpPr/>
          <p:nvPr/>
        </p:nvCxnSpPr>
        <p:spPr>
          <a:xfrm rot="5400000">
            <a:off x="7269708" y="3324550"/>
            <a:ext cx="1133100" cy="306300"/>
          </a:xfrm>
          <a:prstGeom prst="straightConnector1">
            <a:avLst/>
          </a:prstGeom>
          <a:noFill/>
          <a:ln w="9525" cap="flat" cmpd="sng">
            <a:solidFill>
              <a:srgbClr val="1A2E35"/>
            </a:solidFill>
            <a:prstDash val="solid"/>
            <a:round/>
            <a:headEnd type="none" w="med" len="med"/>
            <a:tailEnd type="none" w="med" len="med"/>
          </a:ln>
        </p:spPr>
      </p:cxnSp>
      <p:cxnSp>
        <p:nvCxnSpPr>
          <p:cNvPr id="1328" name="Google Shape;1328;p27"/>
          <p:cNvCxnSpPr/>
          <p:nvPr/>
        </p:nvCxnSpPr>
        <p:spPr>
          <a:xfrm rot="-5400000" flipH="1">
            <a:off x="7181408" y="2082400"/>
            <a:ext cx="1342200" cy="315300"/>
          </a:xfrm>
          <a:prstGeom prst="straightConnector1">
            <a:avLst/>
          </a:prstGeom>
          <a:noFill/>
          <a:ln w="9525" cap="flat" cmpd="sng">
            <a:solidFill>
              <a:srgbClr val="1A2E35"/>
            </a:solidFill>
            <a:prstDash val="solid"/>
            <a:round/>
            <a:headEnd type="none" w="med" len="med"/>
            <a:tailEnd type="none" w="med" len="med"/>
          </a:ln>
        </p:spPr>
      </p:cxnSp>
      <p:cxnSp>
        <p:nvCxnSpPr>
          <p:cNvPr id="1329" name="Google Shape;1329;p27"/>
          <p:cNvCxnSpPr/>
          <p:nvPr/>
        </p:nvCxnSpPr>
        <p:spPr>
          <a:xfrm rot="5400000">
            <a:off x="7232433" y="736375"/>
            <a:ext cx="1332000" cy="392100"/>
          </a:xfrm>
          <a:prstGeom prst="straightConnector1">
            <a:avLst/>
          </a:prstGeom>
          <a:noFill/>
          <a:ln w="9525" cap="flat" cmpd="sng">
            <a:solidFill>
              <a:srgbClr val="1A2E35"/>
            </a:solidFill>
            <a:prstDash val="solid"/>
            <a:round/>
            <a:headEnd type="none" w="med" len="med"/>
            <a:tailEnd type="none" w="med" len="med"/>
          </a:ln>
        </p:spPr>
      </p:cxnSp>
      <p:cxnSp>
        <p:nvCxnSpPr>
          <p:cNvPr id="1330" name="Google Shape;1330;p27"/>
          <p:cNvCxnSpPr/>
          <p:nvPr/>
        </p:nvCxnSpPr>
        <p:spPr>
          <a:xfrm rot="5400000">
            <a:off x="8168433" y="-66600"/>
            <a:ext cx="273900" cy="407100"/>
          </a:xfrm>
          <a:prstGeom prst="straightConnector1">
            <a:avLst/>
          </a:prstGeom>
          <a:noFill/>
          <a:ln w="9525" cap="flat" cmpd="sng">
            <a:solidFill>
              <a:srgbClr val="1A2E35"/>
            </a:solidFill>
            <a:prstDash val="solid"/>
            <a:round/>
            <a:headEnd type="none" w="med" len="med"/>
            <a:tailEnd type="none" w="med" len="med"/>
          </a:ln>
        </p:spPr>
      </p:cxnSp>
      <p:grpSp>
        <p:nvGrpSpPr>
          <p:cNvPr id="1331" name="Google Shape;1331;p27"/>
          <p:cNvGrpSpPr/>
          <p:nvPr/>
        </p:nvGrpSpPr>
        <p:grpSpPr>
          <a:xfrm rot="5400000" flipH="1">
            <a:off x="7407333" y="1284925"/>
            <a:ext cx="581800" cy="582350"/>
            <a:chOff x="8064275" y="887850"/>
            <a:chExt cx="581800" cy="582350"/>
          </a:xfrm>
        </p:grpSpPr>
        <p:sp>
          <p:nvSpPr>
            <p:cNvPr id="1332" name="Google Shape;1332;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337;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8" name="Google Shape;1338;p27"/>
          <p:cNvGrpSpPr/>
          <p:nvPr/>
        </p:nvGrpSpPr>
        <p:grpSpPr>
          <a:xfrm rot="5400000" flipH="1">
            <a:off x="7869720" y="2754200"/>
            <a:ext cx="292025" cy="292575"/>
            <a:chOff x="7353050" y="316275"/>
            <a:chExt cx="292025" cy="292575"/>
          </a:xfrm>
        </p:grpSpPr>
        <p:sp>
          <p:nvSpPr>
            <p:cNvPr id="1339" name="Google Shape;1339;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3" name="Google Shape;1343;p27"/>
          <p:cNvGrpSpPr/>
          <p:nvPr/>
        </p:nvGrpSpPr>
        <p:grpSpPr>
          <a:xfrm rot="5400000" flipH="1">
            <a:off x="8012458" y="178175"/>
            <a:ext cx="175000" cy="175000"/>
            <a:chOff x="8792300" y="321275"/>
            <a:chExt cx="175000" cy="175000"/>
          </a:xfrm>
        </p:grpSpPr>
        <p:sp>
          <p:nvSpPr>
            <p:cNvPr id="1344" name="Google Shape;1344;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345;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346;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27"/>
          <p:cNvGrpSpPr/>
          <p:nvPr/>
        </p:nvGrpSpPr>
        <p:grpSpPr>
          <a:xfrm rot="5400000">
            <a:off x="7551683" y="3879926"/>
            <a:ext cx="293111" cy="293388"/>
            <a:chOff x="3164039" y="430875"/>
            <a:chExt cx="293111" cy="293388"/>
          </a:xfrm>
        </p:grpSpPr>
        <p:sp>
          <p:nvSpPr>
            <p:cNvPr id="1349" name="Google Shape;1349;p27"/>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27"/>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351;p27"/>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352;p27"/>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27"/>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27"/>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5" name="Google Shape;1355;p27"/>
          <p:cNvGrpSpPr/>
          <p:nvPr/>
        </p:nvGrpSpPr>
        <p:grpSpPr>
          <a:xfrm rot="5400000" flipH="1">
            <a:off x="8259052" y="323144"/>
            <a:ext cx="175013" cy="27000"/>
            <a:chOff x="5662375" y="212375"/>
            <a:chExt cx="175013" cy="27000"/>
          </a:xfrm>
        </p:grpSpPr>
        <p:sp>
          <p:nvSpPr>
            <p:cNvPr id="1356" name="Google Shape;135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35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359" name="Google Shape;1359;p27"/>
          <p:cNvCxnSpPr/>
          <p:nvPr/>
        </p:nvCxnSpPr>
        <p:spPr>
          <a:xfrm rot="5400000" flipH="1">
            <a:off x="740850" y="2598325"/>
            <a:ext cx="1672500" cy="126000"/>
          </a:xfrm>
          <a:prstGeom prst="straightConnector1">
            <a:avLst/>
          </a:prstGeom>
          <a:noFill/>
          <a:ln w="9525" cap="flat" cmpd="sng">
            <a:solidFill>
              <a:srgbClr val="1A2E35"/>
            </a:solidFill>
            <a:prstDash val="solid"/>
            <a:round/>
            <a:headEnd type="none" w="med" len="med"/>
            <a:tailEnd type="none" w="med" len="med"/>
          </a:ln>
        </p:spPr>
      </p:cxnSp>
      <p:cxnSp>
        <p:nvCxnSpPr>
          <p:cNvPr id="1360" name="Google Shape;1360;p27"/>
          <p:cNvCxnSpPr/>
          <p:nvPr/>
        </p:nvCxnSpPr>
        <p:spPr>
          <a:xfrm rot="-5400000">
            <a:off x="847100" y="3554000"/>
            <a:ext cx="829500" cy="743400"/>
          </a:xfrm>
          <a:prstGeom prst="straightConnector1">
            <a:avLst/>
          </a:prstGeom>
          <a:noFill/>
          <a:ln w="9525" cap="flat" cmpd="sng">
            <a:solidFill>
              <a:srgbClr val="1A2E35"/>
            </a:solidFill>
            <a:prstDash val="solid"/>
            <a:round/>
            <a:headEnd type="none" w="med" len="med"/>
            <a:tailEnd type="none" w="med" len="med"/>
          </a:ln>
        </p:spPr>
      </p:cxnSp>
      <p:cxnSp>
        <p:nvCxnSpPr>
          <p:cNvPr id="1361" name="Google Shape;1361;p27"/>
          <p:cNvCxnSpPr/>
          <p:nvPr/>
        </p:nvCxnSpPr>
        <p:spPr>
          <a:xfrm rot="5400000" flipH="1">
            <a:off x="1105775" y="4151250"/>
            <a:ext cx="796500" cy="1188000"/>
          </a:xfrm>
          <a:prstGeom prst="straightConnector1">
            <a:avLst/>
          </a:prstGeom>
          <a:noFill/>
          <a:ln w="9525" cap="flat" cmpd="sng">
            <a:solidFill>
              <a:srgbClr val="1A2E35"/>
            </a:solidFill>
            <a:prstDash val="solid"/>
            <a:round/>
            <a:headEnd type="none" w="med" len="med"/>
            <a:tailEnd type="none" w="med" len="med"/>
          </a:ln>
        </p:spPr>
      </p:cxnSp>
      <p:grpSp>
        <p:nvGrpSpPr>
          <p:cNvPr id="1362" name="Google Shape;1362;p27"/>
          <p:cNvGrpSpPr/>
          <p:nvPr/>
        </p:nvGrpSpPr>
        <p:grpSpPr>
          <a:xfrm rot="5400000">
            <a:off x="621475" y="4062025"/>
            <a:ext cx="581800" cy="582350"/>
            <a:chOff x="8064275" y="887850"/>
            <a:chExt cx="581800" cy="582350"/>
          </a:xfrm>
        </p:grpSpPr>
        <p:sp>
          <p:nvSpPr>
            <p:cNvPr id="1363" name="Google Shape;1363;p27"/>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27"/>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27"/>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27"/>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27"/>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368;p27"/>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9" name="Google Shape;1369;p27"/>
          <p:cNvGrpSpPr/>
          <p:nvPr/>
        </p:nvGrpSpPr>
        <p:grpSpPr>
          <a:xfrm rot="5400000">
            <a:off x="1482825" y="3350800"/>
            <a:ext cx="292025" cy="292575"/>
            <a:chOff x="7353050" y="316275"/>
            <a:chExt cx="292025" cy="292575"/>
          </a:xfrm>
        </p:grpSpPr>
        <p:sp>
          <p:nvSpPr>
            <p:cNvPr id="1370" name="Google Shape;1370;p27"/>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27"/>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27"/>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27"/>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27"/>
          <p:cNvGrpSpPr/>
          <p:nvPr/>
        </p:nvGrpSpPr>
        <p:grpSpPr>
          <a:xfrm rot="5400000">
            <a:off x="1595125" y="4790325"/>
            <a:ext cx="175000" cy="175000"/>
            <a:chOff x="8792300" y="321275"/>
            <a:chExt cx="175000" cy="175000"/>
          </a:xfrm>
        </p:grpSpPr>
        <p:sp>
          <p:nvSpPr>
            <p:cNvPr id="1375" name="Google Shape;1375;p27"/>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27"/>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27"/>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27"/>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79" name="Google Shape;1379;p27"/>
          <p:cNvSpPr/>
          <p:nvPr/>
        </p:nvSpPr>
        <p:spPr>
          <a:xfrm rot="5400000">
            <a:off x="1377117" y="1688743"/>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27"/>
          <p:cNvSpPr/>
          <p:nvPr/>
        </p:nvSpPr>
        <p:spPr>
          <a:xfrm rot="5400000">
            <a:off x="1374876" y="1686211"/>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381;p27"/>
          <p:cNvSpPr/>
          <p:nvPr/>
        </p:nvSpPr>
        <p:spPr>
          <a:xfrm rot="5400000">
            <a:off x="1413610" y="172523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27"/>
          <p:cNvSpPr/>
          <p:nvPr/>
        </p:nvSpPr>
        <p:spPr>
          <a:xfrm rot="5400000">
            <a:off x="1411362" y="1722714"/>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27"/>
          <p:cNvSpPr/>
          <p:nvPr/>
        </p:nvSpPr>
        <p:spPr>
          <a:xfrm rot="5400000">
            <a:off x="1453339" y="1764682"/>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27"/>
          <p:cNvSpPr/>
          <p:nvPr/>
        </p:nvSpPr>
        <p:spPr>
          <a:xfrm rot="5400000">
            <a:off x="1450946" y="1762579"/>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27"/>
          <p:cNvGrpSpPr/>
          <p:nvPr/>
        </p:nvGrpSpPr>
        <p:grpSpPr>
          <a:xfrm rot="5400000">
            <a:off x="1701119" y="1515381"/>
            <a:ext cx="175013" cy="27000"/>
            <a:chOff x="5662375" y="212375"/>
            <a:chExt cx="175013" cy="27000"/>
          </a:xfrm>
        </p:grpSpPr>
        <p:sp>
          <p:nvSpPr>
            <p:cNvPr id="1386" name="Google Shape;1386;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89" name="Google Shape;1389;p27"/>
          <p:cNvGrpSpPr/>
          <p:nvPr/>
        </p:nvGrpSpPr>
        <p:grpSpPr>
          <a:xfrm rot="5400000">
            <a:off x="1819519" y="4562081"/>
            <a:ext cx="175013" cy="27000"/>
            <a:chOff x="5662375" y="212375"/>
            <a:chExt cx="175013" cy="27000"/>
          </a:xfrm>
        </p:grpSpPr>
        <p:sp>
          <p:nvSpPr>
            <p:cNvPr id="1390" name="Google Shape;1390;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391;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392;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3" name="Google Shape;1393;p27"/>
          <p:cNvGrpSpPr/>
          <p:nvPr/>
        </p:nvGrpSpPr>
        <p:grpSpPr>
          <a:xfrm rot="5400000">
            <a:off x="408594" y="4140781"/>
            <a:ext cx="175013" cy="27000"/>
            <a:chOff x="5662375" y="212375"/>
            <a:chExt cx="175013" cy="27000"/>
          </a:xfrm>
        </p:grpSpPr>
        <p:sp>
          <p:nvSpPr>
            <p:cNvPr id="1394" name="Google Shape;1394;p27"/>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27"/>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27"/>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ackground 2">
  <p:cSld name="CUSTOM_19">
    <p:spTree>
      <p:nvGrpSpPr>
        <p:cNvPr id="1" name="Shape 1397"/>
        <p:cNvGrpSpPr/>
        <p:nvPr/>
      </p:nvGrpSpPr>
      <p:grpSpPr>
        <a:xfrm>
          <a:off x="0" y="0"/>
          <a:ext cx="0" cy="0"/>
          <a:chOff x="0" y="0"/>
          <a:chExt cx="0" cy="0"/>
        </a:xfrm>
      </p:grpSpPr>
      <p:grpSp>
        <p:nvGrpSpPr>
          <p:cNvPr id="1398" name="Google Shape;1398;p28"/>
          <p:cNvGrpSpPr/>
          <p:nvPr/>
        </p:nvGrpSpPr>
        <p:grpSpPr>
          <a:xfrm>
            <a:off x="261711" y="-1158"/>
            <a:ext cx="8550326" cy="3981600"/>
            <a:chOff x="261711" y="-1158"/>
            <a:chExt cx="8550326" cy="3981600"/>
          </a:xfrm>
        </p:grpSpPr>
        <p:cxnSp>
          <p:nvCxnSpPr>
            <p:cNvPr id="1399" name="Google Shape;1399;p28"/>
            <p:cNvCxnSpPr/>
            <p:nvPr/>
          </p:nvCxnSpPr>
          <p:spPr>
            <a:xfrm>
              <a:off x="515925" y="-1158"/>
              <a:ext cx="0" cy="3981600"/>
            </a:xfrm>
            <a:prstGeom prst="straightConnector1">
              <a:avLst/>
            </a:prstGeom>
            <a:noFill/>
            <a:ln w="9525" cap="flat" cmpd="sng">
              <a:solidFill>
                <a:srgbClr val="595959"/>
              </a:solidFill>
              <a:prstDash val="solid"/>
              <a:round/>
              <a:headEnd type="none" w="med" len="med"/>
              <a:tailEnd type="none" w="med" len="med"/>
            </a:ln>
          </p:spPr>
        </p:cxnSp>
        <p:cxnSp>
          <p:nvCxnSpPr>
            <p:cNvPr id="1400" name="Google Shape;1400;p28"/>
            <p:cNvCxnSpPr/>
            <p:nvPr/>
          </p:nvCxnSpPr>
          <p:spPr>
            <a:xfrm>
              <a:off x="8666025" y="-1158"/>
              <a:ext cx="0" cy="1902000"/>
            </a:xfrm>
            <a:prstGeom prst="straightConnector1">
              <a:avLst/>
            </a:prstGeom>
            <a:noFill/>
            <a:ln w="9525" cap="flat" cmpd="sng">
              <a:solidFill>
                <a:srgbClr val="595959"/>
              </a:solidFill>
              <a:prstDash val="solid"/>
              <a:round/>
              <a:headEnd type="none" w="med" len="med"/>
              <a:tailEnd type="none" w="med" len="med"/>
            </a:ln>
          </p:spPr>
        </p:cxnSp>
        <p:grpSp>
          <p:nvGrpSpPr>
            <p:cNvPr id="1401" name="Google Shape;1401;p28"/>
            <p:cNvGrpSpPr/>
            <p:nvPr/>
          </p:nvGrpSpPr>
          <p:grpSpPr>
            <a:xfrm rot="10800000">
              <a:off x="343275" y="3300779"/>
              <a:ext cx="344736" cy="345385"/>
              <a:chOff x="7353050" y="316275"/>
              <a:chExt cx="292025" cy="292575"/>
            </a:xfrm>
          </p:grpSpPr>
          <p:sp>
            <p:nvSpPr>
              <p:cNvPr id="1402" name="Google Shape;1402;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405;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6" name="Google Shape;1406;p28"/>
            <p:cNvGrpSpPr/>
            <p:nvPr/>
          </p:nvGrpSpPr>
          <p:grpSpPr>
            <a:xfrm rot="10800000">
              <a:off x="8520013" y="714742"/>
              <a:ext cx="292025" cy="292575"/>
              <a:chOff x="7353050" y="316275"/>
              <a:chExt cx="292025" cy="292575"/>
            </a:xfrm>
          </p:grpSpPr>
          <p:sp>
            <p:nvSpPr>
              <p:cNvPr id="1407" name="Google Shape;1407;p28"/>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28"/>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28"/>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28"/>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11" name="Google Shape;1411;p28"/>
            <p:cNvGrpSpPr/>
            <p:nvPr/>
          </p:nvGrpSpPr>
          <p:grpSpPr>
            <a:xfrm rot="10800000">
              <a:off x="261711" y="465077"/>
              <a:ext cx="507562" cy="507984"/>
              <a:chOff x="8064275" y="887850"/>
              <a:chExt cx="581800" cy="582350"/>
            </a:xfrm>
          </p:grpSpPr>
          <p:sp>
            <p:nvSpPr>
              <p:cNvPr id="1412" name="Google Shape;1412;p28"/>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28"/>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28"/>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28"/>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28"/>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28"/>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Background 3">
  <p:cSld name="CUSTOM_20">
    <p:spTree>
      <p:nvGrpSpPr>
        <p:cNvPr id="1" name="Shape 1418"/>
        <p:cNvGrpSpPr/>
        <p:nvPr/>
      </p:nvGrpSpPr>
      <p:grpSpPr>
        <a:xfrm>
          <a:off x="0" y="0"/>
          <a:ext cx="0" cy="0"/>
          <a:chOff x="0" y="0"/>
          <a:chExt cx="0" cy="0"/>
        </a:xfrm>
      </p:grpSpPr>
      <p:grpSp>
        <p:nvGrpSpPr>
          <p:cNvPr id="1419" name="Google Shape;1419;p29"/>
          <p:cNvGrpSpPr/>
          <p:nvPr/>
        </p:nvGrpSpPr>
        <p:grpSpPr>
          <a:xfrm>
            <a:off x="432850" y="0"/>
            <a:ext cx="8278300" cy="5165700"/>
            <a:chOff x="432850" y="0"/>
            <a:chExt cx="8278300" cy="5165700"/>
          </a:xfrm>
        </p:grpSpPr>
        <p:cxnSp>
          <p:nvCxnSpPr>
            <p:cNvPr id="1420" name="Google Shape;1420;p29"/>
            <p:cNvCxnSpPr/>
            <p:nvPr/>
          </p:nvCxnSpPr>
          <p:spPr>
            <a:xfrm rot="10800000">
              <a:off x="8420275" y="2664300"/>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21" name="Google Shape;1421;p29"/>
            <p:cNvGrpSpPr/>
            <p:nvPr/>
          </p:nvGrpSpPr>
          <p:grpSpPr>
            <a:xfrm>
              <a:off x="8129350" y="4292175"/>
              <a:ext cx="581800" cy="582350"/>
              <a:chOff x="8064275" y="887850"/>
              <a:chExt cx="581800" cy="582350"/>
            </a:xfrm>
          </p:grpSpPr>
          <p:sp>
            <p:nvSpPr>
              <p:cNvPr id="1422" name="Google Shape;1422;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423;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29"/>
            <p:cNvGrpSpPr/>
            <p:nvPr/>
          </p:nvGrpSpPr>
          <p:grpSpPr>
            <a:xfrm>
              <a:off x="8274238" y="3720600"/>
              <a:ext cx="292025" cy="292575"/>
              <a:chOff x="7353050" y="316275"/>
              <a:chExt cx="292025" cy="292575"/>
            </a:xfrm>
          </p:grpSpPr>
          <p:sp>
            <p:nvSpPr>
              <p:cNvPr id="1429" name="Google Shape;1429;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3" name="Google Shape;1433;p29"/>
            <p:cNvGrpSpPr/>
            <p:nvPr/>
          </p:nvGrpSpPr>
          <p:grpSpPr>
            <a:xfrm>
              <a:off x="8332763" y="3212475"/>
              <a:ext cx="175000" cy="175000"/>
              <a:chOff x="8792300" y="321275"/>
              <a:chExt cx="175000" cy="175000"/>
            </a:xfrm>
          </p:grpSpPr>
          <p:sp>
            <p:nvSpPr>
              <p:cNvPr id="1434" name="Google Shape;1434;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437;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38" name="Google Shape;1438;p29"/>
            <p:cNvCxnSpPr/>
            <p:nvPr/>
          </p:nvCxnSpPr>
          <p:spPr>
            <a:xfrm>
              <a:off x="723725" y="613"/>
              <a:ext cx="0" cy="2501400"/>
            </a:xfrm>
            <a:prstGeom prst="straightConnector1">
              <a:avLst/>
            </a:prstGeom>
            <a:noFill/>
            <a:ln w="9525" cap="flat" cmpd="sng">
              <a:solidFill>
                <a:srgbClr val="595959"/>
              </a:solidFill>
              <a:prstDash val="solid"/>
              <a:round/>
              <a:headEnd type="none" w="med" len="med"/>
              <a:tailEnd type="none" w="med" len="med"/>
            </a:ln>
          </p:spPr>
        </p:cxnSp>
        <p:grpSp>
          <p:nvGrpSpPr>
            <p:cNvPr id="1439" name="Google Shape;1439;p29"/>
            <p:cNvGrpSpPr/>
            <p:nvPr/>
          </p:nvGrpSpPr>
          <p:grpSpPr>
            <a:xfrm rot="10800000">
              <a:off x="432850" y="291788"/>
              <a:ext cx="581800" cy="582350"/>
              <a:chOff x="8064275" y="887850"/>
              <a:chExt cx="581800" cy="582350"/>
            </a:xfrm>
          </p:grpSpPr>
          <p:sp>
            <p:nvSpPr>
              <p:cNvPr id="1440" name="Google Shape;1440;p29"/>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29"/>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29"/>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29"/>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29"/>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29"/>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46" name="Google Shape;1446;p29"/>
            <p:cNvGrpSpPr/>
            <p:nvPr/>
          </p:nvGrpSpPr>
          <p:grpSpPr>
            <a:xfrm rot="10800000">
              <a:off x="577738" y="1153138"/>
              <a:ext cx="292025" cy="292575"/>
              <a:chOff x="7353050" y="316275"/>
              <a:chExt cx="292025" cy="292575"/>
            </a:xfrm>
          </p:grpSpPr>
          <p:sp>
            <p:nvSpPr>
              <p:cNvPr id="1447" name="Google Shape;1447;p29"/>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29"/>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29"/>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29"/>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1" name="Google Shape;1451;p29"/>
            <p:cNvGrpSpPr/>
            <p:nvPr/>
          </p:nvGrpSpPr>
          <p:grpSpPr>
            <a:xfrm rot="10800000">
              <a:off x="636238" y="1778838"/>
              <a:ext cx="175000" cy="175000"/>
              <a:chOff x="8792300" y="321275"/>
              <a:chExt cx="175000" cy="175000"/>
            </a:xfrm>
          </p:grpSpPr>
          <p:sp>
            <p:nvSpPr>
              <p:cNvPr id="1452" name="Google Shape;1452;p29"/>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29"/>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29"/>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29"/>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56" name="Google Shape;1456;p29"/>
            <p:cNvGrpSpPr/>
            <p:nvPr/>
          </p:nvGrpSpPr>
          <p:grpSpPr>
            <a:xfrm>
              <a:off x="432850" y="2003163"/>
              <a:ext cx="175013" cy="27000"/>
              <a:chOff x="5662375" y="212375"/>
              <a:chExt cx="175013" cy="27000"/>
            </a:xfrm>
          </p:grpSpPr>
          <p:sp>
            <p:nvSpPr>
              <p:cNvPr id="1457" name="Google Shape;1457;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0" name="Google Shape;1460;p29"/>
            <p:cNvGrpSpPr/>
            <p:nvPr/>
          </p:nvGrpSpPr>
          <p:grpSpPr>
            <a:xfrm>
              <a:off x="788100" y="208488"/>
              <a:ext cx="175013" cy="27000"/>
              <a:chOff x="5662375" y="212375"/>
              <a:chExt cx="175013" cy="27000"/>
            </a:xfrm>
          </p:grpSpPr>
          <p:sp>
            <p:nvSpPr>
              <p:cNvPr id="1461" name="Google Shape;1461;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4" name="Google Shape;1464;p29"/>
            <p:cNvGrpSpPr/>
            <p:nvPr/>
          </p:nvGrpSpPr>
          <p:grpSpPr>
            <a:xfrm>
              <a:off x="8129350" y="4988725"/>
              <a:ext cx="175013" cy="27000"/>
              <a:chOff x="5662375" y="212375"/>
              <a:chExt cx="175013" cy="27000"/>
            </a:xfrm>
          </p:grpSpPr>
          <p:sp>
            <p:nvSpPr>
              <p:cNvPr id="1465" name="Google Shape;1465;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68" name="Google Shape;1468;p29"/>
            <p:cNvGrpSpPr/>
            <p:nvPr/>
          </p:nvGrpSpPr>
          <p:grpSpPr>
            <a:xfrm>
              <a:off x="8497550" y="3429425"/>
              <a:ext cx="175013" cy="27000"/>
              <a:chOff x="5662375" y="212375"/>
              <a:chExt cx="175013" cy="27000"/>
            </a:xfrm>
          </p:grpSpPr>
          <p:sp>
            <p:nvSpPr>
              <p:cNvPr id="1469" name="Google Shape;1469;p29"/>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29"/>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29"/>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472" name="Google Shape;1472;p29"/>
            <p:cNvCxnSpPr/>
            <p:nvPr/>
          </p:nvCxnSpPr>
          <p:spPr>
            <a:xfrm>
              <a:off x="8407225" y="0"/>
              <a:ext cx="0" cy="2160900"/>
            </a:xfrm>
            <a:prstGeom prst="straightConnector1">
              <a:avLst/>
            </a:prstGeom>
            <a:noFill/>
            <a:ln w="9525" cap="flat" cmpd="sng">
              <a:solidFill>
                <a:srgbClr val="595959"/>
              </a:solidFill>
              <a:prstDash val="solid"/>
              <a:round/>
              <a:headEnd type="none" w="med" len="med"/>
              <a:tailEnd type="none" w="med" len="med"/>
            </a:ln>
          </p:spPr>
        </p:cxnSp>
        <p:cxnSp>
          <p:nvCxnSpPr>
            <p:cNvPr id="1473" name="Google Shape;1473;p29"/>
            <p:cNvCxnSpPr/>
            <p:nvPr/>
          </p:nvCxnSpPr>
          <p:spPr>
            <a:xfrm>
              <a:off x="718025" y="2985634"/>
              <a:ext cx="0" cy="2160900"/>
            </a:xfrm>
            <a:prstGeom prst="straightConnector1">
              <a:avLst/>
            </a:prstGeom>
            <a:noFill/>
            <a:ln w="9525" cap="flat" cmpd="sng">
              <a:solidFill>
                <a:srgbClr val="595959"/>
              </a:solidFill>
              <a:prstDash val="solid"/>
              <a:round/>
              <a:headEnd type="none" w="med" len="med"/>
              <a:tailEnd type="none" w="med" len="med"/>
            </a:ln>
          </p:spPr>
        </p:cxnSp>
        <p:sp>
          <p:nvSpPr>
            <p:cNvPr id="1474" name="Google Shape;1474;p29"/>
            <p:cNvSpPr/>
            <p:nvPr/>
          </p:nvSpPr>
          <p:spPr>
            <a:xfrm>
              <a:off x="671825" y="458788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29"/>
            <p:cNvSpPr/>
            <p:nvPr/>
          </p:nvSpPr>
          <p:spPr>
            <a:xfrm>
              <a:off x="671825" y="3940338"/>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29"/>
            <p:cNvSpPr/>
            <p:nvPr/>
          </p:nvSpPr>
          <p:spPr>
            <a:xfrm>
              <a:off x="8361025" y="1453500"/>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29"/>
            <p:cNvSpPr/>
            <p:nvPr/>
          </p:nvSpPr>
          <p:spPr>
            <a:xfrm>
              <a:off x="8361025" y="234875"/>
              <a:ext cx="92400" cy="92400"/>
            </a:xfrm>
            <a:prstGeom prst="ellipse">
              <a:avLst/>
            </a:prstGeom>
            <a:solidFill>
              <a:srgbClr val="595959"/>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Background 4">
  <p:cSld name="CUSTOM_21">
    <p:spTree>
      <p:nvGrpSpPr>
        <p:cNvPr id="1" name="Shape 1478"/>
        <p:cNvGrpSpPr/>
        <p:nvPr/>
      </p:nvGrpSpPr>
      <p:grpSpPr>
        <a:xfrm>
          <a:off x="0" y="0"/>
          <a:ext cx="0" cy="0"/>
          <a:chOff x="0" y="0"/>
          <a:chExt cx="0" cy="0"/>
        </a:xfrm>
      </p:grpSpPr>
      <p:grpSp>
        <p:nvGrpSpPr>
          <p:cNvPr id="1479" name="Google Shape;1479;p30"/>
          <p:cNvGrpSpPr/>
          <p:nvPr/>
        </p:nvGrpSpPr>
        <p:grpSpPr>
          <a:xfrm>
            <a:off x="-6867" y="-6625"/>
            <a:ext cx="9152342" cy="5102050"/>
            <a:chOff x="-6867" y="-6625"/>
            <a:chExt cx="9152342" cy="5102050"/>
          </a:xfrm>
        </p:grpSpPr>
        <p:cxnSp>
          <p:nvCxnSpPr>
            <p:cNvPr id="1480" name="Google Shape;1480;p30"/>
            <p:cNvCxnSpPr/>
            <p:nvPr/>
          </p:nvCxnSpPr>
          <p:spPr>
            <a:xfrm>
              <a:off x="2904283" y="4513075"/>
              <a:ext cx="1133100" cy="306300"/>
            </a:xfrm>
            <a:prstGeom prst="straightConnector1">
              <a:avLst/>
            </a:prstGeom>
            <a:noFill/>
            <a:ln w="9525" cap="flat" cmpd="sng">
              <a:solidFill>
                <a:schemeClr val="dk2"/>
              </a:solidFill>
              <a:prstDash val="solid"/>
              <a:round/>
              <a:headEnd type="none" w="med" len="med"/>
              <a:tailEnd type="none" w="med" len="med"/>
            </a:ln>
          </p:spPr>
        </p:cxnSp>
        <p:cxnSp>
          <p:nvCxnSpPr>
            <p:cNvPr id="1481" name="Google Shape;1481;p30"/>
            <p:cNvCxnSpPr/>
            <p:nvPr/>
          </p:nvCxnSpPr>
          <p:spPr>
            <a:xfrm rot="10800000" flipH="1">
              <a:off x="1562083" y="4492325"/>
              <a:ext cx="1342200" cy="315300"/>
            </a:xfrm>
            <a:prstGeom prst="straightConnector1">
              <a:avLst/>
            </a:prstGeom>
            <a:noFill/>
            <a:ln w="9525" cap="flat" cmpd="sng">
              <a:solidFill>
                <a:schemeClr val="dk2"/>
              </a:solidFill>
              <a:prstDash val="solid"/>
              <a:round/>
              <a:headEnd type="none" w="med" len="med"/>
              <a:tailEnd type="none" w="med" len="med"/>
            </a:ln>
          </p:spPr>
        </p:cxnSp>
        <p:cxnSp>
          <p:nvCxnSpPr>
            <p:cNvPr id="1482" name="Google Shape;1482;p30"/>
            <p:cNvCxnSpPr/>
            <p:nvPr/>
          </p:nvCxnSpPr>
          <p:spPr>
            <a:xfrm>
              <a:off x="259558" y="4408000"/>
              <a:ext cx="1332000" cy="392100"/>
            </a:xfrm>
            <a:prstGeom prst="straightConnector1">
              <a:avLst/>
            </a:prstGeom>
            <a:noFill/>
            <a:ln w="9525" cap="flat" cmpd="sng">
              <a:solidFill>
                <a:schemeClr val="dk2"/>
              </a:solidFill>
              <a:prstDash val="solid"/>
              <a:round/>
              <a:headEnd type="none" w="med" len="med"/>
              <a:tailEnd type="none" w="med" len="med"/>
            </a:ln>
          </p:spPr>
        </p:cxnSp>
        <p:cxnSp>
          <p:nvCxnSpPr>
            <p:cNvPr id="1483" name="Google Shape;1483;p30"/>
            <p:cNvCxnSpPr/>
            <p:nvPr/>
          </p:nvCxnSpPr>
          <p:spPr>
            <a:xfrm>
              <a:off x="-6867" y="3993550"/>
              <a:ext cx="273900" cy="407100"/>
            </a:xfrm>
            <a:prstGeom prst="straightConnector1">
              <a:avLst/>
            </a:prstGeom>
            <a:noFill/>
            <a:ln w="9525" cap="flat" cmpd="sng">
              <a:solidFill>
                <a:schemeClr val="dk2"/>
              </a:solidFill>
              <a:prstDash val="solid"/>
              <a:round/>
              <a:headEnd type="none" w="med" len="med"/>
              <a:tailEnd type="none" w="med" len="med"/>
            </a:ln>
          </p:spPr>
        </p:cxnSp>
        <p:grpSp>
          <p:nvGrpSpPr>
            <p:cNvPr id="1484" name="Google Shape;1484;p30"/>
            <p:cNvGrpSpPr/>
            <p:nvPr/>
          </p:nvGrpSpPr>
          <p:grpSpPr>
            <a:xfrm flipH="1">
              <a:off x="1278333" y="4513075"/>
              <a:ext cx="581800" cy="582350"/>
              <a:chOff x="8064275" y="887850"/>
              <a:chExt cx="581800" cy="582350"/>
            </a:xfrm>
          </p:grpSpPr>
          <p:sp>
            <p:nvSpPr>
              <p:cNvPr id="1485" name="Google Shape;1485;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487;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1" name="Google Shape;1491;p30"/>
            <p:cNvGrpSpPr/>
            <p:nvPr/>
          </p:nvGrpSpPr>
          <p:grpSpPr>
            <a:xfrm flipH="1">
              <a:off x="2747608" y="4340463"/>
              <a:ext cx="292025" cy="292575"/>
              <a:chOff x="7353050" y="316275"/>
              <a:chExt cx="292025" cy="292575"/>
            </a:xfrm>
          </p:grpSpPr>
          <p:sp>
            <p:nvSpPr>
              <p:cNvPr id="1492" name="Google Shape;1492;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495;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6" name="Google Shape;1496;p30"/>
            <p:cNvGrpSpPr/>
            <p:nvPr/>
          </p:nvGrpSpPr>
          <p:grpSpPr>
            <a:xfrm flipH="1">
              <a:off x="171308" y="4315025"/>
              <a:ext cx="175000" cy="175000"/>
              <a:chOff x="8792300" y="321275"/>
              <a:chExt cx="175000" cy="175000"/>
            </a:xfrm>
          </p:grpSpPr>
          <p:sp>
            <p:nvSpPr>
              <p:cNvPr id="1497" name="Google Shape;1497;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498;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499;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1" name="Google Shape;1501;p30"/>
            <p:cNvGrpSpPr/>
            <p:nvPr/>
          </p:nvGrpSpPr>
          <p:grpSpPr>
            <a:xfrm>
              <a:off x="3873197" y="4657550"/>
              <a:ext cx="293111" cy="293388"/>
              <a:chOff x="3164039" y="430875"/>
              <a:chExt cx="293111" cy="293388"/>
            </a:xfrm>
          </p:grpSpPr>
          <p:sp>
            <p:nvSpPr>
              <p:cNvPr id="1502" name="Google Shape;1502;p30"/>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503;p30"/>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30"/>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505;p30"/>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06;p30"/>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07;p30"/>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08" name="Google Shape;1508;p30"/>
            <p:cNvGrpSpPr/>
            <p:nvPr/>
          </p:nvGrpSpPr>
          <p:grpSpPr>
            <a:xfrm flipH="1">
              <a:off x="242270" y="4142425"/>
              <a:ext cx="175013" cy="27000"/>
              <a:chOff x="5662375" y="212375"/>
              <a:chExt cx="175013" cy="27000"/>
            </a:xfrm>
          </p:grpSpPr>
          <p:sp>
            <p:nvSpPr>
              <p:cNvPr id="1509" name="Google Shape;1509;p30"/>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10;p30"/>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1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12" name="Google Shape;1512;p30"/>
            <p:cNvCxnSpPr/>
            <p:nvPr/>
          </p:nvCxnSpPr>
          <p:spPr>
            <a:xfrm rot="10800000">
              <a:off x="5995050" y="226600"/>
              <a:ext cx="1504500" cy="224700"/>
            </a:xfrm>
            <a:prstGeom prst="straightConnector1">
              <a:avLst/>
            </a:prstGeom>
            <a:noFill/>
            <a:ln w="9525" cap="flat" cmpd="sng">
              <a:solidFill>
                <a:schemeClr val="dk2"/>
              </a:solidFill>
              <a:prstDash val="solid"/>
              <a:round/>
              <a:headEnd type="none" w="med" len="med"/>
              <a:tailEnd type="none" w="med" len="med"/>
            </a:ln>
          </p:spPr>
        </p:cxnSp>
        <p:cxnSp>
          <p:nvCxnSpPr>
            <p:cNvPr id="1513" name="Google Shape;1513;p30"/>
            <p:cNvCxnSpPr/>
            <p:nvPr/>
          </p:nvCxnSpPr>
          <p:spPr>
            <a:xfrm rot="10800000">
              <a:off x="7512925" y="457850"/>
              <a:ext cx="829500" cy="743400"/>
            </a:xfrm>
            <a:prstGeom prst="straightConnector1">
              <a:avLst/>
            </a:prstGeom>
            <a:noFill/>
            <a:ln w="9525" cap="flat" cmpd="sng">
              <a:solidFill>
                <a:schemeClr val="dk2"/>
              </a:solidFill>
              <a:prstDash val="solid"/>
              <a:round/>
              <a:headEnd type="none" w="med" len="med"/>
              <a:tailEnd type="none" w="med" len="med"/>
            </a:ln>
          </p:spPr>
        </p:cxnSp>
        <p:cxnSp>
          <p:nvCxnSpPr>
            <p:cNvPr id="1514" name="Google Shape;1514;p30"/>
            <p:cNvCxnSpPr/>
            <p:nvPr/>
          </p:nvCxnSpPr>
          <p:spPr>
            <a:xfrm flipH="1">
              <a:off x="8348975" y="-6625"/>
              <a:ext cx="796500" cy="1188000"/>
            </a:xfrm>
            <a:prstGeom prst="straightConnector1">
              <a:avLst/>
            </a:prstGeom>
            <a:noFill/>
            <a:ln w="9525" cap="flat" cmpd="sng">
              <a:solidFill>
                <a:schemeClr val="dk2"/>
              </a:solidFill>
              <a:prstDash val="solid"/>
              <a:round/>
              <a:headEnd type="none" w="med" len="med"/>
              <a:tailEnd type="none" w="med" len="med"/>
            </a:ln>
          </p:spPr>
        </p:cxnSp>
        <p:grpSp>
          <p:nvGrpSpPr>
            <p:cNvPr id="1515" name="Google Shape;1515;p30"/>
            <p:cNvGrpSpPr/>
            <p:nvPr/>
          </p:nvGrpSpPr>
          <p:grpSpPr>
            <a:xfrm>
              <a:off x="8064275" y="1040250"/>
              <a:ext cx="581800" cy="582350"/>
              <a:chOff x="8064275" y="887850"/>
              <a:chExt cx="581800" cy="582350"/>
            </a:xfrm>
          </p:grpSpPr>
          <p:sp>
            <p:nvSpPr>
              <p:cNvPr id="1516" name="Google Shape;1516;p30"/>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517;p30"/>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518;p30"/>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519;p30"/>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520;p30"/>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521;p30"/>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2" name="Google Shape;1522;p30"/>
            <p:cNvGrpSpPr/>
            <p:nvPr/>
          </p:nvGrpSpPr>
          <p:grpSpPr>
            <a:xfrm>
              <a:off x="7353050" y="316275"/>
              <a:ext cx="292025" cy="292575"/>
              <a:chOff x="7353050" y="316275"/>
              <a:chExt cx="292025" cy="292575"/>
            </a:xfrm>
          </p:grpSpPr>
          <p:sp>
            <p:nvSpPr>
              <p:cNvPr id="1523" name="Google Shape;1523;p30"/>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30"/>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30"/>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30"/>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27" name="Google Shape;1527;p30"/>
            <p:cNvGrpSpPr/>
            <p:nvPr/>
          </p:nvGrpSpPr>
          <p:grpSpPr>
            <a:xfrm>
              <a:off x="8792300" y="321275"/>
              <a:ext cx="175000" cy="175000"/>
              <a:chOff x="8792300" y="321275"/>
              <a:chExt cx="175000" cy="175000"/>
            </a:xfrm>
          </p:grpSpPr>
          <p:sp>
            <p:nvSpPr>
              <p:cNvPr id="1528" name="Google Shape;1528;p30"/>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30"/>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30"/>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531;p30"/>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32" name="Google Shape;1532;p30"/>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533;p30"/>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534;p30"/>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535;p30"/>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536;p30"/>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537;p30"/>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38" name="Google Shape;1538;p30"/>
            <p:cNvGrpSpPr/>
            <p:nvPr/>
          </p:nvGrpSpPr>
          <p:grpSpPr>
            <a:xfrm>
              <a:off x="8490050" y="170875"/>
              <a:ext cx="175013" cy="27000"/>
              <a:chOff x="5662375" y="212375"/>
              <a:chExt cx="175013" cy="27000"/>
            </a:xfrm>
          </p:grpSpPr>
          <p:sp>
            <p:nvSpPr>
              <p:cNvPr id="1539" name="Google Shape;1539;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540;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541;p30"/>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42" name="Google Shape;1542;p30"/>
            <p:cNvGrpSpPr/>
            <p:nvPr/>
          </p:nvGrpSpPr>
          <p:grpSpPr>
            <a:xfrm>
              <a:off x="8678350" y="1658000"/>
              <a:ext cx="175013" cy="27000"/>
              <a:chOff x="5662375" y="212375"/>
              <a:chExt cx="175013" cy="27000"/>
            </a:xfrm>
          </p:grpSpPr>
          <p:sp>
            <p:nvSpPr>
              <p:cNvPr id="1543" name="Google Shape;1543;p30"/>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544;p30"/>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30"/>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Main point 2">
  <p:cSld name="CUSTOM_22">
    <p:spTree>
      <p:nvGrpSpPr>
        <p:cNvPr id="1" name="Shape 1546"/>
        <p:cNvGrpSpPr/>
        <p:nvPr/>
      </p:nvGrpSpPr>
      <p:grpSpPr>
        <a:xfrm>
          <a:off x="0" y="0"/>
          <a:ext cx="0" cy="0"/>
          <a:chOff x="0" y="0"/>
          <a:chExt cx="0" cy="0"/>
        </a:xfrm>
      </p:grpSpPr>
      <p:grpSp>
        <p:nvGrpSpPr>
          <p:cNvPr id="1547" name="Google Shape;1547;p31"/>
          <p:cNvGrpSpPr/>
          <p:nvPr/>
        </p:nvGrpSpPr>
        <p:grpSpPr>
          <a:xfrm>
            <a:off x="1349626" y="598417"/>
            <a:ext cx="6453730" cy="3631136"/>
            <a:chOff x="365750" y="1285025"/>
            <a:chExt cx="6934275" cy="3315500"/>
          </a:xfrm>
        </p:grpSpPr>
        <p:sp>
          <p:nvSpPr>
            <p:cNvPr id="1548" name="Google Shape;1548;p31"/>
            <p:cNvSpPr/>
            <p:nvPr/>
          </p:nvSpPr>
          <p:spPr>
            <a:xfrm>
              <a:off x="365750" y="1285025"/>
              <a:ext cx="6934275" cy="3315500"/>
            </a:xfrm>
            <a:custGeom>
              <a:avLst/>
              <a:gdLst/>
              <a:ahLst/>
              <a:cxnLst/>
              <a:rect l="l" t="t" r="r" b="b"/>
              <a:pathLst>
                <a:path w="277371" h="132620" extrusionOk="0">
                  <a:moveTo>
                    <a:pt x="139292" y="1"/>
                  </a:moveTo>
                  <a:cubicBezTo>
                    <a:pt x="131931" y="1"/>
                    <a:pt x="124510" y="530"/>
                    <a:pt x="116820" y="2020"/>
                  </a:cubicBezTo>
                  <a:cubicBezTo>
                    <a:pt x="97286" y="5794"/>
                    <a:pt x="78528" y="13563"/>
                    <a:pt x="62212" y="24940"/>
                  </a:cubicBezTo>
                  <a:cubicBezTo>
                    <a:pt x="40180" y="40312"/>
                    <a:pt x="16039" y="63953"/>
                    <a:pt x="5883" y="89204"/>
                  </a:cubicBezTo>
                  <a:cubicBezTo>
                    <a:pt x="2054" y="98638"/>
                    <a:pt x="1" y="109904"/>
                    <a:pt x="5162" y="118672"/>
                  </a:cubicBezTo>
                  <a:cubicBezTo>
                    <a:pt x="10878" y="128329"/>
                    <a:pt x="23309" y="131547"/>
                    <a:pt x="34519" y="132324"/>
                  </a:cubicBezTo>
                  <a:cubicBezTo>
                    <a:pt x="37485" y="132528"/>
                    <a:pt x="40447" y="132620"/>
                    <a:pt x="43408" y="132620"/>
                  </a:cubicBezTo>
                  <a:cubicBezTo>
                    <a:pt x="64717" y="132620"/>
                    <a:pt x="85919" y="127832"/>
                    <a:pt x="107164" y="125054"/>
                  </a:cubicBezTo>
                  <a:cubicBezTo>
                    <a:pt x="121795" y="123154"/>
                    <a:pt x="136548" y="122208"/>
                    <a:pt x="151300" y="122208"/>
                  </a:cubicBezTo>
                  <a:cubicBezTo>
                    <a:pt x="172303" y="122208"/>
                    <a:pt x="193303" y="124126"/>
                    <a:pt x="213939" y="127940"/>
                  </a:cubicBezTo>
                  <a:cubicBezTo>
                    <a:pt x="222522" y="129553"/>
                    <a:pt x="231673" y="131360"/>
                    <a:pt x="240407" y="131360"/>
                  </a:cubicBezTo>
                  <a:cubicBezTo>
                    <a:pt x="248501" y="131360"/>
                    <a:pt x="256237" y="129808"/>
                    <a:pt x="262831" y="125110"/>
                  </a:cubicBezTo>
                  <a:cubicBezTo>
                    <a:pt x="276372" y="115454"/>
                    <a:pt x="277371" y="99138"/>
                    <a:pt x="274429" y="84431"/>
                  </a:cubicBezTo>
                  <a:cubicBezTo>
                    <a:pt x="271488" y="69670"/>
                    <a:pt x="264329" y="59902"/>
                    <a:pt x="257059" y="47305"/>
                  </a:cubicBezTo>
                  <a:cubicBezTo>
                    <a:pt x="252786" y="39868"/>
                    <a:pt x="247736" y="33098"/>
                    <a:pt x="241798" y="27215"/>
                  </a:cubicBezTo>
                  <a:cubicBezTo>
                    <a:pt x="234972" y="20500"/>
                    <a:pt x="226925" y="14951"/>
                    <a:pt x="217768" y="11177"/>
                  </a:cubicBezTo>
                  <a:cubicBezTo>
                    <a:pt x="203783" y="5350"/>
                    <a:pt x="188521" y="3407"/>
                    <a:pt x="173482" y="2186"/>
                  </a:cubicBezTo>
                  <a:cubicBezTo>
                    <a:pt x="161726" y="1246"/>
                    <a:pt x="150579" y="1"/>
                    <a:pt x="13929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31"/>
            <p:cNvSpPr/>
            <p:nvPr/>
          </p:nvSpPr>
          <p:spPr>
            <a:xfrm>
              <a:off x="417100" y="1285575"/>
              <a:ext cx="6842700" cy="3314500"/>
            </a:xfrm>
            <a:custGeom>
              <a:avLst/>
              <a:gdLst/>
              <a:ahLst/>
              <a:cxnLst/>
              <a:rect l="l" t="t" r="r" b="b"/>
              <a:pathLst>
                <a:path w="273708" h="132580" extrusionOk="0">
                  <a:moveTo>
                    <a:pt x="137298" y="0"/>
                  </a:moveTo>
                  <a:cubicBezTo>
                    <a:pt x="129917" y="0"/>
                    <a:pt x="122480" y="500"/>
                    <a:pt x="114766" y="1998"/>
                  </a:cubicBezTo>
                  <a:cubicBezTo>
                    <a:pt x="95232" y="5772"/>
                    <a:pt x="76474" y="13541"/>
                    <a:pt x="60158" y="24918"/>
                  </a:cubicBezTo>
                  <a:cubicBezTo>
                    <a:pt x="38126" y="40290"/>
                    <a:pt x="13985" y="63931"/>
                    <a:pt x="3829" y="89182"/>
                  </a:cubicBezTo>
                  <a:cubicBezTo>
                    <a:pt x="1609" y="94621"/>
                    <a:pt x="0" y="100614"/>
                    <a:pt x="56" y="106386"/>
                  </a:cubicBezTo>
                  <a:cubicBezTo>
                    <a:pt x="56" y="110715"/>
                    <a:pt x="943" y="114877"/>
                    <a:pt x="3108" y="118650"/>
                  </a:cubicBezTo>
                  <a:cubicBezTo>
                    <a:pt x="8824" y="128307"/>
                    <a:pt x="21255" y="131525"/>
                    <a:pt x="32465" y="132302"/>
                  </a:cubicBezTo>
                  <a:cubicBezTo>
                    <a:pt x="35407" y="132469"/>
                    <a:pt x="38403" y="132580"/>
                    <a:pt x="41345" y="132580"/>
                  </a:cubicBezTo>
                  <a:cubicBezTo>
                    <a:pt x="62655" y="132580"/>
                    <a:pt x="83855" y="127807"/>
                    <a:pt x="105110" y="125032"/>
                  </a:cubicBezTo>
                  <a:cubicBezTo>
                    <a:pt x="119761" y="123146"/>
                    <a:pt x="134523" y="122202"/>
                    <a:pt x="149340" y="122202"/>
                  </a:cubicBezTo>
                  <a:cubicBezTo>
                    <a:pt x="170318" y="122202"/>
                    <a:pt x="191240" y="124089"/>
                    <a:pt x="211885" y="127918"/>
                  </a:cubicBezTo>
                  <a:cubicBezTo>
                    <a:pt x="220486" y="129528"/>
                    <a:pt x="229643" y="131359"/>
                    <a:pt x="238412" y="131359"/>
                  </a:cubicBezTo>
                  <a:cubicBezTo>
                    <a:pt x="246459" y="131359"/>
                    <a:pt x="254173" y="129805"/>
                    <a:pt x="260777" y="125088"/>
                  </a:cubicBezTo>
                  <a:cubicBezTo>
                    <a:pt x="270433" y="118206"/>
                    <a:pt x="273707" y="107884"/>
                    <a:pt x="273707" y="97229"/>
                  </a:cubicBezTo>
                  <a:cubicBezTo>
                    <a:pt x="273707" y="92956"/>
                    <a:pt x="273208" y="88627"/>
                    <a:pt x="272375" y="84409"/>
                  </a:cubicBezTo>
                  <a:cubicBezTo>
                    <a:pt x="269434" y="69648"/>
                    <a:pt x="262275" y="59880"/>
                    <a:pt x="255005" y="47283"/>
                  </a:cubicBezTo>
                  <a:cubicBezTo>
                    <a:pt x="250732" y="39846"/>
                    <a:pt x="245682" y="33076"/>
                    <a:pt x="239744" y="27193"/>
                  </a:cubicBezTo>
                  <a:cubicBezTo>
                    <a:pt x="232918" y="20478"/>
                    <a:pt x="224871" y="14929"/>
                    <a:pt x="215714" y="11155"/>
                  </a:cubicBezTo>
                  <a:cubicBezTo>
                    <a:pt x="201729" y="5328"/>
                    <a:pt x="186467" y="3385"/>
                    <a:pt x="171428" y="2164"/>
                  </a:cubicBezTo>
                  <a:cubicBezTo>
                    <a:pt x="159663" y="1221"/>
                    <a:pt x="148563" y="0"/>
                    <a:pt x="13729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50" name="Google Shape;1550;p31"/>
          <p:cNvSpPr txBox="1">
            <a:spLocks noGrp="1"/>
          </p:cNvSpPr>
          <p:nvPr>
            <p:ph type="title"/>
          </p:nvPr>
        </p:nvSpPr>
        <p:spPr>
          <a:xfrm>
            <a:off x="2624328" y="1018528"/>
            <a:ext cx="3904500" cy="1902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grpSp>
        <p:nvGrpSpPr>
          <p:cNvPr id="1551" name="Google Shape;1551;p31"/>
          <p:cNvGrpSpPr/>
          <p:nvPr/>
        </p:nvGrpSpPr>
        <p:grpSpPr>
          <a:xfrm>
            <a:off x="-6867" y="-6625"/>
            <a:ext cx="9152342" cy="5102050"/>
            <a:chOff x="-6867" y="-6625"/>
            <a:chExt cx="9152342" cy="5102050"/>
          </a:xfrm>
        </p:grpSpPr>
        <p:cxnSp>
          <p:nvCxnSpPr>
            <p:cNvPr id="1552" name="Google Shape;1552;p31"/>
            <p:cNvCxnSpPr/>
            <p:nvPr/>
          </p:nvCxnSpPr>
          <p:spPr>
            <a:xfrm>
              <a:off x="2904283" y="4513075"/>
              <a:ext cx="1133100" cy="306300"/>
            </a:xfrm>
            <a:prstGeom prst="straightConnector1">
              <a:avLst/>
            </a:prstGeom>
            <a:noFill/>
            <a:ln w="9525" cap="flat" cmpd="sng">
              <a:solidFill>
                <a:srgbClr val="595959"/>
              </a:solidFill>
              <a:prstDash val="solid"/>
              <a:round/>
              <a:headEnd type="none" w="med" len="med"/>
              <a:tailEnd type="none" w="med" len="med"/>
            </a:ln>
          </p:spPr>
        </p:cxnSp>
        <p:cxnSp>
          <p:nvCxnSpPr>
            <p:cNvPr id="1553" name="Google Shape;1553;p31"/>
            <p:cNvCxnSpPr/>
            <p:nvPr/>
          </p:nvCxnSpPr>
          <p:spPr>
            <a:xfrm rot="10800000" flipH="1">
              <a:off x="1562083" y="4492325"/>
              <a:ext cx="1342200" cy="315300"/>
            </a:xfrm>
            <a:prstGeom prst="straightConnector1">
              <a:avLst/>
            </a:prstGeom>
            <a:noFill/>
            <a:ln w="9525" cap="flat" cmpd="sng">
              <a:solidFill>
                <a:srgbClr val="595959"/>
              </a:solidFill>
              <a:prstDash val="solid"/>
              <a:round/>
              <a:headEnd type="none" w="med" len="med"/>
              <a:tailEnd type="none" w="med" len="med"/>
            </a:ln>
          </p:spPr>
        </p:cxnSp>
        <p:cxnSp>
          <p:nvCxnSpPr>
            <p:cNvPr id="1554" name="Google Shape;1554;p31"/>
            <p:cNvCxnSpPr/>
            <p:nvPr/>
          </p:nvCxnSpPr>
          <p:spPr>
            <a:xfrm>
              <a:off x="259558" y="4408000"/>
              <a:ext cx="1332000" cy="392100"/>
            </a:xfrm>
            <a:prstGeom prst="straightConnector1">
              <a:avLst/>
            </a:prstGeom>
            <a:noFill/>
            <a:ln w="9525" cap="flat" cmpd="sng">
              <a:solidFill>
                <a:srgbClr val="595959"/>
              </a:solidFill>
              <a:prstDash val="solid"/>
              <a:round/>
              <a:headEnd type="none" w="med" len="med"/>
              <a:tailEnd type="none" w="med" len="med"/>
            </a:ln>
          </p:spPr>
        </p:cxnSp>
        <p:cxnSp>
          <p:nvCxnSpPr>
            <p:cNvPr id="1555" name="Google Shape;1555;p31"/>
            <p:cNvCxnSpPr/>
            <p:nvPr/>
          </p:nvCxnSpPr>
          <p:spPr>
            <a:xfrm>
              <a:off x="-6867" y="3993550"/>
              <a:ext cx="273900" cy="407100"/>
            </a:xfrm>
            <a:prstGeom prst="straightConnector1">
              <a:avLst/>
            </a:prstGeom>
            <a:noFill/>
            <a:ln w="9525" cap="flat" cmpd="sng">
              <a:solidFill>
                <a:srgbClr val="595959"/>
              </a:solidFill>
              <a:prstDash val="solid"/>
              <a:round/>
              <a:headEnd type="none" w="med" len="med"/>
              <a:tailEnd type="none" w="med" len="med"/>
            </a:ln>
          </p:spPr>
        </p:cxnSp>
        <p:grpSp>
          <p:nvGrpSpPr>
            <p:cNvPr id="1556" name="Google Shape;1556;p31"/>
            <p:cNvGrpSpPr/>
            <p:nvPr/>
          </p:nvGrpSpPr>
          <p:grpSpPr>
            <a:xfrm flipH="1">
              <a:off x="1278333" y="4513075"/>
              <a:ext cx="581800" cy="582350"/>
              <a:chOff x="8064275" y="887850"/>
              <a:chExt cx="581800" cy="582350"/>
            </a:xfrm>
          </p:grpSpPr>
          <p:sp>
            <p:nvSpPr>
              <p:cNvPr id="1557" name="Google Shape;1557;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558;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559;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560;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561;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562;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3" name="Google Shape;1563;p31"/>
            <p:cNvGrpSpPr/>
            <p:nvPr/>
          </p:nvGrpSpPr>
          <p:grpSpPr>
            <a:xfrm flipH="1">
              <a:off x="2747608" y="4340463"/>
              <a:ext cx="292025" cy="292575"/>
              <a:chOff x="7353050" y="316275"/>
              <a:chExt cx="292025" cy="292575"/>
            </a:xfrm>
          </p:grpSpPr>
          <p:sp>
            <p:nvSpPr>
              <p:cNvPr id="1564" name="Google Shape;1564;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565;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567;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68" name="Google Shape;1568;p31"/>
            <p:cNvGrpSpPr/>
            <p:nvPr/>
          </p:nvGrpSpPr>
          <p:grpSpPr>
            <a:xfrm flipH="1">
              <a:off x="171308" y="4315025"/>
              <a:ext cx="175000" cy="175000"/>
              <a:chOff x="8792300" y="321275"/>
              <a:chExt cx="175000" cy="175000"/>
            </a:xfrm>
          </p:grpSpPr>
          <p:sp>
            <p:nvSpPr>
              <p:cNvPr id="1569" name="Google Shape;1569;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570;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571;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572;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3" name="Google Shape;1573;p31"/>
            <p:cNvGrpSpPr/>
            <p:nvPr/>
          </p:nvGrpSpPr>
          <p:grpSpPr>
            <a:xfrm>
              <a:off x="3873197" y="4657550"/>
              <a:ext cx="293111" cy="293388"/>
              <a:chOff x="3164039" y="430875"/>
              <a:chExt cx="293111" cy="293388"/>
            </a:xfrm>
          </p:grpSpPr>
          <p:sp>
            <p:nvSpPr>
              <p:cNvPr id="1574" name="Google Shape;1574;p31"/>
              <p:cNvSpPr/>
              <p:nvPr/>
            </p:nvSpPr>
            <p:spPr>
              <a:xfrm flipH="1">
                <a:off x="3166281" y="4334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575;p31"/>
              <p:cNvSpPr/>
              <p:nvPr/>
            </p:nvSpPr>
            <p:spPr>
              <a:xfrm flipH="1">
                <a:off x="3164039" y="4308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576;p31"/>
              <p:cNvSpPr/>
              <p:nvPr/>
            </p:nvSpPr>
            <p:spPr>
              <a:xfrm flipH="1">
                <a:off x="3202780" y="4699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31"/>
              <p:cNvSpPr/>
              <p:nvPr/>
            </p:nvSpPr>
            <p:spPr>
              <a:xfrm flipH="1">
                <a:off x="3200525" y="4673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578;p31"/>
              <p:cNvSpPr/>
              <p:nvPr/>
            </p:nvSpPr>
            <p:spPr>
              <a:xfrm flipH="1">
                <a:off x="3242641" y="5094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31"/>
              <p:cNvSpPr/>
              <p:nvPr/>
            </p:nvSpPr>
            <p:spPr>
              <a:xfrm flipH="1">
                <a:off x="3240109" y="5072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80" name="Google Shape;1580;p31"/>
            <p:cNvGrpSpPr/>
            <p:nvPr/>
          </p:nvGrpSpPr>
          <p:grpSpPr>
            <a:xfrm flipH="1">
              <a:off x="242270" y="4142425"/>
              <a:ext cx="175013" cy="27000"/>
              <a:chOff x="5662375" y="212375"/>
              <a:chExt cx="175013" cy="27000"/>
            </a:xfrm>
          </p:grpSpPr>
          <p:sp>
            <p:nvSpPr>
              <p:cNvPr id="1581" name="Google Shape;1581;p31"/>
              <p:cNvSpPr/>
              <p:nvPr/>
            </p:nvSpPr>
            <p:spPr>
              <a:xfrm>
                <a:off x="5662375"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31"/>
              <p:cNvSpPr/>
              <p:nvPr/>
            </p:nvSpPr>
            <p:spPr>
              <a:xfrm>
                <a:off x="5736381"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31"/>
              <p:cNvSpPr/>
              <p:nvPr/>
            </p:nvSpPr>
            <p:spPr>
              <a:xfrm>
                <a:off x="5810388" y="212375"/>
                <a:ext cx="27000" cy="270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4" name="Google Shape;1584;p31"/>
            <p:cNvCxnSpPr/>
            <p:nvPr/>
          </p:nvCxnSpPr>
          <p:spPr>
            <a:xfrm rot="10800000">
              <a:off x="5995050" y="226600"/>
              <a:ext cx="1504500" cy="224700"/>
            </a:xfrm>
            <a:prstGeom prst="straightConnector1">
              <a:avLst/>
            </a:prstGeom>
            <a:noFill/>
            <a:ln w="9525" cap="flat" cmpd="sng">
              <a:solidFill>
                <a:srgbClr val="595959"/>
              </a:solidFill>
              <a:prstDash val="solid"/>
              <a:round/>
              <a:headEnd type="none" w="med" len="med"/>
              <a:tailEnd type="none" w="med" len="med"/>
            </a:ln>
          </p:spPr>
        </p:cxnSp>
        <p:cxnSp>
          <p:nvCxnSpPr>
            <p:cNvPr id="1585" name="Google Shape;1585;p31"/>
            <p:cNvCxnSpPr/>
            <p:nvPr/>
          </p:nvCxnSpPr>
          <p:spPr>
            <a:xfrm rot="10800000">
              <a:off x="7512925" y="457850"/>
              <a:ext cx="829500" cy="743400"/>
            </a:xfrm>
            <a:prstGeom prst="straightConnector1">
              <a:avLst/>
            </a:prstGeom>
            <a:noFill/>
            <a:ln w="9525" cap="flat" cmpd="sng">
              <a:solidFill>
                <a:srgbClr val="595959"/>
              </a:solidFill>
              <a:prstDash val="solid"/>
              <a:round/>
              <a:headEnd type="none" w="med" len="med"/>
              <a:tailEnd type="none" w="med" len="med"/>
            </a:ln>
          </p:spPr>
        </p:cxnSp>
        <p:cxnSp>
          <p:nvCxnSpPr>
            <p:cNvPr id="1586" name="Google Shape;1586;p31"/>
            <p:cNvCxnSpPr/>
            <p:nvPr/>
          </p:nvCxnSpPr>
          <p:spPr>
            <a:xfrm flipH="1">
              <a:off x="8348975" y="-6625"/>
              <a:ext cx="796500" cy="1188000"/>
            </a:xfrm>
            <a:prstGeom prst="straightConnector1">
              <a:avLst/>
            </a:prstGeom>
            <a:noFill/>
            <a:ln w="9525" cap="flat" cmpd="sng">
              <a:solidFill>
                <a:srgbClr val="595959"/>
              </a:solidFill>
              <a:prstDash val="solid"/>
              <a:round/>
              <a:headEnd type="none" w="med" len="med"/>
              <a:tailEnd type="none" w="med" len="med"/>
            </a:ln>
          </p:spPr>
        </p:cxnSp>
        <p:grpSp>
          <p:nvGrpSpPr>
            <p:cNvPr id="1587" name="Google Shape;1587;p31"/>
            <p:cNvGrpSpPr/>
            <p:nvPr/>
          </p:nvGrpSpPr>
          <p:grpSpPr>
            <a:xfrm>
              <a:off x="8064275" y="1040250"/>
              <a:ext cx="581800" cy="582350"/>
              <a:chOff x="8064275" y="887850"/>
              <a:chExt cx="581800" cy="582350"/>
            </a:xfrm>
          </p:grpSpPr>
          <p:sp>
            <p:nvSpPr>
              <p:cNvPr id="1588" name="Google Shape;1588;p31"/>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31"/>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0" name="Google Shape;1590;p31"/>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1" name="Google Shape;1591;p31"/>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2" name="Google Shape;1592;p31"/>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31"/>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4" name="Google Shape;1594;p31"/>
            <p:cNvGrpSpPr/>
            <p:nvPr/>
          </p:nvGrpSpPr>
          <p:grpSpPr>
            <a:xfrm>
              <a:off x="7353050" y="316275"/>
              <a:ext cx="292025" cy="292575"/>
              <a:chOff x="7353050" y="316275"/>
              <a:chExt cx="292025" cy="292575"/>
            </a:xfrm>
          </p:grpSpPr>
          <p:sp>
            <p:nvSpPr>
              <p:cNvPr id="1595" name="Google Shape;1595;p31"/>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6" name="Google Shape;1596;p31"/>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7" name="Google Shape;1597;p31"/>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8" name="Google Shape;1598;p31"/>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99" name="Google Shape;1599;p31"/>
            <p:cNvGrpSpPr/>
            <p:nvPr/>
          </p:nvGrpSpPr>
          <p:grpSpPr>
            <a:xfrm>
              <a:off x="8792300" y="321275"/>
              <a:ext cx="175000" cy="175000"/>
              <a:chOff x="8792300" y="321275"/>
              <a:chExt cx="175000" cy="175000"/>
            </a:xfrm>
          </p:grpSpPr>
          <p:sp>
            <p:nvSpPr>
              <p:cNvPr id="1600" name="Google Shape;1600;p31"/>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1" name="Google Shape;1601;p31"/>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2" name="Google Shape;1602;p31"/>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3" name="Google Shape;1603;p31"/>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04" name="Google Shape;1604;p31"/>
            <p:cNvSpPr/>
            <p:nvPr/>
          </p:nvSpPr>
          <p:spPr>
            <a:xfrm>
              <a:off x="5829305" y="68707"/>
              <a:ext cx="288614" cy="288337"/>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5" name="Google Shape;1605;p31"/>
            <p:cNvSpPr/>
            <p:nvPr/>
          </p:nvSpPr>
          <p:spPr>
            <a:xfrm>
              <a:off x="5827050" y="66175"/>
              <a:ext cx="293111" cy="293388"/>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6" name="Google Shape;1606;p31"/>
            <p:cNvSpPr/>
            <p:nvPr/>
          </p:nvSpPr>
          <p:spPr>
            <a:xfrm>
              <a:off x="5865794" y="105209"/>
              <a:ext cx="215626" cy="215337"/>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7" name="Google Shape;1607;p31"/>
            <p:cNvSpPr/>
            <p:nvPr/>
          </p:nvSpPr>
          <p:spPr>
            <a:xfrm>
              <a:off x="5863552" y="102677"/>
              <a:ext cx="220123" cy="220400"/>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8" name="Google Shape;1608;p31"/>
            <p:cNvSpPr/>
            <p:nvPr/>
          </p:nvSpPr>
          <p:spPr>
            <a:xfrm>
              <a:off x="5905382" y="144784"/>
              <a:ext cx="136177" cy="136177"/>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9" name="Google Shape;1609;p31"/>
            <p:cNvSpPr/>
            <p:nvPr/>
          </p:nvSpPr>
          <p:spPr>
            <a:xfrm>
              <a:off x="5903140" y="142542"/>
              <a:ext cx="140951" cy="140674"/>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610" name="Google Shape;1610;p31"/>
            <p:cNvGrpSpPr/>
            <p:nvPr/>
          </p:nvGrpSpPr>
          <p:grpSpPr>
            <a:xfrm>
              <a:off x="8490050" y="170875"/>
              <a:ext cx="175013" cy="27000"/>
              <a:chOff x="5662375" y="212375"/>
              <a:chExt cx="175013" cy="27000"/>
            </a:xfrm>
          </p:grpSpPr>
          <p:sp>
            <p:nvSpPr>
              <p:cNvPr id="1611" name="Google Shape;1611;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2" name="Google Shape;1612;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3" name="Google Shape;1613;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14" name="Google Shape;1614;p31"/>
            <p:cNvGrpSpPr/>
            <p:nvPr/>
          </p:nvGrpSpPr>
          <p:grpSpPr>
            <a:xfrm>
              <a:off x="8678350" y="1658000"/>
              <a:ext cx="175013" cy="27000"/>
              <a:chOff x="5662375" y="212375"/>
              <a:chExt cx="175013" cy="27000"/>
            </a:xfrm>
          </p:grpSpPr>
          <p:sp>
            <p:nvSpPr>
              <p:cNvPr id="1615" name="Google Shape;1615;p31"/>
              <p:cNvSpPr/>
              <p:nvPr/>
            </p:nvSpPr>
            <p:spPr>
              <a:xfrm>
                <a:off x="5662375"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6" name="Google Shape;1616;p31"/>
              <p:cNvSpPr/>
              <p:nvPr/>
            </p:nvSpPr>
            <p:spPr>
              <a:xfrm>
                <a:off x="5736381"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17" name="Google Shape;1617;p31"/>
              <p:cNvSpPr/>
              <p:nvPr/>
            </p:nvSpPr>
            <p:spPr>
              <a:xfrm>
                <a:off x="5810388" y="212375"/>
                <a:ext cx="27000" cy="27000"/>
              </a:xfrm>
              <a:prstGeom prst="ellipse">
                <a:avLst/>
              </a:prstGeom>
              <a:solidFill>
                <a:srgbClr val="59595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618" name="Google Shape;1618;p31"/>
          <p:cNvSpPr txBox="1">
            <a:spLocks noGrp="1"/>
          </p:cNvSpPr>
          <p:nvPr>
            <p:ph type="subTitle" idx="1"/>
          </p:nvPr>
        </p:nvSpPr>
        <p:spPr>
          <a:xfrm>
            <a:off x="3639300" y="2596896"/>
            <a:ext cx="1865400" cy="612600"/>
          </a:xfrm>
          <a:prstGeom prst="rect">
            <a:avLst/>
          </a:prstGeom>
          <a:noFill/>
          <a:ln>
            <a:noFill/>
          </a:ln>
        </p:spPr>
        <p:txBody>
          <a:bodyPr spcFirstLastPara="1" wrap="square" lIns="91425" tIns="91425" rIns="91425" bIns="91425" anchor="t" anchorCtr="0">
            <a:noAutofit/>
          </a:bodyPr>
          <a:lstStyle>
            <a:lvl1pPr lvl="0"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1pPr>
            <a:lvl2pPr lvl="1"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2pPr>
            <a:lvl3pPr lvl="2"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3pPr>
            <a:lvl4pPr lvl="3"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4pPr>
            <a:lvl5pPr lvl="4"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5pPr>
            <a:lvl6pPr lvl="5"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6pPr>
            <a:lvl7pPr lvl="6"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7pPr>
            <a:lvl8pPr lvl="7"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8pPr>
            <a:lvl9pPr lvl="8" algn="ctr" rtl="0">
              <a:spcBef>
                <a:spcPts val="0"/>
              </a:spcBef>
              <a:spcAft>
                <a:spcPts val="0"/>
              </a:spcAft>
              <a:buNone/>
              <a:defRPr sz="1600">
                <a:solidFill>
                  <a:schemeClr val="dk2"/>
                </a:solidFill>
                <a:latin typeface="Barlow Semi Condensed"/>
                <a:ea typeface="Barlow Semi Condensed"/>
                <a:cs typeface="Barlow Semi Condensed"/>
                <a:sym typeface="Barlow Semi Condense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two columns 1">
  <p:cSld name="CUSTOM_23">
    <p:spTree>
      <p:nvGrpSpPr>
        <p:cNvPr id="1" name="Shape 1619"/>
        <p:cNvGrpSpPr/>
        <p:nvPr/>
      </p:nvGrpSpPr>
      <p:grpSpPr>
        <a:xfrm>
          <a:off x="0" y="0"/>
          <a:ext cx="0" cy="0"/>
          <a:chOff x="0" y="0"/>
          <a:chExt cx="0" cy="0"/>
        </a:xfrm>
      </p:grpSpPr>
      <p:sp>
        <p:nvSpPr>
          <p:cNvPr id="1620" name="Google Shape;1620;p32"/>
          <p:cNvSpPr txBox="1">
            <a:spLocks noGrp="1"/>
          </p:cNvSpPr>
          <p:nvPr>
            <p:ph type="body" idx="1"/>
          </p:nvPr>
        </p:nvSpPr>
        <p:spPr>
          <a:xfrm>
            <a:off x="1881350" y="1246850"/>
            <a:ext cx="21333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1" name="Google Shape;1621;p32"/>
          <p:cNvSpPr txBox="1">
            <a:spLocks noGrp="1"/>
          </p:cNvSpPr>
          <p:nvPr>
            <p:ph type="body" idx="2"/>
          </p:nvPr>
        </p:nvSpPr>
        <p:spPr>
          <a:xfrm>
            <a:off x="4220325" y="1246850"/>
            <a:ext cx="3099900" cy="3524400"/>
          </a:xfrm>
          <a:prstGeom prst="rect">
            <a:avLst/>
          </a:prstGeom>
          <a:noFill/>
          <a:ln>
            <a:noFill/>
          </a:ln>
        </p:spPr>
        <p:txBody>
          <a:bodyPr spcFirstLastPara="1" wrap="square" lIns="91425" tIns="91425" rIns="91425" bIns="91425" anchor="t" anchorCtr="0">
            <a:noAutofit/>
          </a:bodyPr>
          <a:lstStyle>
            <a:lvl1pPr marL="457200" lvl="0" indent="-317500" rtl="0">
              <a:spcBef>
                <a:spcPts val="0"/>
              </a:spcBef>
              <a:spcAft>
                <a:spcPts val="0"/>
              </a:spcAft>
              <a:buClr>
                <a:schemeClr val="accent1"/>
              </a:buClr>
              <a:buSzPts val="1400"/>
              <a:buChar char="●"/>
              <a:defRPr sz="1200">
                <a:solidFill>
                  <a:schemeClr val="dk2"/>
                </a:solidFill>
                <a:latin typeface="Barlow Semi Condensed"/>
                <a:ea typeface="Barlow Semi Condensed"/>
                <a:cs typeface="Barlow Semi Condensed"/>
                <a:sym typeface="Barlow Semi Condensed"/>
              </a:defRPr>
            </a:lvl1pPr>
            <a:lvl2pPr marL="914400" lvl="1"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2pPr>
            <a:lvl3pPr marL="1371600" lvl="2"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3pPr>
            <a:lvl4pPr marL="1828800" lvl="3"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4pPr>
            <a:lvl5pPr marL="2286000" lvl="4"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5pPr>
            <a:lvl6pPr marL="2743200" lvl="5"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6pPr>
            <a:lvl7pPr marL="3200400" lvl="6"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7pPr>
            <a:lvl8pPr marL="3657600" lvl="7"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8pPr>
            <a:lvl9pPr marL="4114800" lvl="8" indent="-317500" rtl="0">
              <a:spcBef>
                <a:spcPts val="0"/>
              </a:spcBef>
              <a:spcAft>
                <a:spcPts val="0"/>
              </a:spcAft>
              <a:buSzPts val="1400"/>
              <a:buChar char="■"/>
              <a:defRPr>
                <a:solidFill>
                  <a:schemeClr val="dk2"/>
                </a:solidFill>
                <a:latin typeface="Barlow Semi Condensed"/>
                <a:ea typeface="Barlow Semi Condensed"/>
                <a:cs typeface="Barlow Semi Condensed"/>
                <a:sym typeface="Barlow Semi Condensed"/>
              </a:defRPr>
            </a:lvl9pPr>
          </a:lstStyle>
          <a:p>
            <a:endParaRPr/>
          </a:p>
        </p:txBody>
      </p:sp>
      <p:sp>
        <p:nvSpPr>
          <p:cNvPr id="1622" name="Google Shape;1622;p32"/>
          <p:cNvSpPr txBox="1">
            <a:spLocks noGrp="1"/>
          </p:cNvSpPr>
          <p:nvPr>
            <p:ph type="title"/>
          </p:nvPr>
        </p:nvSpPr>
        <p:spPr>
          <a:xfrm>
            <a:off x="2532888" y="338328"/>
            <a:ext cx="4087500" cy="5760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a:lvl1pPr>
            <a:lvl2pPr lvl="1" algn="ctr" rtl="0">
              <a:spcBef>
                <a:spcPts val="0"/>
              </a:spcBef>
              <a:spcAft>
                <a:spcPts val="0"/>
              </a:spcAft>
              <a:buSzPts val="2800"/>
              <a:buNone/>
              <a:defRPr/>
            </a:lvl2pPr>
            <a:lvl3pPr lvl="2" algn="ctr" rtl="0">
              <a:spcBef>
                <a:spcPts val="0"/>
              </a:spcBef>
              <a:spcAft>
                <a:spcPts val="0"/>
              </a:spcAft>
              <a:buSzPts val="2800"/>
              <a:buNone/>
              <a:defRPr/>
            </a:lvl3pPr>
            <a:lvl4pPr lvl="3" algn="ctr" rtl="0">
              <a:spcBef>
                <a:spcPts val="0"/>
              </a:spcBef>
              <a:spcAft>
                <a:spcPts val="0"/>
              </a:spcAft>
              <a:buSzPts val="2800"/>
              <a:buNone/>
              <a:defRPr/>
            </a:lvl4pPr>
            <a:lvl5pPr lvl="4" algn="ctr" rtl="0">
              <a:spcBef>
                <a:spcPts val="0"/>
              </a:spcBef>
              <a:spcAft>
                <a:spcPts val="0"/>
              </a:spcAft>
              <a:buSzPts val="2800"/>
              <a:buNone/>
              <a:defRPr/>
            </a:lvl5pPr>
            <a:lvl6pPr lvl="5" algn="ctr" rtl="0">
              <a:spcBef>
                <a:spcPts val="0"/>
              </a:spcBef>
              <a:spcAft>
                <a:spcPts val="0"/>
              </a:spcAft>
              <a:buSzPts val="2800"/>
              <a:buNone/>
              <a:defRPr/>
            </a:lvl6pPr>
            <a:lvl7pPr lvl="6" algn="ctr" rtl="0">
              <a:spcBef>
                <a:spcPts val="0"/>
              </a:spcBef>
              <a:spcAft>
                <a:spcPts val="0"/>
              </a:spcAft>
              <a:buSzPts val="2800"/>
              <a:buNone/>
              <a:defRPr/>
            </a:lvl7pPr>
            <a:lvl8pPr lvl="7" algn="ctr" rtl="0">
              <a:spcBef>
                <a:spcPts val="0"/>
              </a:spcBef>
              <a:spcAft>
                <a:spcPts val="0"/>
              </a:spcAft>
              <a:buSzPts val="2800"/>
              <a:buNone/>
              <a:defRPr/>
            </a:lvl8pPr>
            <a:lvl9pPr lvl="8" algn="ctr" rtl="0">
              <a:spcBef>
                <a:spcPts val="0"/>
              </a:spcBef>
              <a:spcAft>
                <a:spcPts val="0"/>
              </a:spcAft>
              <a:buSzPts val="2800"/>
              <a:buNone/>
              <a:defRPr/>
            </a:lvl9pPr>
          </a:lstStyle>
          <a:p>
            <a:endParaRPr/>
          </a:p>
        </p:txBody>
      </p:sp>
      <p:grpSp>
        <p:nvGrpSpPr>
          <p:cNvPr id="1623" name="Google Shape;1623;p32"/>
          <p:cNvGrpSpPr/>
          <p:nvPr/>
        </p:nvGrpSpPr>
        <p:grpSpPr>
          <a:xfrm>
            <a:off x="432850" y="0"/>
            <a:ext cx="8278300" cy="5165700"/>
            <a:chOff x="432850" y="0"/>
            <a:chExt cx="8278300" cy="5165700"/>
          </a:xfrm>
        </p:grpSpPr>
        <p:cxnSp>
          <p:nvCxnSpPr>
            <p:cNvPr id="1624" name="Google Shape;1624;p32"/>
            <p:cNvCxnSpPr/>
            <p:nvPr/>
          </p:nvCxnSpPr>
          <p:spPr>
            <a:xfrm rot="10800000">
              <a:off x="8420275" y="2664300"/>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25" name="Google Shape;1625;p32"/>
            <p:cNvGrpSpPr/>
            <p:nvPr/>
          </p:nvGrpSpPr>
          <p:grpSpPr>
            <a:xfrm>
              <a:off x="8129350" y="4292175"/>
              <a:ext cx="581800" cy="582350"/>
              <a:chOff x="8064275" y="887850"/>
              <a:chExt cx="581800" cy="582350"/>
            </a:xfrm>
          </p:grpSpPr>
          <p:sp>
            <p:nvSpPr>
              <p:cNvPr id="1626" name="Google Shape;1626;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7" name="Google Shape;1627;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8" name="Google Shape;1628;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29" name="Google Shape;1629;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0" name="Google Shape;1630;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1" name="Google Shape;1631;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2" name="Google Shape;1632;p32"/>
            <p:cNvGrpSpPr/>
            <p:nvPr/>
          </p:nvGrpSpPr>
          <p:grpSpPr>
            <a:xfrm>
              <a:off x="8274238" y="3720600"/>
              <a:ext cx="292025" cy="292575"/>
              <a:chOff x="7353050" y="316275"/>
              <a:chExt cx="292025" cy="292575"/>
            </a:xfrm>
          </p:grpSpPr>
          <p:sp>
            <p:nvSpPr>
              <p:cNvPr id="1633" name="Google Shape;1633;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4" name="Google Shape;1634;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5" name="Google Shape;1635;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6" name="Google Shape;1636;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37" name="Google Shape;1637;p32"/>
            <p:cNvGrpSpPr/>
            <p:nvPr/>
          </p:nvGrpSpPr>
          <p:grpSpPr>
            <a:xfrm>
              <a:off x="8332763" y="3212475"/>
              <a:ext cx="175000" cy="175000"/>
              <a:chOff x="8792300" y="321275"/>
              <a:chExt cx="175000" cy="175000"/>
            </a:xfrm>
          </p:grpSpPr>
          <p:sp>
            <p:nvSpPr>
              <p:cNvPr id="1638" name="Google Shape;1638;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9" name="Google Shape;1639;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0" name="Google Shape;1640;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1" name="Google Shape;1641;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42" name="Google Shape;1642;p32"/>
            <p:cNvCxnSpPr/>
            <p:nvPr/>
          </p:nvCxnSpPr>
          <p:spPr>
            <a:xfrm>
              <a:off x="723725" y="613"/>
              <a:ext cx="0" cy="2501400"/>
            </a:xfrm>
            <a:prstGeom prst="straightConnector1">
              <a:avLst/>
            </a:prstGeom>
            <a:noFill/>
            <a:ln w="9525" cap="flat" cmpd="sng">
              <a:solidFill>
                <a:schemeClr val="dk1"/>
              </a:solidFill>
              <a:prstDash val="solid"/>
              <a:round/>
              <a:headEnd type="none" w="med" len="med"/>
              <a:tailEnd type="none" w="med" len="med"/>
            </a:ln>
          </p:spPr>
        </p:cxnSp>
        <p:grpSp>
          <p:nvGrpSpPr>
            <p:cNvPr id="1643" name="Google Shape;1643;p32"/>
            <p:cNvGrpSpPr/>
            <p:nvPr/>
          </p:nvGrpSpPr>
          <p:grpSpPr>
            <a:xfrm rot="10800000">
              <a:off x="432850" y="291788"/>
              <a:ext cx="581800" cy="582350"/>
              <a:chOff x="8064275" y="887850"/>
              <a:chExt cx="581800" cy="582350"/>
            </a:xfrm>
          </p:grpSpPr>
          <p:sp>
            <p:nvSpPr>
              <p:cNvPr id="1644" name="Google Shape;1644;p32"/>
              <p:cNvSpPr/>
              <p:nvPr/>
            </p:nvSpPr>
            <p:spPr>
              <a:xfrm>
                <a:off x="8068750" y="892875"/>
                <a:ext cx="572875" cy="572325"/>
              </a:xfrm>
              <a:custGeom>
                <a:avLst/>
                <a:gdLst/>
                <a:ahLst/>
                <a:cxnLst/>
                <a:rect l="l" t="t" r="r" b="b"/>
                <a:pathLst>
                  <a:path w="22915" h="22893" extrusionOk="0">
                    <a:moveTo>
                      <a:pt x="11457" y="0"/>
                    </a:moveTo>
                    <a:cubicBezTo>
                      <a:pt x="5127" y="0"/>
                      <a:pt x="0" y="5127"/>
                      <a:pt x="0" y="11435"/>
                    </a:cubicBezTo>
                    <a:cubicBezTo>
                      <a:pt x="0" y="17766"/>
                      <a:pt x="5127" y="22892"/>
                      <a:pt x="11457" y="22892"/>
                    </a:cubicBezTo>
                    <a:cubicBezTo>
                      <a:pt x="17788" y="22892"/>
                      <a:pt x="22914" y="17766"/>
                      <a:pt x="22914" y="11435"/>
                    </a:cubicBezTo>
                    <a:cubicBezTo>
                      <a:pt x="22914" y="5127"/>
                      <a:pt x="17788" y="0"/>
                      <a:pt x="1145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5" name="Google Shape;1645;p32"/>
              <p:cNvSpPr/>
              <p:nvPr/>
            </p:nvSpPr>
            <p:spPr>
              <a:xfrm>
                <a:off x="8064275" y="887850"/>
                <a:ext cx="581800" cy="582350"/>
              </a:xfrm>
              <a:custGeom>
                <a:avLst/>
                <a:gdLst/>
                <a:ahLst/>
                <a:cxnLst/>
                <a:rect l="l" t="t" r="r" b="b"/>
                <a:pathLst>
                  <a:path w="23272" h="23294" extrusionOk="0">
                    <a:moveTo>
                      <a:pt x="11636" y="380"/>
                    </a:moveTo>
                    <a:cubicBezTo>
                      <a:pt x="14757" y="380"/>
                      <a:pt x="17566" y="1628"/>
                      <a:pt x="19594" y="3679"/>
                    </a:cubicBezTo>
                    <a:cubicBezTo>
                      <a:pt x="21645" y="5707"/>
                      <a:pt x="22893" y="8538"/>
                      <a:pt x="22893" y="11636"/>
                    </a:cubicBezTo>
                    <a:cubicBezTo>
                      <a:pt x="22893" y="14757"/>
                      <a:pt x="21645" y="17565"/>
                      <a:pt x="19594" y="19616"/>
                    </a:cubicBezTo>
                    <a:cubicBezTo>
                      <a:pt x="17566" y="21644"/>
                      <a:pt x="14757" y="22915"/>
                      <a:pt x="11636" y="22915"/>
                    </a:cubicBezTo>
                    <a:cubicBezTo>
                      <a:pt x="8516" y="22915"/>
                      <a:pt x="5707" y="21644"/>
                      <a:pt x="3657" y="19616"/>
                    </a:cubicBezTo>
                    <a:cubicBezTo>
                      <a:pt x="1628" y="17565"/>
                      <a:pt x="358" y="14757"/>
                      <a:pt x="358" y="11636"/>
                    </a:cubicBezTo>
                    <a:cubicBezTo>
                      <a:pt x="358" y="8538"/>
                      <a:pt x="1628" y="5707"/>
                      <a:pt x="3657" y="3679"/>
                    </a:cubicBezTo>
                    <a:cubicBezTo>
                      <a:pt x="5707" y="1628"/>
                      <a:pt x="8516" y="380"/>
                      <a:pt x="11636" y="380"/>
                    </a:cubicBezTo>
                    <a:close/>
                    <a:moveTo>
                      <a:pt x="11636" y="1"/>
                    </a:moveTo>
                    <a:cubicBezTo>
                      <a:pt x="5217" y="1"/>
                      <a:pt x="1" y="5217"/>
                      <a:pt x="1" y="11636"/>
                    </a:cubicBezTo>
                    <a:cubicBezTo>
                      <a:pt x="1" y="18078"/>
                      <a:pt x="5217" y="23294"/>
                      <a:pt x="11636" y="23294"/>
                    </a:cubicBezTo>
                    <a:cubicBezTo>
                      <a:pt x="18056" y="23294"/>
                      <a:pt x="23272" y="18078"/>
                      <a:pt x="23272" y="11636"/>
                    </a:cubicBezTo>
                    <a:cubicBezTo>
                      <a:pt x="23272" y="5217"/>
                      <a:pt x="18056" y="1"/>
                      <a:pt x="116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6" name="Google Shape;1646;p32"/>
              <p:cNvSpPr/>
              <p:nvPr/>
            </p:nvSpPr>
            <p:spPr>
              <a:xfrm>
                <a:off x="8141175" y="965325"/>
                <a:ext cx="428000" cy="427425"/>
              </a:xfrm>
              <a:custGeom>
                <a:avLst/>
                <a:gdLst/>
                <a:ahLst/>
                <a:cxnLst/>
                <a:rect l="l" t="t" r="r" b="b"/>
                <a:pathLst>
                  <a:path w="17120" h="17097" extrusionOk="0">
                    <a:moveTo>
                      <a:pt x="8560" y="0"/>
                    </a:moveTo>
                    <a:cubicBezTo>
                      <a:pt x="3835" y="0"/>
                      <a:pt x="1" y="3812"/>
                      <a:pt x="1" y="8537"/>
                    </a:cubicBezTo>
                    <a:cubicBezTo>
                      <a:pt x="1" y="13263"/>
                      <a:pt x="3835" y="17097"/>
                      <a:pt x="8560" y="17097"/>
                    </a:cubicBezTo>
                    <a:cubicBezTo>
                      <a:pt x="13286" y="17097"/>
                      <a:pt x="17120" y="13263"/>
                      <a:pt x="17120" y="8537"/>
                    </a:cubicBezTo>
                    <a:cubicBezTo>
                      <a:pt x="17120" y="3812"/>
                      <a:pt x="13286" y="0"/>
                      <a:pt x="856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7" name="Google Shape;1647;p32"/>
              <p:cNvSpPr/>
              <p:nvPr/>
            </p:nvSpPr>
            <p:spPr>
              <a:xfrm>
                <a:off x="8136725" y="960300"/>
                <a:ext cx="436925" cy="437475"/>
              </a:xfrm>
              <a:custGeom>
                <a:avLst/>
                <a:gdLst/>
                <a:ahLst/>
                <a:cxnLst/>
                <a:rect l="l" t="t" r="r" b="b"/>
                <a:pathLst>
                  <a:path w="17477" h="17499" extrusionOk="0">
                    <a:moveTo>
                      <a:pt x="8738" y="379"/>
                    </a:moveTo>
                    <a:cubicBezTo>
                      <a:pt x="11057" y="379"/>
                      <a:pt x="13130" y="1316"/>
                      <a:pt x="14645" y="2831"/>
                    </a:cubicBezTo>
                    <a:cubicBezTo>
                      <a:pt x="16161" y="4347"/>
                      <a:pt x="17097" y="6442"/>
                      <a:pt x="17097" y="8738"/>
                    </a:cubicBezTo>
                    <a:cubicBezTo>
                      <a:pt x="17097" y="11056"/>
                      <a:pt x="16161" y="13152"/>
                      <a:pt x="14645" y="14667"/>
                    </a:cubicBezTo>
                    <a:cubicBezTo>
                      <a:pt x="13130" y="16183"/>
                      <a:pt x="11057" y="17119"/>
                      <a:pt x="8738" y="17119"/>
                    </a:cubicBezTo>
                    <a:cubicBezTo>
                      <a:pt x="6420" y="17119"/>
                      <a:pt x="4325" y="16183"/>
                      <a:pt x="2809" y="14667"/>
                    </a:cubicBezTo>
                    <a:cubicBezTo>
                      <a:pt x="1293" y="13152"/>
                      <a:pt x="357" y="11056"/>
                      <a:pt x="357" y="8738"/>
                    </a:cubicBezTo>
                    <a:cubicBezTo>
                      <a:pt x="357" y="6442"/>
                      <a:pt x="1293" y="4347"/>
                      <a:pt x="2809" y="2831"/>
                    </a:cubicBezTo>
                    <a:cubicBezTo>
                      <a:pt x="4325" y="1316"/>
                      <a:pt x="6420" y="379"/>
                      <a:pt x="8738" y="379"/>
                    </a:cubicBezTo>
                    <a:close/>
                    <a:moveTo>
                      <a:pt x="8738" y="0"/>
                    </a:moveTo>
                    <a:cubicBezTo>
                      <a:pt x="3901" y="0"/>
                      <a:pt x="1" y="3924"/>
                      <a:pt x="1" y="8738"/>
                    </a:cubicBezTo>
                    <a:cubicBezTo>
                      <a:pt x="1" y="13575"/>
                      <a:pt x="3901" y="17498"/>
                      <a:pt x="8738" y="17498"/>
                    </a:cubicBezTo>
                    <a:cubicBezTo>
                      <a:pt x="13553" y="17498"/>
                      <a:pt x="17476" y="13575"/>
                      <a:pt x="17476" y="8738"/>
                    </a:cubicBezTo>
                    <a:cubicBezTo>
                      <a:pt x="17476" y="3924"/>
                      <a:pt x="13553" y="0"/>
                      <a:pt x="87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8" name="Google Shape;1648;p32"/>
              <p:cNvSpPr/>
              <p:nvPr/>
            </p:nvSpPr>
            <p:spPr>
              <a:xfrm>
                <a:off x="8219750" y="1043875"/>
                <a:ext cx="270300" cy="270300"/>
              </a:xfrm>
              <a:custGeom>
                <a:avLst/>
                <a:gdLst/>
                <a:ahLst/>
                <a:cxnLst/>
                <a:rect l="l" t="t" r="r" b="b"/>
                <a:pathLst>
                  <a:path w="10812" h="10812" extrusionOk="0">
                    <a:moveTo>
                      <a:pt x="5417" y="1"/>
                    </a:moveTo>
                    <a:cubicBezTo>
                      <a:pt x="2430" y="1"/>
                      <a:pt x="1" y="2431"/>
                      <a:pt x="1" y="5395"/>
                    </a:cubicBezTo>
                    <a:cubicBezTo>
                      <a:pt x="1" y="8382"/>
                      <a:pt x="2430" y="10812"/>
                      <a:pt x="5417" y="10812"/>
                    </a:cubicBezTo>
                    <a:cubicBezTo>
                      <a:pt x="8404" y="10812"/>
                      <a:pt x="10812" y="8382"/>
                      <a:pt x="10812" y="5395"/>
                    </a:cubicBezTo>
                    <a:cubicBezTo>
                      <a:pt x="10812" y="2431"/>
                      <a:pt x="8404" y="1"/>
                      <a:pt x="5417"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9" name="Google Shape;1649;p32"/>
              <p:cNvSpPr/>
              <p:nvPr/>
            </p:nvSpPr>
            <p:spPr>
              <a:xfrm>
                <a:off x="8215300" y="1039425"/>
                <a:ext cx="279775" cy="279225"/>
              </a:xfrm>
              <a:custGeom>
                <a:avLst/>
                <a:gdLst/>
                <a:ahLst/>
                <a:cxnLst/>
                <a:rect l="l" t="t" r="r" b="b"/>
                <a:pathLst>
                  <a:path w="11191" h="11169" extrusionOk="0">
                    <a:moveTo>
                      <a:pt x="5595" y="357"/>
                    </a:moveTo>
                    <a:cubicBezTo>
                      <a:pt x="7044" y="357"/>
                      <a:pt x="8337" y="937"/>
                      <a:pt x="9273" y="1895"/>
                    </a:cubicBezTo>
                    <a:cubicBezTo>
                      <a:pt x="10232" y="2832"/>
                      <a:pt x="10811" y="4147"/>
                      <a:pt x="10811" y="5573"/>
                    </a:cubicBezTo>
                    <a:cubicBezTo>
                      <a:pt x="10811" y="7022"/>
                      <a:pt x="10232" y="8337"/>
                      <a:pt x="9273" y="9273"/>
                    </a:cubicBezTo>
                    <a:cubicBezTo>
                      <a:pt x="8337" y="10210"/>
                      <a:pt x="7044" y="10789"/>
                      <a:pt x="5595" y="10789"/>
                    </a:cubicBezTo>
                    <a:cubicBezTo>
                      <a:pt x="4147" y="10789"/>
                      <a:pt x="2854" y="10210"/>
                      <a:pt x="1895" y="9273"/>
                    </a:cubicBezTo>
                    <a:cubicBezTo>
                      <a:pt x="959" y="8337"/>
                      <a:pt x="379" y="7022"/>
                      <a:pt x="379" y="5573"/>
                    </a:cubicBezTo>
                    <a:cubicBezTo>
                      <a:pt x="379" y="4147"/>
                      <a:pt x="959" y="2832"/>
                      <a:pt x="1895" y="1895"/>
                    </a:cubicBezTo>
                    <a:cubicBezTo>
                      <a:pt x="2854" y="937"/>
                      <a:pt x="4147" y="357"/>
                      <a:pt x="5595" y="357"/>
                    </a:cubicBezTo>
                    <a:close/>
                    <a:moveTo>
                      <a:pt x="5595" y="1"/>
                    </a:moveTo>
                    <a:cubicBezTo>
                      <a:pt x="2497" y="1"/>
                      <a:pt x="1" y="2497"/>
                      <a:pt x="1" y="5573"/>
                    </a:cubicBezTo>
                    <a:cubicBezTo>
                      <a:pt x="1" y="8672"/>
                      <a:pt x="2497" y="11168"/>
                      <a:pt x="5595" y="11168"/>
                    </a:cubicBezTo>
                    <a:cubicBezTo>
                      <a:pt x="8671" y="11168"/>
                      <a:pt x="11190" y="8672"/>
                      <a:pt x="11190" y="5573"/>
                    </a:cubicBezTo>
                    <a:cubicBezTo>
                      <a:pt x="11190" y="2497"/>
                      <a:pt x="8671" y="1"/>
                      <a:pt x="559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0" name="Google Shape;1650;p32"/>
            <p:cNvGrpSpPr/>
            <p:nvPr/>
          </p:nvGrpSpPr>
          <p:grpSpPr>
            <a:xfrm rot="10800000">
              <a:off x="577738" y="1153138"/>
              <a:ext cx="292025" cy="292575"/>
              <a:chOff x="7353050" y="316275"/>
              <a:chExt cx="292025" cy="292575"/>
            </a:xfrm>
          </p:grpSpPr>
          <p:sp>
            <p:nvSpPr>
              <p:cNvPr id="1651" name="Google Shape;1651;p32"/>
              <p:cNvSpPr/>
              <p:nvPr/>
            </p:nvSpPr>
            <p:spPr>
              <a:xfrm>
                <a:off x="7358075" y="321275"/>
                <a:ext cx="282550" cy="282550"/>
              </a:xfrm>
              <a:custGeom>
                <a:avLst/>
                <a:gdLst/>
                <a:ahLst/>
                <a:cxnLst/>
                <a:rect l="l" t="t" r="r" b="b"/>
                <a:pathLst>
                  <a:path w="11302" h="11302" extrusionOk="0">
                    <a:moveTo>
                      <a:pt x="5640" y="1"/>
                    </a:moveTo>
                    <a:cubicBezTo>
                      <a:pt x="2519" y="1"/>
                      <a:pt x="0" y="2520"/>
                      <a:pt x="0" y="5640"/>
                    </a:cubicBezTo>
                    <a:cubicBezTo>
                      <a:pt x="0" y="8783"/>
                      <a:pt x="2519" y="11302"/>
                      <a:pt x="5640" y="11302"/>
                    </a:cubicBezTo>
                    <a:cubicBezTo>
                      <a:pt x="8783" y="11302"/>
                      <a:pt x="11301" y="8783"/>
                      <a:pt x="11301" y="5640"/>
                    </a:cubicBezTo>
                    <a:cubicBezTo>
                      <a:pt x="11301" y="2520"/>
                      <a:pt x="8783" y="1"/>
                      <a:pt x="56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2" name="Google Shape;1652;p32"/>
              <p:cNvSpPr/>
              <p:nvPr/>
            </p:nvSpPr>
            <p:spPr>
              <a:xfrm>
                <a:off x="7353050" y="316275"/>
                <a:ext cx="292025" cy="292575"/>
              </a:xfrm>
              <a:custGeom>
                <a:avLst/>
                <a:gdLst/>
                <a:ahLst/>
                <a:cxnLst/>
                <a:rect l="l" t="t" r="r" b="b"/>
                <a:pathLst>
                  <a:path w="11681" h="11703" extrusionOk="0">
                    <a:moveTo>
                      <a:pt x="5841" y="379"/>
                    </a:moveTo>
                    <a:cubicBezTo>
                      <a:pt x="7356" y="379"/>
                      <a:pt x="8716" y="981"/>
                      <a:pt x="9719" y="1984"/>
                    </a:cubicBezTo>
                    <a:cubicBezTo>
                      <a:pt x="10700" y="2965"/>
                      <a:pt x="11324" y="4347"/>
                      <a:pt x="11324" y="5840"/>
                    </a:cubicBezTo>
                    <a:cubicBezTo>
                      <a:pt x="11324" y="7356"/>
                      <a:pt x="10700" y="8738"/>
                      <a:pt x="9719" y="9719"/>
                    </a:cubicBezTo>
                    <a:cubicBezTo>
                      <a:pt x="8716" y="10699"/>
                      <a:pt x="7356" y="11324"/>
                      <a:pt x="5841" y="11324"/>
                    </a:cubicBezTo>
                    <a:cubicBezTo>
                      <a:pt x="4347" y="11324"/>
                      <a:pt x="2965" y="10699"/>
                      <a:pt x="1984" y="9719"/>
                    </a:cubicBezTo>
                    <a:cubicBezTo>
                      <a:pt x="981" y="8738"/>
                      <a:pt x="380" y="7356"/>
                      <a:pt x="380" y="5840"/>
                    </a:cubicBezTo>
                    <a:cubicBezTo>
                      <a:pt x="380" y="4347"/>
                      <a:pt x="981" y="2965"/>
                      <a:pt x="1984" y="1984"/>
                    </a:cubicBezTo>
                    <a:cubicBezTo>
                      <a:pt x="2965" y="981"/>
                      <a:pt x="4347" y="379"/>
                      <a:pt x="5841" y="379"/>
                    </a:cubicBezTo>
                    <a:close/>
                    <a:moveTo>
                      <a:pt x="5841" y="0"/>
                    </a:moveTo>
                    <a:cubicBezTo>
                      <a:pt x="2631" y="0"/>
                      <a:pt x="1" y="2630"/>
                      <a:pt x="1" y="5840"/>
                    </a:cubicBezTo>
                    <a:cubicBezTo>
                      <a:pt x="1" y="9072"/>
                      <a:pt x="2631" y="11703"/>
                      <a:pt x="5841" y="11703"/>
                    </a:cubicBezTo>
                    <a:cubicBezTo>
                      <a:pt x="9073" y="11703"/>
                      <a:pt x="11681" y="9072"/>
                      <a:pt x="11681" y="5840"/>
                    </a:cubicBezTo>
                    <a:cubicBezTo>
                      <a:pt x="11681" y="2630"/>
                      <a:pt x="9073" y="0"/>
                      <a:pt x="584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3" name="Google Shape;1653;p32"/>
              <p:cNvSpPr/>
              <p:nvPr/>
            </p:nvSpPr>
            <p:spPr>
              <a:xfrm>
                <a:off x="7419925" y="383125"/>
                <a:ext cx="158275" cy="158300"/>
              </a:xfrm>
              <a:custGeom>
                <a:avLst/>
                <a:gdLst/>
                <a:ahLst/>
                <a:cxnLst/>
                <a:rect l="l" t="t" r="r" b="b"/>
                <a:pathLst>
                  <a:path w="6331" h="6332" extrusionOk="0">
                    <a:moveTo>
                      <a:pt x="3166" y="1"/>
                    </a:moveTo>
                    <a:cubicBezTo>
                      <a:pt x="1427" y="1"/>
                      <a:pt x="0" y="1428"/>
                      <a:pt x="0" y="3166"/>
                    </a:cubicBezTo>
                    <a:cubicBezTo>
                      <a:pt x="0" y="4927"/>
                      <a:pt x="1427" y="6331"/>
                      <a:pt x="3166" y="6331"/>
                    </a:cubicBezTo>
                    <a:cubicBezTo>
                      <a:pt x="4927" y="6331"/>
                      <a:pt x="6331" y="4927"/>
                      <a:pt x="6331" y="3166"/>
                    </a:cubicBezTo>
                    <a:cubicBezTo>
                      <a:pt x="6331" y="1428"/>
                      <a:pt x="4927" y="1"/>
                      <a:pt x="31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4" name="Google Shape;1654;p32"/>
              <p:cNvSpPr/>
              <p:nvPr/>
            </p:nvSpPr>
            <p:spPr>
              <a:xfrm>
                <a:off x="7415475" y="378675"/>
                <a:ext cx="167750" cy="167775"/>
              </a:xfrm>
              <a:custGeom>
                <a:avLst/>
                <a:gdLst/>
                <a:ahLst/>
                <a:cxnLst/>
                <a:rect l="l" t="t" r="r" b="b"/>
                <a:pathLst>
                  <a:path w="6710" h="6711" extrusionOk="0">
                    <a:moveTo>
                      <a:pt x="3344" y="380"/>
                    </a:moveTo>
                    <a:cubicBezTo>
                      <a:pt x="4168" y="380"/>
                      <a:pt x="4926" y="714"/>
                      <a:pt x="5461" y="1249"/>
                    </a:cubicBezTo>
                    <a:cubicBezTo>
                      <a:pt x="5996" y="1784"/>
                      <a:pt x="6330" y="2519"/>
                      <a:pt x="6330" y="3344"/>
                    </a:cubicBezTo>
                    <a:cubicBezTo>
                      <a:pt x="6330" y="4169"/>
                      <a:pt x="5996" y="4927"/>
                      <a:pt x="5461" y="5462"/>
                    </a:cubicBezTo>
                    <a:cubicBezTo>
                      <a:pt x="4926" y="5997"/>
                      <a:pt x="4168" y="6331"/>
                      <a:pt x="3344" y="6331"/>
                    </a:cubicBezTo>
                    <a:cubicBezTo>
                      <a:pt x="2519" y="6331"/>
                      <a:pt x="1783" y="5997"/>
                      <a:pt x="1248" y="5462"/>
                    </a:cubicBezTo>
                    <a:cubicBezTo>
                      <a:pt x="713" y="4927"/>
                      <a:pt x="379" y="4169"/>
                      <a:pt x="379" y="3344"/>
                    </a:cubicBezTo>
                    <a:cubicBezTo>
                      <a:pt x="379" y="2519"/>
                      <a:pt x="713" y="1784"/>
                      <a:pt x="1248" y="1249"/>
                    </a:cubicBezTo>
                    <a:cubicBezTo>
                      <a:pt x="1783" y="714"/>
                      <a:pt x="2519" y="380"/>
                      <a:pt x="3344" y="380"/>
                    </a:cubicBezTo>
                    <a:close/>
                    <a:moveTo>
                      <a:pt x="3344" y="1"/>
                    </a:moveTo>
                    <a:cubicBezTo>
                      <a:pt x="1494" y="1"/>
                      <a:pt x="0" y="1494"/>
                      <a:pt x="0" y="3344"/>
                    </a:cubicBezTo>
                    <a:cubicBezTo>
                      <a:pt x="0" y="5194"/>
                      <a:pt x="1494" y="6710"/>
                      <a:pt x="3344" y="6710"/>
                    </a:cubicBezTo>
                    <a:cubicBezTo>
                      <a:pt x="5194" y="6710"/>
                      <a:pt x="6709" y="5194"/>
                      <a:pt x="6709" y="3344"/>
                    </a:cubicBezTo>
                    <a:cubicBezTo>
                      <a:pt x="6709" y="1494"/>
                      <a:pt x="5194" y="1"/>
                      <a:pt x="33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55" name="Google Shape;1655;p32"/>
            <p:cNvGrpSpPr/>
            <p:nvPr/>
          </p:nvGrpSpPr>
          <p:grpSpPr>
            <a:xfrm rot="10800000">
              <a:off x="636238" y="1778838"/>
              <a:ext cx="175000" cy="175000"/>
              <a:chOff x="8792300" y="321275"/>
              <a:chExt cx="175000" cy="175000"/>
            </a:xfrm>
          </p:grpSpPr>
          <p:sp>
            <p:nvSpPr>
              <p:cNvPr id="1656" name="Google Shape;1656;p32"/>
              <p:cNvSpPr/>
              <p:nvPr/>
            </p:nvSpPr>
            <p:spPr>
              <a:xfrm>
                <a:off x="8796750" y="326300"/>
                <a:ext cx="166100" cy="165525"/>
              </a:xfrm>
              <a:custGeom>
                <a:avLst/>
                <a:gdLst/>
                <a:ahLst/>
                <a:cxnLst/>
                <a:rect l="l" t="t" r="r" b="b"/>
                <a:pathLst>
                  <a:path w="6644" h="6621" extrusionOk="0">
                    <a:moveTo>
                      <a:pt x="3322" y="0"/>
                    </a:moveTo>
                    <a:cubicBezTo>
                      <a:pt x="1494" y="0"/>
                      <a:pt x="1" y="1471"/>
                      <a:pt x="1" y="3299"/>
                    </a:cubicBezTo>
                    <a:cubicBezTo>
                      <a:pt x="1" y="5127"/>
                      <a:pt x="1494" y="6620"/>
                      <a:pt x="3322" y="6620"/>
                    </a:cubicBezTo>
                    <a:cubicBezTo>
                      <a:pt x="5150" y="6620"/>
                      <a:pt x="6643" y="5127"/>
                      <a:pt x="6643" y="3299"/>
                    </a:cubicBezTo>
                    <a:cubicBezTo>
                      <a:pt x="6643" y="1471"/>
                      <a:pt x="5150" y="0"/>
                      <a:pt x="33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7" name="Google Shape;1657;p32"/>
              <p:cNvSpPr/>
              <p:nvPr/>
            </p:nvSpPr>
            <p:spPr>
              <a:xfrm>
                <a:off x="8792300" y="321275"/>
                <a:ext cx="175000" cy="175000"/>
              </a:xfrm>
              <a:custGeom>
                <a:avLst/>
                <a:gdLst/>
                <a:ahLst/>
                <a:cxnLst/>
                <a:rect l="l" t="t" r="r" b="b"/>
                <a:pathLst>
                  <a:path w="7000" h="7000" extrusionOk="0">
                    <a:moveTo>
                      <a:pt x="3500" y="380"/>
                    </a:moveTo>
                    <a:cubicBezTo>
                      <a:pt x="4369" y="380"/>
                      <a:pt x="5149" y="736"/>
                      <a:pt x="5707" y="1293"/>
                    </a:cubicBezTo>
                    <a:cubicBezTo>
                      <a:pt x="6286" y="1873"/>
                      <a:pt x="6621" y="2653"/>
                      <a:pt x="6621" y="3500"/>
                    </a:cubicBezTo>
                    <a:cubicBezTo>
                      <a:pt x="6621" y="4370"/>
                      <a:pt x="6286" y="5150"/>
                      <a:pt x="5707" y="5729"/>
                    </a:cubicBezTo>
                    <a:cubicBezTo>
                      <a:pt x="5149" y="6286"/>
                      <a:pt x="4369" y="6643"/>
                      <a:pt x="3500" y="6643"/>
                    </a:cubicBezTo>
                    <a:cubicBezTo>
                      <a:pt x="2631" y="6643"/>
                      <a:pt x="1851" y="6286"/>
                      <a:pt x="1293" y="5729"/>
                    </a:cubicBezTo>
                    <a:cubicBezTo>
                      <a:pt x="714" y="5150"/>
                      <a:pt x="379" y="4370"/>
                      <a:pt x="379" y="3500"/>
                    </a:cubicBezTo>
                    <a:cubicBezTo>
                      <a:pt x="379" y="2653"/>
                      <a:pt x="714" y="1873"/>
                      <a:pt x="1293" y="1293"/>
                    </a:cubicBezTo>
                    <a:cubicBezTo>
                      <a:pt x="1851" y="736"/>
                      <a:pt x="2631" y="380"/>
                      <a:pt x="3500" y="380"/>
                    </a:cubicBezTo>
                    <a:close/>
                    <a:moveTo>
                      <a:pt x="3500" y="1"/>
                    </a:moveTo>
                    <a:cubicBezTo>
                      <a:pt x="1561" y="1"/>
                      <a:pt x="0" y="1583"/>
                      <a:pt x="0" y="3500"/>
                    </a:cubicBezTo>
                    <a:cubicBezTo>
                      <a:pt x="0" y="5439"/>
                      <a:pt x="1561" y="7000"/>
                      <a:pt x="3500" y="7000"/>
                    </a:cubicBezTo>
                    <a:cubicBezTo>
                      <a:pt x="5439" y="7000"/>
                      <a:pt x="7000" y="5439"/>
                      <a:pt x="7000" y="3500"/>
                    </a:cubicBezTo>
                    <a:cubicBezTo>
                      <a:pt x="7000" y="1583"/>
                      <a:pt x="5439" y="1"/>
                      <a:pt x="35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8" name="Google Shape;1658;p32"/>
              <p:cNvSpPr/>
              <p:nvPr/>
            </p:nvSpPr>
            <p:spPr>
              <a:xfrm>
                <a:off x="8833525" y="362525"/>
                <a:ext cx="92550" cy="93075"/>
              </a:xfrm>
              <a:custGeom>
                <a:avLst/>
                <a:gdLst/>
                <a:ahLst/>
                <a:cxnLst/>
                <a:rect l="l" t="t" r="r" b="b"/>
                <a:pathLst>
                  <a:path w="3702" h="3723" extrusionOk="0">
                    <a:moveTo>
                      <a:pt x="1851" y="0"/>
                    </a:moveTo>
                    <a:cubicBezTo>
                      <a:pt x="826" y="0"/>
                      <a:pt x="1" y="825"/>
                      <a:pt x="1" y="1850"/>
                    </a:cubicBezTo>
                    <a:cubicBezTo>
                      <a:pt x="1" y="2876"/>
                      <a:pt x="826" y="3723"/>
                      <a:pt x="1851" y="3723"/>
                    </a:cubicBezTo>
                    <a:cubicBezTo>
                      <a:pt x="2876" y="3723"/>
                      <a:pt x="3701" y="2876"/>
                      <a:pt x="3701" y="1850"/>
                    </a:cubicBezTo>
                    <a:cubicBezTo>
                      <a:pt x="3701" y="825"/>
                      <a:pt x="2876" y="0"/>
                      <a:pt x="185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9" name="Google Shape;1659;p32"/>
              <p:cNvSpPr/>
              <p:nvPr/>
            </p:nvSpPr>
            <p:spPr>
              <a:xfrm>
                <a:off x="8828525" y="358050"/>
                <a:ext cx="102550" cy="102000"/>
              </a:xfrm>
              <a:custGeom>
                <a:avLst/>
                <a:gdLst/>
                <a:ahLst/>
                <a:cxnLst/>
                <a:rect l="l" t="t" r="r" b="b"/>
                <a:pathLst>
                  <a:path w="4102" h="4080" extrusionOk="0">
                    <a:moveTo>
                      <a:pt x="2051" y="357"/>
                    </a:moveTo>
                    <a:cubicBezTo>
                      <a:pt x="2519" y="357"/>
                      <a:pt x="2920" y="558"/>
                      <a:pt x="3232" y="848"/>
                    </a:cubicBezTo>
                    <a:cubicBezTo>
                      <a:pt x="3544" y="1160"/>
                      <a:pt x="3723" y="1583"/>
                      <a:pt x="3723" y="2029"/>
                    </a:cubicBezTo>
                    <a:cubicBezTo>
                      <a:pt x="3723" y="2497"/>
                      <a:pt x="3544" y="2921"/>
                      <a:pt x="3232" y="3211"/>
                    </a:cubicBezTo>
                    <a:cubicBezTo>
                      <a:pt x="2920" y="3523"/>
                      <a:pt x="2519" y="3701"/>
                      <a:pt x="2051" y="3701"/>
                    </a:cubicBezTo>
                    <a:cubicBezTo>
                      <a:pt x="1583" y="3701"/>
                      <a:pt x="1182" y="3523"/>
                      <a:pt x="870" y="3211"/>
                    </a:cubicBezTo>
                    <a:cubicBezTo>
                      <a:pt x="558" y="2921"/>
                      <a:pt x="379" y="2497"/>
                      <a:pt x="379" y="2029"/>
                    </a:cubicBezTo>
                    <a:cubicBezTo>
                      <a:pt x="379" y="1583"/>
                      <a:pt x="558" y="1160"/>
                      <a:pt x="870" y="848"/>
                    </a:cubicBezTo>
                    <a:cubicBezTo>
                      <a:pt x="1182" y="558"/>
                      <a:pt x="1583" y="357"/>
                      <a:pt x="2051" y="357"/>
                    </a:cubicBezTo>
                    <a:close/>
                    <a:moveTo>
                      <a:pt x="2051" y="1"/>
                    </a:moveTo>
                    <a:cubicBezTo>
                      <a:pt x="914" y="1"/>
                      <a:pt x="0" y="915"/>
                      <a:pt x="0" y="2029"/>
                    </a:cubicBezTo>
                    <a:cubicBezTo>
                      <a:pt x="0" y="3166"/>
                      <a:pt x="914" y="4080"/>
                      <a:pt x="2051" y="4080"/>
                    </a:cubicBezTo>
                    <a:cubicBezTo>
                      <a:pt x="3188" y="4080"/>
                      <a:pt x="4102" y="3166"/>
                      <a:pt x="4102" y="2029"/>
                    </a:cubicBezTo>
                    <a:cubicBezTo>
                      <a:pt x="4102" y="915"/>
                      <a:pt x="3188" y="1"/>
                      <a:pt x="20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0" name="Google Shape;1660;p32"/>
            <p:cNvGrpSpPr/>
            <p:nvPr/>
          </p:nvGrpSpPr>
          <p:grpSpPr>
            <a:xfrm>
              <a:off x="432850" y="2003163"/>
              <a:ext cx="175013" cy="27000"/>
              <a:chOff x="5662375" y="212375"/>
              <a:chExt cx="175013" cy="27000"/>
            </a:xfrm>
          </p:grpSpPr>
          <p:sp>
            <p:nvSpPr>
              <p:cNvPr id="1661" name="Google Shape;1661;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2" name="Google Shape;1662;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3" name="Google Shape;1663;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4" name="Google Shape;1664;p32"/>
            <p:cNvGrpSpPr/>
            <p:nvPr/>
          </p:nvGrpSpPr>
          <p:grpSpPr>
            <a:xfrm>
              <a:off x="788100" y="208488"/>
              <a:ext cx="175013" cy="27000"/>
              <a:chOff x="5662375" y="212375"/>
              <a:chExt cx="175013" cy="27000"/>
            </a:xfrm>
          </p:grpSpPr>
          <p:sp>
            <p:nvSpPr>
              <p:cNvPr id="1665" name="Google Shape;1665;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6" name="Google Shape;1666;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67" name="Google Shape;1667;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8" name="Google Shape;1668;p32"/>
            <p:cNvGrpSpPr/>
            <p:nvPr/>
          </p:nvGrpSpPr>
          <p:grpSpPr>
            <a:xfrm>
              <a:off x="8129350" y="4988725"/>
              <a:ext cx="175013" cy="27000"/>
              <a:chOff x="5662375" y="212375"/>
              <a:chExt cx="175013" cy="27000"/>
            </a:xfrm>
          </p:grpSpPr>
          <p:sp>
            <p:nvSpPr>
              <p:cNvPr id="1669" name="Google Shape;1669;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0" name="Google Shape;1670;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1" name="Google Shape;1671;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72" name="Google Shape;1672;p32"/>
            <p:cNvGrpSpPr/>
            <p:nvPr/>
          </p:nvGrpSpPr>
          <p:grpSpPr>
            <a:xfrm>
              <a:off x="8497550" y="3429425"/>
              <a:ext cx="175013" cy="27000"/>
              <a:chOff x="5662375" y="212375"/>
              <a:chExt cx="175013" cy="27000"/>
            </a:xfrm>
          </p:grpSpPr>
          <p:sp>
            <p:nvSpPr>
              <p:cNvPr id="1673" name="Google Shape;1673;p32"/>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4" name="Google Shape;1674;p32"/>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5" name="Google Shape;1675;p32"/>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676" name="Google Shape;1676;p32"/>
            <p:cNvCxnSpPr/>
            <p:nvPr/>
          </p:nvCxnSpPr>
          <p:spPr>
            <a:xfrm>
              <a:off x="8407225" y="0"/>
              <a:ext cx="0" cy="2160900"/>
            </a:xfrm>
            <a:prstGeom prst="straightConnector1">
              <a:avLst/>
            </a:prstGeom>
            <a:noFill/>
            <a:ln w="9525" cap="flat" cmpd="sng">
              <a:solidFill>
                <a:schemeClr val="dk1"/>
              </a:solidFill>
              <a:prstDash val="solid"/>
              <a:round/>
              <a:headEnd type="none" w="med" len="med"/>
              <a:tailEnd type="none" w="med" len="med"/>
            </a:ln>
          </p:spPr>
        </p:cxnSp>
        <p:cxnSp>
          <p:nvCxnSpPr>
            <p:cNvPr id="1677" name="Google Shape;1677;p32"/>
            <p:cNvCxnSpPr/>
            <p:nvPr/>
          </p:nvCxnSpPr>
          <p:spPr>
            <a:xfrm>
              <a:off x="718025" y="2985634"/>
              <a:ext cx="0" cy="2160900"/>
            </a:xfrm>
            <a:prstGeom prst="straightConnector1">
              <a:avLst/>
            </a:prstGeom>
            <a:noFill/>
            <a:ln w="9525" cap="flat" cmpd="sng">
              <a:solidFill>
                <a:schemeClr val="dk1"/>
              </a:solidFill>
              <a:prstDash val="solid"/>
              <a:round/>
              <a:headEnd type="none" w="med" len="med"/>
              <a:tailEnd type="none" w="med" len="med"/>
            </a:ln>
          </p:spPr>
        </p:cxnSp>
        <p:sp>
          <p:nvSpPr>
            <p:cNvPr id="1678" name="Google Shape;1678;p32"/>
            <p:cNvSpPr/>
            <p:nvPr/>
          </p:nvSpPr>
          <p:spPr>
            <a:xfrm>
              <a:off x="671825" y="458788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9" name="Google Shape;1679;p32"/>
            <p:cNvSpPr/>
            <p:nvPr/>
          </p:nvSpPr>
          <p:spPr>
            <a:xfrm>
              <a:off x="671825" y="3940338"/>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0" name="Google Shape;1680;p32"/>
            <p:cNvSpPr/>
            <p:nvPr/>
          </p:nvSpPr>
          <p:spPr>
            <a:xfrm>
              <a:off x="8361025" y="1453500"/>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1" name="Google Shape;1681;p32"/>
            <p:cNvSpPr/>
            <p:nvPr/>
          </p:nvSpPr>
          <p:spPr>
            <a:xfrm>
              <a:off x="8361025" y="234875"/>
              <a:ext cx="92400" cy="92400"/>
            </a:xfrm>
            <a:prstGeom prst="ellipse">
              <a:avLst/>
            </a:prstGeom>
            <a:solidFill>
              <a:schemeClr val="dk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3750" y="526925"/>
            <a:ext cx="7696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1pPr>
            <a:lvl2pPr lvl="1"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2pPr>
            <a:lvl3pPr lvl="2"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3pPr>
            <a:lvl4pPr lvl="3"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4pPr>
            <a:lvl5pPr lvl="4"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5pPr>
            <a:lvl6pPr lvl="5"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6pPr>
            <a:lvl7pPr lvl="6"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7pPr>
            <a:lvl8pPr lvl="7"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8pPr>
            <a:lvl9pPr lvl="8" rtl="0">
              <a:spcBef>
                <a:spcPts val="0"/>
              </a:spcBef>
              <a:spcAft>
                <a:spcPts val="0"/>
              </a:spcAft>
              <a:buClr>
                <a:schemeClr val="dk2"/>
              </a:buClr>
              <a:buSzPts val="2800"/>
              <a:buFont typeface="Fjalla One"/>
              <a:buNone/>
              <a:defRPr sz="2800">
                <a:solidFill>
                  <a:schemeClr val="dk2"/>
                </a:solidFill>
                <a:latin typeface="Fjalla One"/>
                <a:ea typeface="Fjalla One"/>
                <a:cs typeface="Fjalla One"/>
                <a:sym typeface="Fjalla On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5.xml"/><Relationship Id="rId1" Type="http://schemas.openxmlformats.org/officeDocument/2006/relationships/slideLayout" Target="../slideLayouts/slideLayout31.xml"/><Relationship Id="rId4" Type="http://schemas.openxmlformats.org/officeDocument/2006/relationships/image" Target="../media/image8.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0.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_rels/slide3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689"/>
        <p:cNvGrpSpPr/>
        <p:nvPr/>
      </p:nvGrpSpPr>
      <p:grpSpPr>
        <a:xfrm>
          <a:off x="0" y="0"/>
          <a:ext cx="0" cy="0"/>
          <a:chOff x="0" y="0"/>
          <a:chExt cx="0" cy="0"/>
        </a:xfrm>
      </p:grpSpPr>
      <p:grpSp>
        <p:nvGrpSpPr>
          <p:cNvPr id="1690" name="Google Shape;1690;p35"/>
          <p:cNvGrpSpPr/>
          <p:nvPr/>
        </p:nvGrpSpPr>
        <p:grpSpPr>
          <a:xfrm>
            <a:off x="303210" y="959719"/>
            <a:ext cx="4468431" cy="3594321"/>
            <a:chOff x="469775" y="238125"/>
            <a:chExt cx="6679425" cy="5229600"/>
          </a:xfrm>
        </p:grpSpPr>
        <p:sp>
          <p:nvSpPr>
            <p:cNvPr id="1691" name="Google Shape;1691;p35"/>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35"/>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35"/>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35"/>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35"/>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35"/>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35"/>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35"/>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35"/>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35"/>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35"/>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35"/>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35"/>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35"/>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35"/>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35"/>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35"/>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35"/>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35"/>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35"/>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35"/>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35"/>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35"/>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35"/>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35"/>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35"/>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35"/>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35"/>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9" name="Google Shape;1719;p35"/>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0" name="Google Shape;1720;p35"/>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1" name="Google Shape;1721;p35"/>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2" name="Google Shape;1722;p35"/>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3" name="Google Shape;1723;p35"/>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4" name="Google Shape;1724;p35"/>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35"/>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35"/>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35"/>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35"/>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35"/>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35"/>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35"/>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35"/>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3" name="Google Shape;1733;p35"/>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4" name="Google Shape;1734;p35"/>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35"/>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35"/>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35"/>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35"/>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9" name="Google Shape;1739;p35"/>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35"/>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35"/>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35"/>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35"/>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35"/>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35"/>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35"/>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35"/>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35"/>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35"/>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35"/>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35"/>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35"/>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35"/>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35"/>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35"/>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35"/>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35"/>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35"/>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35"/>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35"/>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35"/>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35"/>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35"/>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35"/>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35"/>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35"/>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35"/>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35"/>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35"/>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35"/>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35"/>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35"/>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35"/>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35"/>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35"/>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35"/>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35"/>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35"/>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35"/>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35"/>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35"/>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35"/>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3" name="Google Shape;1783;p35"/>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4" name="Google Shape;1784;p35"/>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35"/>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35"/>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35"/>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35"/>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35"/>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35"/>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35"/>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35"/>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35"/>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4" name="Google Shape;1794;p35"/>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35"/>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6" name="Google Shape;1796;p35"/>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7" name="Google Shape;1797;p35"/>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35"/>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35"/>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35"/>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35"/>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35"/>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35"/>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35"/>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35"/>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35"/>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35"/>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35"/>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35"/>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35"/>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35"/>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35"/>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35"/>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35"/>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35"/>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35"/>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35"/>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35"/>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35"/>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35"/>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35"/>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35"/>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35"/>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35"/>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35"/>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35"/>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35"/>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35"/>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35"/>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35"/>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35"/>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35"/>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35"/>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35"/>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35"/>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6" name="Google Shape;1836;p35"/>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7" name="Google Shape;1837;p35"/>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35"/>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35"/>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35"/>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35"/>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35"/>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35"/>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35"/>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35"/>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35"/>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35"/>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8" name="Google Shape;1848;p35"/>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35"/>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0" name="Google Shape;1850;p35"/>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1" name="Google Shape;1851;p35"/>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2" name="Google Shape;1852;p35"/>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3" name="Google Shape;1853;p35"/>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4" name="Google Shape;1854;p35"/>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5" name="Google Shape;1855;p35"/>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35"/>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35"/>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35"/>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35"/>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35"/>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35"/>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35"/>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35"/>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35"/>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35"/>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35"/>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35"/>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35"/>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35"/>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0" name="Google Shape;1870;p35"/>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1" name="Google Shape;1871;p35"/>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2" name="Google Shape;1872;p35"/>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3" name="Google Shape;1873;p35"/>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4" name="Google Shape;1874;p35"/>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5" name="Google Shape;1875;p35"/>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35"/>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35"/>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8" name="Google Shape;1878;p35"/>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9" name="Google Shape;1879;p35"/>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0" name="Google Shape;1880;p35"/>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1" name="Google Shape;1881;p35"/>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2" name="Google Shape;1882;p35"/>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3" name="Google Shape;1883;p35"/>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84" name="Google Shape;1884;p35"/>
          <p:cNvSpPr txBox="1">
            <a:spLocks noGrp="1"/>
          </p:cNvSpPr>
          <p:nvPr>
            <p:ph type="ctrTitle"/>
          </p:nvPr>
        </p:nvSpPr>
        <p:spPr>
          <a:xfrm>
            <a:off x="4775745" y="1646471"/>
            <a:ext cx="3947631" cy="1735897"/>
          </a:xfrm>
          <a:prstGeom prst="rect">
            <a:avLst/>
          </a:prstGeom>
        </p:spPr>
        <p:txBody>
          <a:bodyPr spcFirstLastPara="1" wrap="square" lIns="91425" tIns="91425" rIns="91425" bIns="91425" anchor="b" anchorCtr="0">
            <a:noAutofit/>
          </a:bodyPr>
          <a:lstStyle/>
          <a:p>
            <a:pPr algn="l"/>
            <a:r>
              <a:rPr lang="en-US" sz="2400">
                <a:latin typeface="Barlow Semi Condensed Medium"/>
              </a:rPr>
              <a:t>CLOUD GAMING: MULTIPLAYER GAMES</a:t>
            </a:r>
            <a:r>
              <a:rPr lang="en-US" sz="1200">
                <a:latin typeface="Barlow Semi Condensed Medium"/>
              </a:rPr>
              <a:t>(Amazon's </a:t>
            </a:r>
            <a:r>
              <a:rPr lang="en-US" sz="1200" err="1">
                <a:latin typeface="Barlow Semi Condensed Medium"/>
              </a:rPr>
              <a:t>Gamelift</a:t>
            </a:r>
            <a:r>
              <a:rPr lang="en-US" sz="1200">
                <a:latin typeface="Barlow Semi Condensed Medium"/>
              </a:rPr>
              <a:t> and Microsoft's Playfab)</a:t>
            </a:r>
            <a:endParaRPr lang="en" sz="1200">
              <a:latin typeface="Barlow Semi Condensed Medium"/>
            </a:endParaRPr>
          </a:p>
        </p:txBody>
      </p:sp>
      <p:sp>
        <p:nvSpPr>
          <p:cNvPr id="1885" name="Google Shape;1885;p35"/>
          <p:cNvSpPr txBox="1">
            <a:spLocks noGrp="1"/>
          </p:cNvSpPr>
          <p:nvPr>
            <p:ph type="subTitle" idx="1"/>
          </p:nvPr>
        </p:nvSpPr>
        <p:spPr>
          <a:xfrm>
            <a:off x="4868404" y="3375706"/>
            <a:ext cx="3946714" cy="595311"/>
          </a:xfrm>
          <a:prstGeom prst="rect">
            <a:avLst/>
          </a:prstGeom>
        </p:spPr>
        <p:txBody>
          <a:bodyPr spcFirstLastPara="1" wrap="square" lIns="91425" tIns="91425" rIns="91425" bIns="91425" anchor="t" anchorCtr="0">
            <a:noAutofit/>
          </a:bodyPr>
          <a:lstStyle/>
          <a:p>
            <a:pPr algn="l">
              <a:buClr>
                <a:schemeClr val="dk1"/>
              </a:buClr>
              <a:buSzPts val="1100"/>
            </a:pPr>
            <a:r>
              <a:rPr lang="en" sz="1400"/>
              <a:t>Presented by:  Saurabh Yadav &amp; Shobhit Verma</a:t>
            </a:r>
            <a:endParaRPr lang="en-US" sz="1400"/>
          </a:p>
          <a:p>
            <a:pPr marL="0" lvl="0" indent="0" algn="l" rtl="0">
              <a:spcBef>
                <a:spcPts val="0"/>
              </a:spcBef>
              <a:spcAft>
                <a:spcPts val="0"/>
              </a:spcAft>
              <a:buClr>
                <a:schemeClr val="dk1"/>
              </a:buClr>
              <a:buSzPts val="1100"/>
              <a:buFont typeface="Arial"/>
              <a:buNone/>
            </a:pPr>
            <a:endParaRPr sz="2300">
              <a:solidFill>
                <a:schemeClr val="accent1"/>
              </a:solidFill>
            </a:endParaRPr>
          </a:p>
          <a:p>
            <a:pPr marL="0" lvl="0" indent="0" algn="l" rtl="0">
              <a:spcBef>
                <a:spcPts val="0"/>
              </a:spcBef>
              <a:spcAft>
                <a:spcPts val="0"/>
              </a:spcAft>
              <a:buNone/>
            </a:pPr>
            <a:endParaRPr sz="2300">
              <a:solidFill>
                <a:schemeClr val="accen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3039217" y="490110"/>
            <a:ext cx="2978518" cy="576000"/>
          </a:xfrm>
          <a:prstGeom prst="rect">
            <a:avLst/>
          </a:prstGeom>
        </p:spPr>
        <p:txBody>
          <a:bodyPr spcFirstLastPara="1" wrap="square" lIns="91425" tIns="91425" rIns="91425" bIns="91425" anchor="t" anchorCtr="0">
            <a:noAutofit/>
          </a:bodyPr>
          <a:lstStyle/>
          <a:p>
            <a:r>
              <a:rPr lang="en" sz="3600" b="1">
                <a:solidFill>
                  <a:schemeClr val="accent3">
                    <a:lumMod val="10000"/>
                  </a:schemeClr>
                </a:solidFill>
              </a:rPr>
              <a:t>What is Cloud ?</a:t>
            </a:r>
          </a:p>
        </p:txBody>
      </p:sp>
      <p:sp>
        <p:nvSpPr>
          <p:cNvPr id="1891" name="Google Shape;1891;p36"/>
          <p:cNvSpPr txBox="1">
            <a:spLocks noGrp="1"/>
          </p:cNvSpPr>
          <p:nvPr>
            <p:ph type="body" idx="1"/>
          </p:nvPr>
        </p:nvSpPr>
        <p:spPr>
          <a:xfrm>
            <a:off x="1924954" y="1464838"/>
            <a:ext cx="5195049" cy="2881774"/>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b="1">
                <a:solidFill>
                  <a:srgbClr val="024572"/>
                </a:solidFill>
                <a:latin typeface="Barlow Semi Condensed Light"/>
              </a:rPr>
              <a:t>The "Cloud" refers to </a:t>
            </a:r>
            <a:r>
              <a:rPr lang="en-US" sz="1800" b="1">
                <a:solidFill>
                  <a:srgbClr val="024572"/>
                </a:solidFill>
                <a:latin typeface="Barlow Semi Condensed Light"/>
                <a:ea typeface="Barlow Semi Condensed"/>
                <a:cs typeface="Barlow Semi Condensed"/>
                <a:sym typeface="Barlow Semi Condensed"/>
              </a:rPr>
              <a:t>a </a:t>
            </a:r>
            <a:r>
              <a:rPr lang="en-US" sz="1800" b="1">
                <a:solidFill>
                  <a:srgbClr val="024572"/>
                </a:solidFill>
                <a:latin typeface="Barlow Semi Condensed Light"/>
              </a:rPr>
              <a:t>network of servers</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typically hosted </a:t>
            </a:r>
            <a:r>
              <a:rPr lang="en-US" sz="1800" b="1">
                <a:solidFill>
                  <a:srgbClr val="024572"/>
                </a:solidFill>
                <a:latin typeface="Barlow Semi Condensed Light"/>
                <a:ea typeface="Barlow Semi Condensed"/>
                <a:cs typeface="Barlow Semi Condensed"/>
                <a:sym typeface="Barlow Semi Condensed"/>
              </a:rPr>
              <a:t>on the </a:t>
            </a:r>
            <a:r>
              <a:rPr lang="en-US" sz="1800" b="1">
                <a:solidFill>
                  <a:srgbClr val="024572"/>
                </a:solidFill>
                <a:latin typeface="Barlow Semi Condensed Light"/>
              </a:rPr>
              <a:t>internet</a:t>
            </a:r>
            <a:r>
              <a:rPr lang="en-US" sz="1800" b="1">
                <a:solidFill>
                  <a:srgbClr val="024572"/>
                </a:solidFill>
                <a:latin typeface="Barlow Semi Condensed Light"/>
                <a:ea typeface="Barlow Semi Condensed"/>
                <a:cs typeface="Barlow Semi Condensed"/>
                <a:sym typeface="Barlow Semi Condensed"/>
              </a:rPr>
              <a:t>, that </a:t>
            </a:r>
            <a:r>
              <a:rPr lang="en-US" sz="1800" b="1">
                <a:solidFill>
                  <a:srgbClr val="024572"/>
                </a:solidFill>
                <a:latin typeface="Barlow Semi Condensed Light"/>
              </a:rPr>
              <a:t>store, manage</a:t>
            </a:r>
            <a:r>
              <a:rPr lang="en-US" sz="1800" b="1">
                <a:solidFill>
                  <a:srgbClr val="024572"/>
                </a:solidFill>
                <a:latin typeface="Barlow Semi Condensed Light"/>
                <a:ea typeface="Barlow Semi Condensed"/>
                <a:cs typeface="Barlow Semi Condensed"/>
                <a:sym typeface="Barlow Semi Condensed"/>
              </a:rPr>
              <a:t>, </a:t>
            </a:r>
            <a:r>
              <a:rPr lang="en-US" sz="1800" b="1">
                <a:solidFill>
                  <a:srgbClr val="024572"/>
                </a:solidFill>
                <a:latin typeface="Barlow Semi Condensed Light"/>
              </a:rPr>
              <a:t>and process data and applications.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rPr>
              <a:t>These servers </a:t>
            </a:r>
            <a:r>
              <a:rPr lang="en-US" sz="1800" b="1">
                <a:solidFill>
                  <a:srgbClr val="024572"/>
                </a:solidFill>
                <a:latin typeface="Barlow Semi Condensed Light"/>
                <a:ea typeface="Barlow Semi Condensed"/>
                <a:cs typeface="Barlow Semi Condensed"/>
                <a:sym typeface="Barlow Semi Condensed"/>
              </a:rPr>
              <a:t>are </a:t>
            </a:r>
            <a:r>
              <a:rPr lang="en-US" sz="1800" b="1">
                <a:solidFill>
                  <a:srgbClr val="024572"/>
                </a:solidFill>
                <a:latin typeface="Barlow Semi Condensed Light"/>
              </a:rPr>
              <a:t>often housed </a:t>
            </a:r>
            <a:r>
              <a:rPr lang="en-US" sz="1800" b="1">
                <a:solidFill>
                  <a:srgbClr val="024572"/>
                </a:solidFill>
                <a:latin typeface="Barlow Semi Condensed Light"/>
                <a:ea typeface="Barlow Semi Condensed"/>
                <a:cs typeface="Barlow Semi Condensed"/>
                <a:sym typeface="Barlow Semi Condensed"/>
              </a:rPr>
              <a:t>in </a:t>
            </a:r>
            <a:r>
              <a:rPr lang="en-US" sz="1800" b="1">
                <a:solidFill>
                  <a:srgbClr val="024572"/>
                </a:solidFill>
                <a:latin typeface="Barlow Semi Condensed Light"/>
              </a:rPr>
              <a:t>data centers around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world</a:t>
            </a:r>
            <a:r>
              <a:rPr lang="en-US" sz="1800" b="1">
                <a:solidFill>
                  <a:srgbClr val="024572"/>
                </a:solidFill>
                <a:latin typeface="Barlow Semi Condensed Light"/>
                <a:ea typeface="Barlow Semi Condensed"/>
                <a:cs typeface="Barlow Semi Condensed"/>
                <a:sym typeface="Barlow Semi Condensed"/>
              </a:rPr>
              <a:t>.</a:t>
            </a:r>
            <a:r>
              <a:rPr lang="en-US" sz="1800" b="1">
                <a:solidFill>
                  <a:srgbClr val="024572"/>
                </a:solidFill>
                <a:latin typeface="Barlow Semi Condensed Light"/>
              </a:rPr>
              <a:t> </a:t>
            </a:r>
          </a:p>
          <a:p>
            <a:pPr marL="171450" indent="-171450" algn="just">
              <a:buFont typeface="Arial"/>
              <a:buChar char="•"/>
            </a:pPr>
            <a:endParaRPr lang="en-US" sz="1800" b="1">
              <a:solidFill>
                <a:srgbClr val="024572"/>
              </a:solidFill>
              <a:latin typeface="Barlow Semi Condensed Light"/>
            </a:endParaRPr>
          </a:p>
          <a:p>
            <a:pPr marL="171450" indent="-171450" algn="just">
              <a:buFont typeface="Arial"/>
              <a:buChar char="•"/>
            </a:pPr>
            <a:r>
              <a:rPr lang="en-US" sz="1800" b="1">
                <a:solidFill>
                  <a:srgbClr val="024572"/>
                </a:solidFill>
                <a:latin typeface="Barlow Semi Condensed Light"/>
                <a:ea typeface="Barlow Semi Condensed"/>
                <a:cs typeface="Barlow Semi Condensed"/>
                <a:sym typeface="Barlow Semi Condensed"/>
              </a:rPr>
              <a:t>The</a:t>
            </a:r>
            <a:r>
              <a:rPr lang="en-US" sz="1800" b="1">
                <a:solidFill>
                  <a:srgbClr val="024572"/>
                </a:solidFill>
                <a:latin typeface="Barlow Semi Condensed Light"/>
                <a:sym typeface="Barlow Semi Condensed"/>
                <a:hlinkClick r:id="" action="ppaction://noaction">
                  <a:extLst>
                    <a:ext uri="{A12FA001-AC4F-418D-AE19-62706E023703}">
                      <ahyp:hlinkClr xmlns:ahyp="http://schemas.microsoft.com/office/drawing/2018/hyperlinkcolor" val="tx"/>
                    </a:ext>
                  </a:extLst>
                </a:hlinkClick>
              </a:rPr>
              <a:t>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term "Cloud" is derived from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use </a:t>
            </a:r>
            <a:r>
              <a:rPr lang="en-US" sz="1800" b="1">
                <a:solidFill>
                  <a:srgbClr val="024572"/>
                </a:solidFill>
                <a:latin typeface="Barlow Semi Condensed Light"/>
                <a:ea typeface="Barlow Semi Condensed"/>
                <a:cs typeface="Barlow Semi Condensed"/>
                <a:sym typeface="Barlow Semi Condensed"/>
              </a:rPr>
              <a:t>of </a:t>
            </a:r>
            <a:r>
              <a:rPr lang="en-US" sz="1800" b="1">
                <a:solidFill>
                  <a:srgbClr val="024572"/>
                </a:solidFill>
                <a:latin typeface="Barlow Semi Condensed Light"/>
                <a:sym typeface="Barlow Semi Condensed Medium"/>
                <a:hlinkClick r:id="" action="ppaction://noaction">
                  <a:extLst>
                    <a:ext uri="{A12FA001-AC4F-418D-AE19-62706E023703}">
                      <ahyp:hlinkClr xmlns:ahyp="http://schemas.microsoft.com/office/drawing/2018/hyperlinkcolor" val="tx"/>
                    </a:ext>
                  </a:extLst>
                </a:hlinkClick>
              </a:rPr>
              <a:t>a cloud symbol </a:t>
            </a:r>
            <a:r>
              <a:rPr lang="en-US" sz="1800" b="1">
                <a:solidFill>
                  <a:srgbClr val="024572"/>
                </a:solidFill>
                <a:latin typeface="Barlow Semi Condensed Light"/>
                <a:ea typeface="Barlow Semi Condensed"/>
                <a:cs typeface="Barlow Semi Condensed"/>
                <a:sym typeface="Barlow Semi Condensed"/>
              </a:rPr>
              <a:t>to </a:t>
            </a:r>
            <a:r>
              <a:rPr lang="en-US" sz="1800" b="1">
                <a:solidFill>
                  <a:srgbClr val="024572"/>
                </a:solidFill>
                <a:latin typeface="Barlow Semi Condensed Light"/>
              </a:rPr>
              <a:t>represent </a:t>
            </a:r>
            <a:r>
              <a:rPr lang="en-US" sz="1800" b="1">
                <a:solidFill>
                  <a:srgbClr val="024572"/>
                </a:solidFill>
                <a:latin typeface="Barlow Semi Condensed Light"/>
                <a:ea typeface="Barlow Semi Condensed"/>
                <a:cs typeface="Barlow Semi Condensed"/>
                <a:sym typeface="Barlow Semi Condensed"/>
              </a:rPr>
              <a:t>the </a:t>
            </a:r>
            <a:r>
              <a:rPr lang="en-US" sz="1800" b="1">
                <a:solidFill>
                  <a:srgbClr val="024572"/>
                </a:solidFill>
                <a:latin typeface="Barlow Semi Condensed Light"/>
              </a:rPr>
              <a:t>complex infrastructure it comprises in diagrams </a:t>
            </a:r>
            <a:r>
              <a:rPr lang="en-US" sz="1800" b="1">
                <a:solidFill>
                  <a:srgbClr val="024572"/>
                </a:solidFill>
                <a:latin typeface="Barlow Semi Condensed Light"/>
                <a:ea typeface="Barlow Semi Condensed"/>
                <a:cs typeface="Barlow Semi Condensed"/>
                <a:sym typeface="Barlow Semi Condensed"/>
              </a:rPr>
              <a:t>and </a:t>
            </a:r>
            <a:r>
              <a:rPr lang="en-US" sz="1800" b="1">
                <a:solidFill>
                  <a:srgbClr val="024572"/>
                </a:solidFill>
                <a:latin typeface="Barlow Semi Condensed Light"/>
              </a:rPr>
              <a:t>presentations</a:t>
            </a:r>
            <a:r>
              <a:rPr lang="en-US" sz="1800" b="1">
                <a:solidFill>
                  <a:srgbClr val="024572"/>
                </a:solidFill>
                <a:latin typeface="Barlow Semi Condensed Light"/>
                <a:ea typeface="Barlow Semi Condensed"/>
                <a:cs typeface="Barlow Semi Condensed"/>
                <a:sym typeface="Barlow Semi Condensed"/>
              </a:rPr>
              <a:t>.</a:t>
            </a:r>
            <a:endParaRPr lang="en-US" sz="1800" b="1">
              <a:solidFill>
                <a:srgbClr val="024572"/>
              </a:solidFill>
              <a:latin typeface="Barlow Semi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773865" y="283811"/>
            <a:ext cx="5025117" cy="576000"/>
          </a:xfrm>
          <a:prstGeom prst="rect">
            <a:avLst/>
          </a:prstGeom>
        </p:spPr>
        <p:txBody>
          <a:bodyPr spcFirstLastPara="1" wrap="square" lIns="91425" tIns="91425" rIns="91425" bIns="91425" anchor="t" anchorCtr="0">
            <a:noAutofit/>
          </a:bodyPr>
          <a:lstStyle/>
          <a:p>
            <a:r>
              <a:rPr lang="en" sz="3600" b="1">
                <a:solidFill>
                  <a:schemeClr val="accent2">
                    <a:lumMod val="10000"/>
                  </a:schemeClr>
                </a:solidFill>
              </a:rPr>
              <a:t>What is Cloud Computing?</a:t>
            </a:r>
          </a:p>
        </p:txBody>
      </p:sp>
      <p:sp>
        <p:nvSpPr>
          <p:cNvPr id="1891" name="Google Shape;1891;p36"/>
          <p:cNvSpPr txBox="1">
            <a:spLocks noGrp="1"/>
          </p:cNvSpPr>
          <p:nvPr>
            <p:ph type="body" idx="1"/>
          </p:nvPr>
        </p:nvSpPr>
        <p:spPr>
          <a:xfrm>
            <a:off x="1099397" y="1222214"/>
            <a:ext cx="6544099" cy="3529500"/>
          </a:xfrm>
          <a:prstGeom prst="rect">
            <a:avLst/>
          </a:prstGeom>
        </p:spPr>
        <p:txBody>
          <a:bodyPr spcFirstLastPara="1" wrap="square" lIns="91425" tIns="91425" rIns="91425" bIns="91425" anchor="ctr" anchorCtr="0">
            <a:noAutofit/>
          </a:bodyPr>
          <a:lstStyle/>
          <a:p>
            <a:pPr marL="171450" indent="-171450" algn="just">
              <a:buFont typeface="Arial"/>
              <a:buChar char="•"/>
            </a:pPr>
            <a:r>
              <a:rPr lang="en-US" sz="1800">
                <a:solidFill>
                  <a:schemeClr val="accent3">
                    <a:lumMod val="25000"/>
                  </a:schemeClr>
                </a:solidFill>
              </a:rPr>
              <a:t>Cloud computing is the on-demand access of computing resources—physical servers or virtual servers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data storage</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networking </a:t>
            </a:r>
            <a:r>
              <a:rPr lang="en-US" sz="1800">
                <a:solidFill>
                  <a:schemeClr val="accent3">
                    <a:lumMod val="25000"/>
                  </a:schemeClr>
                </a:solidFill>
                <a:sym typeface="Barlow Semi Condensed Medium"/>
                <a:hlinkClick r:id="" action="ppaction://noaction">
                  <a:extLst>
                    <a:ext uri="{A12FA001-AC4F-418D-AE19-62706E023703}">
                      <ahyp:hlinkClr xmlns:ahyp="http://schemas.microsoft.com/office/drawing/2018/hyperlinkcolor" val="tx"/>
                    </a:ext>
                  </a:extLst>
                </a:hlinkClick>
              </a:rPr>
              <a:t>capabilities</a:t>
            </a:r>
            <a:r>
              <a:rPr lang="en-US" sz="1800">
                <a:solidFill>
                  <a:schemeClr val="accent3">
                    <a:lumMod val="25000"/>
                  </a:schemeClr>
                </a:solidFill>
              </a:rPr>
              <a:t>, application development tools</a:t>
            </a:r>
            <a:r>
              <a:rPr lang="en-US" sz="1800">
                <a:solidFill>
                  <a:schemeClr val="accent3">
                    <a:lumMod val="25000"/>
                  </a:schemeClr>
                </a:solidFill>
                <a:latin typeface="Barlow Semi Condensed"/>
                <a:ea typeface="Barlow Semi Condensed"/>
                <a:cs typeface="Barlow Semi Condensed"/>
                <a:sym typeface="Barlow Semi Condensed"/>
              </a:rPr>
              <a:t>, </a:t>
            </a:r>
            <a:r>
              <a:rPr lang="en-US" sz="1800">
                <a:solidFill>
                  <a:schemeClr val="accent3">
                    <a:lumMod val="25000"/>
                  </a:schemeClr>
                </a:solidFill>
              </a:rPr>
              <a:t>software and more—over </a:t>
            </a:r>
            <a:r>
              <a:rPr lang="en-US" sz="1800">
                <a:solidFill>
                  <a:schemeClr val="accent3">
                    <a:lumMod val="25000"/>
                  </a:schemeClr>
                </a:solidFill>
                <a:latin typeface="Barlow Semi Condensed"/>
                <a:ea typeface="Barlow Semi Condensed"/>
                <a:cs typeface="Barlow Semi Condensed"/>
                <a:sym typeface="Barlow Semi Condensed"/>
              </a:rPr>
              <a:t>the </a:t>
            </a:r>
            <a:r>
              <a:rPr lang="en-US" sz="1800">
                <a:solidFill>
                  <a:schemeClr val="accent3">
                    <a:lumMod val="25000"/>
                  </a:schemeClr>
                </a:solidFill>
              </a:rPr>
              <a:t>internet with pay-per-use pricing</a:t>
            </a:r>
            <a:r>
              <a:rPr lang="en-US" sz="1800">
                <a:solidFill>
                  <a:schemeClr val="accent3">
                    <a:lumMod val="25000"/>
                  </a:schemeClr>
                </a:solidFill>
                <a:latin typeface="Barlow Semi Condensed"/>
                <a:ea typeface="Barlow Semi Condensed"/>
                <a:cs typeface="Barlow Semi Condensed"/>
                <a:sym typeface="Barlow Semi Condensed"/>
              </a:rPr>
              <a:t>.</a:t>
            </a:r>
            <a:endParaRPr lang="en-US"/>
          </a:p>
          <a:p>
            <a:pPr marL="0" indent="0">
              <a:buNone/>
            </a:pPr>
            <a:endParaRPr lang="en-US" sz="1800">
              <a:solidFill>
                <a:schemeClr val="accent3">
                  <a:lumMod val="25000"/>
                </a:schemeClr>
              </a:solidFill>
            </a:endParaRPr>
          </a:p>
          <a:p>
            <a:pPr marL="171450" indent="-171450">
              <a:buFont typeface="Arial"/>
              <a:buChar char="•"/>
            </a:pPr>
            <a:r>
              <a:rPr lang="en-US" sz="1800">
                <a:solidFill>
                  <a:schemeClr val="accent3">
                    <a:lumMod val="25000"/>
                  </a:schemeClr>
                </a:solidFill>
              </a:rPr>
              <a:t>The cloud computing model offers:</a:t>
            </a:r>
          </a:p>
          <a:p>
            <a:pPr marL="628650" lvl="1" indent="-171450">
              <a:buFont typeface="Courier New"/>
              <a:buChar char="o"/>
            </a:pPr>
            <a:r>
              <a:rPr lang="en-US" sz="1800">
                <a:solidFill>
                  <a:schemeClr val="accent3">
                    <a:lumMod val="25000"/>
                  </a:schemeClr>
                </a:solidFill>
              </a:rPr>
              <a:t>Cost Effectiveness</a:t>
            </a:r>
          </a:p>
          <a:p>
            <a:pPr marL="628650" lvl="1" indent="-171450">
              <a:buFont typeface="Courier New"/>
              <a:buChar char="o"/>
            </a:pPr>
            <a:r>
              <a:rPr lang="en-US" sz="1800">
                <a:solidFill>
                  <a:schemeClr val="accent3">
                    <a:lumMod val="25000"/>
                  </a:schemeClr>
                </a:solidFill>
              </a:rPr>
              <a:t>Speed and Agility</a:t>
            </a:r>
          </a:p>
          <a:p>
            <a:pPr marL="628650" lvl="1" indent="-171450">
              <a:buFont typeface="Courier New"/>
              <a:buChar char="o"/>
            </a:pPr>
            <a:r>
              <a:rPr lang="en-US" sz="1800">
                <a:solidFill>
                  <a:schemeClr val="accent3">
                    <a:lumMod val="25000"/>
                  </a:schemeClr>
                </a:solidFill>
              </a:rPr>
              <a:t>Scalability</a:t>
            </a:r>
          </a:p>
          <a:p>
            <a:pPr marL="628650" lvl="1" indent="-171450">
              <a:buFont typeface="Courier New"/>
              <a:buChar char="o"/>
            </a:pPr>
            <a:r>
              <a:rPr lang="en-US" sz="1800">
                <a:solidFill>
                  <a:schemeClr val="accent3">
                    <a:lumMod val="25000"/>
                  </a:schemeClr>
                </a:solidFill>
              </a:rPr>
              <a:t>Strategic Value</a:t>
            </a:r>
          </a:p>
          <a:p>
            <a:pPr marL="628650" lvl="1" indent="-171450">
              <a:buFont typeface="Courier New"/>
              <a:buChar char="o"/>
            </a:pPr>
            <a:r>
              <a:rPr lang="en-US" sz="1800">
                <a:solidFill>
                  <a:schemeClr val="accent3">
                    <a:lumMod val="25000"/>
                  </a:schemeClr>
                </a:solidFill>
              </a:rPr>
              <a:t>Reliability</a:t>
            </a:r>
          </a:p>
          <a:p>
            <a:pPr marL="628650" lvl="1" indent="-171450">
              <a:buFont typeface="Courier New"/>
              <a:buChar char="o"/>
            </a:pPr>
            <a:r>
              <a:rPr lang="en-US" sz="1800">
                <a:solidFill>
                  <a:schemeClr val="accent3">
                    <a:lumMod val="25000"/>
                  </a:schemeClr>
                </a:solidFill>
              </a:rPr>
              <a:t>Security </a:t>
            </a:r>
            <a:br>
              <a:rPr lang="en-US" sz="1800"/>
            </a:br>
            <a:endParaRPr lang="en-US" sz="1800">
              <a:solidFill>
                <a:schemeClr val="accent3">
                  <a:lumMod val="25000"/>
                </a:schemeClr>
              </a:solidFill>
            </a:endParaRPr>
          </a:p>
        </p:txBody>
      </p:sp>
    </p:spTree>
    <p:extLst>
      <p:ext uri="{BB962C8B-B14F-4D97-AF65-F5344CB8AC3E}">
        <p14:creationId xmlns:p14="http://schemas.microsoft.com/office/powerpoint/2010/main" val="40972798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54"/>
        <p:cNvGrpSpPr/>
        <p:nvPr/>
      </p:nvGrpSpPr>
      <p:grpSpPr>
        <a:xfrm>
          <a:off x="0" y="0"/>
          <a:ext cx="0" cy="0"/>
          <a:chOff x="0" y="0"/>
          <a:chExt cx="0" cy="0"/>
        </a:xfrm>
      </p:grpSpPr>
      <p:sp>
        <p:nvSpPr>
          <p:cNvPr id="4" name="Google Shape;1890;p36">
            <a:extLst>
              <a:ext uri="{FF2B5EF4-FFF2-40B4-BE49-F238E27FC236}">
                <a16:creationId xmlns:a16="http://schemas.microsoft.com/office/drawing/2014/main" id="{7A9E0909-D04A-909F-4D13-2E9E87BD959E}"/>
              </a:ext>
            </a:extLst>
          </p:cNvPr>
          <p:cNvSpPr txBox="1">
            <a:spLocks noGrp="1"/>
          </p:cNvSpPr>
          <p:nvPr>
            <p:ph type="title"/>
          </p:nvPr>
        </p:nvSpPr>
        <p:spPr>
          <a:xfrm>
            <a:off x="2254186" y="71489"/>
            <a:ext cx="4529256"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What is Cloud Gaming ?</a:t>
            </a:r>
          </a:p>
        </p:txBody>
      </p:sp>
      <p:sp>
        <p:nvSpPr>
          <p:cNvPr id="8" name="Google Shape;1891;p36">
            <a:extLst>
              <a:ext uri="{FF2B5EF4-FFF2-40B4-BE49-F238E27FC236}">
                <a16:creationId xmlns:a16="http://schemas.microsoft.com/office/drawing/2014/main" id="{3B18D1FA-3418-FB0D-5C7E-731FFE19EC46}"/>
              </a:ext>
            </a:extLst>
          </p:cNvPr>
          <p:cNvSpPr txBox="1">
            <a:spLocks/>
          </p:cNvSpPr>
          <p:nvPr/>
        </p:nvSpPr>
        <p:spPr>
          <a:xfrm>
            <a:off x="2496740" y="612687"/>
            <a:ext cx="3809534" cy="4253119"/>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a:solidFill>
                  <a:srgbClr val="000000"/>
                </a:solidFill>
              </a:rPr>
              <a:t>Cloud gaming, also known as game streaming or gaming-as-a-service, is a gaming service that allows users to play video games over the internet without the need for dedicated gaming hardware. Instead of running games on a local device like a gaming console or PC, cloud gaming platforms use powerful servers located in data centers to run games remotely.</a:t>
            </a:r>
            <a:endParaRPr lang="en-US">
              <a:solidFill>
                <a:srgbClr val="034672"/>
              </a:solidFill>
            </a:endParaRPr>
          </a:p>
          <a:p>
            <a:pPr marL="171450" indent="-171450">
              <a:buFont typeface="Arial"/>
              <a:buChar char="•"/>
            </a:pPr>
            <a:endParaRPr lang="en-US"/>
          </a:p>
          <a:p>
            <a:pPr marL="628650" lvl="1" indent="-171450">
              <a:buFont typeface="Courier New"/>
              <a:buChar char="o"/>
            </a:pPr>
            <a:endParaRPr lang="en-US" sz="1200">
              <a:solidFill>
                <a:srgbClr val="0000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9A91F4-A616-92AE-7600-5C579CD256F8}"/>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327C9B5-79CA-2F0F-ECAB-A4188A2528AF}"/>
              </a:ext>
            </a:extLst>
          </p:cNvPr>
          <p:cNvSpPr>
            <a:spLocks noGrp="1"/>
          </p:cNvSpPr>
          <p:nvPr>
            <p:ph type="body" idx="1"/>
          </p:nvPr>
        </p:nvSpPr>
        <p:spPr/>
        <p:txBody>
          <a:bodyPr/>
          <a:lstStyle/>
          <a:p>
            <a:endParaRPr lang="en-US"/>
          </a:p>
        </p:txBody>
      </p:sp>
      <p:pic>
        <p:nvPicPr>
          <p:cNvPr id="5" name="Graphic 4" descr="Diagram of game infrastructure on Google Cloud with frontend and backend components.">
            <a:extLst>
              <a:ext uri="{FF2B5EF4-FFF2-40B4-BE49-F238E27FC236}">
                <a16:creationId xmlns:a16="http://schemas.microsoft.com/office/drawing/2014/main" id="{CF17E3F7-3F6F-2857-2897-B823362F83B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987560" y="1149217"/>
            <a:ext cx="4436132" cy="2594500"/>
          </a:xfrm>
          <a:prstGeom prst="rect">
            <a:avLst/>
          </a:prstGeom>
        </p:spPr>
      </p:pic>
    </p:spTree>
    <p:extLst>
      <p:ext uri="{BB962C8B-B14F-4D97-AF65-F5344CB8AC3E}">
        <p14:creationId xmlns:p14="http://schemas.microsoft.com/office/powerpoint/2010/main" val="17663766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31846" y="432273"/>
            <a:ext cx="6554720"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Benefits of Cloud Gaming </a:t>
            </a:r>
          </a:p>
        </p:txBody>
      </p:sp>
      <p:sp>
        <p:nvSpPr>
          <p:cNvPr id="1891" name="Google Shape;1891;p36"/>
          <p:cNvSpPr txBox="1">
            <a:spLocks noGrp="1"/>
          </p:cNvSpPr>
          <p:nvPr>
            <p:ph type="body" idx="1"/>
          </p:nvPr>
        </p:nvSpPr>
        <p:spPr>
          <a:xfrm>
            <a:off x="426274" y="1911806"/>
            <a:ext cx="7572402" cy="2714272"/>
          </a:xfrm>
          <a:prstGeom prst="rect">
            <a:avLst/>
          </a:prstGeom>
        </p:spPr>
        <p:txBody>
          <a:bodyPr spcFirstLastPara="1" wrap="square" lIns="91425" tIns="91425" rIns="91425" bIns="91425" anchor="ctr" anchorCtr="0">
            <a:noAutofit/>
          </a:bodyPr>
          <a:lstStyle/>
          <a:p>
            <a:pPr marL="742950" lvl="1" indent="-285750" algn="just">
              <a:buFont typeface="Arial"/>
              <a:buChar char="•"/>
            </a:pPr>
            <a:r>
              <a:rPr lang="en-US">
                <a:solidFill>
                  <a:schemeClr val="tx1">
                    <a:lumMod val="50000"/>
                  </a:schemeClr>
                </a:solidFill>
              </a:rPr>
              <a:t>Accessibility: With cloud gaming services, players can access high-quality games on various devices such as smartphones, tablets, laptops, and smart TVs, without the need for high-end gaming hardware.</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a:solidFill>
                  <a:schemeClr val="tx1">
                    <a:lumMod val="50000"/>
                  </a:schemeClr>
                </a:solidFill>
              </a:rPr>
              <a:t>No Downloads or Installations: Unlike traditional gaming, where you need to download and install games on your device, cloud gaming allows you to stream games directly from remote servers. This eliminates the need for large downloads and installations, saving time and storage space.</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a:solidFill>
                  <a:schemeClr val="tx1">
                    <a:lumMod val="50000"/>
                  </a:schemeClr>
                </a:solidFill>
              </a:rPr>
              <a:t>Instant Play: once you subscribe to a cloud gaming service, you can start playing games immediately, without waiting for downloads or updates. This makes it convenient for gamers who want to jump into a game quickly. </a:t>
            </a:r>
          </a:p>
          <a:p>
            <a:pPr marL="742950" lvl="1" indent="-285750" algn="just">
              <a:buFont typeface="Arial"/>
              <a:buChar char="•"/>
            </a:pPr>
            <a:endParaRPr lang="en-US">
              <a:solidFill>
                <a:schemeClr val="tx1">
                  <a:lumMod val="50000"/>
                </a:schemeClr>
              </a:solidFill>
            </a:endParaRPr>
          </a:p>
          <a:p>
            <a:pPr marL="742950" lvl="1" indent="-285750" algn="just">
              <a:buFont typeface="Arial"/>
              <a:buChar char="•"/>
            </a:pPr>
            <a:r>
              <a:rPr lang="en-US">
                <a:solidFill>
                  <a:schemeClr val="tx1">
                    <a:lumMod val="50000"/>
                  </a:schemeClr>
                </a:solidFill>
              </a:rPr>
              <a:t>Wide variety of games: cloud gaming offer a wide variety of games, ranging from popular AAA titles to indie games. Subscribers usually have access to a library of games that they can play on-demand, often for a monthly subscription fee.</a:t>
            </a:r>
          </a:p>
          <a:p>
            <a:pPr marL="742950" lvl="1" indent="-2857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a:p>
            <a:pPr marL="628650" lvl="1" indent="-171450" algn="just">
              <a:buFont typeface="Arial"/>
              <a:buChar char="•"/>
            </a:pPr>
            <a:endParaRPr lang="en-US">
              <a:solidFill>
                <a:schemeClr val="tx1">
                  <a:lumMod val="50000"/>
                </a:schemeClr>
              </a:solidFill>
            </a:endParaRPr>
          </a:p>
        </p:txBody>
      </p:sp>
    </p:spTree>
    <p:extLst>
      <p:ext uri="{BB962C8B-B14F-4D97-AF65-F5344CB8AC3E}">
        <p14:creationId xmlns:p14="http://schemas.microsoft.com/office/powerpoint/2010/main" val="17434673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89"/>
        <p:cNvGrpSpPr/>
        <p:nvPr/>
      </p:nvGrpSpPr>
      <p:grpSpPr>
        <a:xfrm>
          <a:off x="0" y="0"/>
          <a:ext cx="0" cy="0"/>
          <a:chOff x="0" y="0"/>
          <a:chExt cx="0" cy="0"/>
        </a:xfrm>
      </p:grpSpPr>
      <p:sp>
        <p:nvSpPr>
          <p:cNvPr id="1890" name="Google Shape;1890;p36"/>
          <p:cNvSpPr txBox="1">
            <a:spLocks noGrp="1"/>
          </p:cNvSpPr>
          <p:nvPr>
            <p:ph type="title"/>
          </p:nvPr>
        </p:nvSpPr>
        <p:spPr>
          <a:xfrm>
            <a:off x="1089660" y="335689"/>
            <a:ext cx="6554720" cy="365890"/>
          </a:xfrm>
          <a:prstGeom prst="rect">
            <a:avLst/>
          </a:prstGeom>
        </p:spPr>
        <p:txBody>
          <a:bodyPr spcFirstLastPara="1" wrap="square" lIns="91425" tIns="91425" rIns="91425" bIns="91425" anchor="t" anchorCtr="0">
            <a:noAutofit/>
          </a:bodyPr>
          <a:lstStyle/>
          <a:p>
            <a:r>
              <a:rPr lang="en" b="1">
                <a:solidFill>
                  <a:schemeClr val="accent2">
                    <a:lumMod val="10000"/>
                  </a:schemeClr>
                </a:solidFill>
              </a:rPr>
              <a:t>Continued... </a:t>
            </a:r>
          </a:p>
        </p:txBody>
      </p:sp>
      <p:sp>
        <p:nvSpPr>
          <p:cNvPr id="1891" name="Google Shape;1891;p36"/>
          <p:cNvSpPr txBox="1">
            <a:spLocks noGrp="1"/>
          </p:cNvSpPr>
          <p:nvPr>
            <p:ph type="body" idx="1"/>
          </p:nvPr>
        </p:nvSpPr>
        <p:spPr>
          <a:xfrm>
            <a:off x="416793" y="2530715"/>
            <a:ext cx="7404704" cy="882542"/>
          </a:xfrm>
          <a:prstGeom prst="rect">
            <a:avLst/>
          </a:prstGeom>
        </p:spPr>
        <p:txBody>
          <a:bodyPr spcFirstLastPara="1" wrap="square" lIns="91425" tIns="91425" rIns="91425" bIns="91425" anchor="ctr" anchorCtr="0">
            <a:noAutofit/>
          </a:bodyPr>
          <a:lstStyle/>
          <a:p>
            <a:pPr marL="628650" lvl="1" indent="-171450" algn="just">
              <a:buFont typeface="Arial"/>
              <a:buChar char="•"/>
            </a:pPr>
            <a:r>
              <a:rPr lang="en-US">
                <a:solidFill>
                  <a:srgbClr val="000000"/>
                </a:solidFill>
              </a:rPr>
              <a:t>Cross-Platform play: Cloud gaming platforms often support cross-platform play, allowing players to access their game progress and achievements across multiple devices. This means you can start playing a game on your smartphone and continue where you left off on your PC or console.</a:t>
            </a:r>
            <a:endParaRPr lang="en-US"/>
          </a:p>
          <a:p>
            <a:pPr marL="628650" lvl="1" indent="-171450" algn="just">
              <a:buFont typeface="Arial"/>
              <a:buChar char="•"/>
            </a:pPr>
            <a:endParaRPr lang="en-US">
              <a:solidFill>
                <a:srgbClr val="000000"/>
              </a:solidFill>
            </a:endParaRPr>
          </a:p>
          <a:p>
            <a:pPr marL="628650" lvl="1" indent="-171450" algn="just">
              <a:buFont typeface="Arial"/>
              <a:buChar char="•"/>
            </a:pPr>
            <a:r>
              <a:rPr lang="en-US">
                <a:solidFill>
                  <a:srgbClr val="000000"/>
                </a:solidFill>
              </a:rPr>
              <a:t>Scalability: Cloud gaming services are highly scalable, meaning they can accommodate many players simultaneously without compromising performance. This scalability is achieved through cloud infrastructure, which allows for efficient resource allocation and management.</a:t>
            </a:r>
            <a:endParaRPr lang="en-US"/>
          </a:p>
          <a:p>
            <a:pPr marL="628650" lvl="1" indent="-171450" algn="just">
              <a:buFont typeface="Arial"/>
              <a:buChar char="•"/>
            </a:pPr>
            <a:endParaRPr lang="en-US">
              <a:solidFill>
                <a:srgbClr val="000000"/>
              </a:solidFill>
            </a:endParaRPr>
          </a:p>
          <a:p>
            <a:pPr marL="628650" lvl="1" indent="-171450" algn="just">
              <a:buFont typeface="Arial"/>
              <a:buChar char="•"/>
            </a:pPr>
            <a:r>
              <a:rPr lang="en-US">
                <a:solidFill>
                  <a:srgbClr val="000000"/>
                </a:solidFill>
              </a:rPr>
              <a:t>Improved hardware utilization: Cloud gaming platforms can leverage powerful server hardware to deliver high-quality gaming experiences. By offloading the processing and rendering tasks to remote servers, cloud gaming can provide smooth gameplay even on lower-end devices.</a:t>
            </a:r>
          </a:p>
          <a:p>
            <a:pPr marL="628650" lvl="1" indent="-171450" algn="just">
              <a:buFont typeface="Arial"/>
              <a:buChar char="•"/>
            </a:pPr>
            <a:endParaRPr lang="en-US">
              <a:solidFill>
                <a:srgbClr val="000000"/>
              </a:solidFill>
            </a:endParaRPr>
          </a:p>
          <a:p>
            <a:pPr marL="628650" lvl="1" indent="-171450" algn="just">
              <a:buFont typeface="Arial"/>
              <a:buChar char="•"/>
            </a:pPr>
            <a:r>
              <a:rPr lang="en-US">
                <a:solidFill>
                  <a:srgbClr val="000000"/>
                </a:solidFill>
              </a:rPr>
              <a:t>Future potential: Cloud gaming is still a relatively young industry, and there is significant potential for growth and innovation. As technology advances and internet infrastructure improves, cloud gaming services are expected to become even more accessible and feature-rich. </a:t>
            </a:r>
          </a:p>
        </p:txBody>
      </p:sp>
    </p:spTree>
    <p:extLst>
      <p:ext uri="{BB962C8B-B14F-4D97-AF65-F5344CB8AC3E}">
        <p14:creationId xmlns:p14="http://schemas.microsoft.com/office/powerpoint/2010/main" val="18223064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182"/>
        <p:cNvGrpSpPr/>
        <p:nvPr/>
      </p:nvGrpSpPr>
      <p:grpSpPr>
        <a:xfrm>
          <a:off x="0" y="0"/>
          <a:ext cx="0" cy="0"/>
          <a:chOff x="0" y="0"/>
          <a:chExt cx="0" cy="0"/>
        </a:xfrm>
      </p:grpSpPr>
      <p:sp>
        <p:nvSpPr>
          <p:cNvPr id="2195" name="Google Shape;2195;p40"/>
          <p:cNvSpPr txBox="1">
            <a:spLocks noGrp="1"/>
          </p:cNvSpPr>
          <p:nvPr>
            <p:ph type="title"/>
          </p:nvPr>
        </p:nvSpPr>
        <p:spPr>
          <a:xfrm>
            <a:off x="2957323" y="624077"/>
            <a:ext cx="3237472" cy="594300"/>
          </a:xfrm>
          <a:prstGeom prst="rect">
            <a:avLst/>
          </a:prstGeom>
        </p:spPr>
        <p:txBody>
          <a:bodyPr spcFirstLastPara="1" wrap="square" lIns="91425" tIns="91425" rIns="91425" bIns="91425" anchor="t" anchorCtr="0">
            <a:noAutofit/>
          </a:bodyPr>
          <a:lstStyle/>
          <a:p>
            <a:r>
              <a:rPr lang="en" b="1">
                <a:solidFill>
                  <a:schemeClr val="accent3">
                    <a:lumMod val="10000"/>
                  </a:schemeClr>
                </a:solidFill>
              </a:rPr>
              <a:t>Latency &amp; Bandwidth</a:t>
            </a:r>
            <a:endParaRPr lang="en-US" b="1">
              <a:solidFill>
                <a:schemeClr val="accent3">
                  <a:lumMod val="10000"/>
                </a:schemeClr>
              </a:solidFill>
            </a:endParaRPr>
          </a:p>
        </p:txBody>
      </p:sp>
      <p:sp>
        <p:nvSpPr>
          <p:cNvPr id="14" name="TextBox 13">
            <a:extLst>
              <a:ext uri="{FF2B5EF4-FFF2-40B4-BE49-F238E27FC236}">
                <a16:creationId xmlns:a16="http://schemas.microsoft.com/office/drawing/2014/main" id="{41887D0C-12A9-A3CF-8BAE-F2B7CC167389}"/>
              </a:ext>
            </a:extLst>
          </p:cNvPr>
          <p:cNvSpPr txBox="1"/>
          <p:nvPr/>
        </p:nvSpPr>
        <p:spPr>
          <a:xfrm>
            <a:off x="2363107" y="1657803"/>
            <a:ext cx="4410981"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solidFill>
                  <a:schemeClr val="tx1">
                    <a:lumMod val="50000"/>
                  </a:schemeClr>
                </a:solidFill>
                <a:latin typeface="Barlow Semi Condensed Light"/>
              </a:rPr>
              <a:t>Latency is used to measure how good your connection is when gaming online because the requests you’re sending are all that matters. It is mainly a factor of how far a server is from your physical location. The closer you are to the server you’re connecting to, the lower your latency, in most cases.  </a:t>
            </a:r>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Bandwidth — the maximum amount of data that can be transferred — doesn’t matter, as you’re only transporting small bits of data. For cloud gaming, though, bandwidth is a key metric.</a:t>
            </a:r>
            <a:br>
              <a:rPr lang="en-US" b="1">
                <a:latin typeface="Barlow Semi Condensed Light"/>
              </a:rPr>
            </a:br>
            <a:endParaRPr lang="en-US" b="1">
              <a:solidFill>
                <a:schemeClr val="tx1">
                  <a:lumMod val="50000"/>
                </a:schemeClr>
              </a:solidFill>
              <a:latin typeface="Barlow Semi Condense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95"/>
        <p:cNvGrpSpPr/>
        <p:nvPr/>
      </p:nvGrpSpPr>
      <p:grpSpPr>
        <a:xfrm>
          <a:off x="0" y="0"/>
          <a:ext cx="0" cy="0"/>
          <a:chOff x="0" y="0"/>
          <a:chExt cx="0" cy="0"/>
        </a:xfrm>
      </p:grpSpPr>
      <p:grpSp>
        <p:nvGrpSpPr>
          <p:cNvPr id="1896" name="Google Shape;1896;p37"/>
          <p:cNvGrpSpPr/>
          <p:nvPr/>
        </p:nvGrpSpPr>
        <p:grpSpPr>
          <a:xfrm>
            <a:off x="4638669" y="1501387"/>
            <a:ext cx="4140120" cy="3033833"/>
            <a:chOff x="862950" y="825025"/>
            <a:chExt cx="5862650" cy="4111175"/>
          </a:xfrm>
        </p:grpSpPr>
        <p:sp>
          <p:nvSpPr>
            <p:cNvPr id="1897" name="Google Shape;1897;p37"/>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8" name="Google Shape;1898;p37"/>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99" name="Google Shape;1899;p37"/>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0" name="Google Shape;1900;p37"/>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37"/>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2" name="Google Shape;1902;p37"/>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3" name="Google Shape;1903;p37"/>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4" name="Google Shape;1904;p37"/>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37"/>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6" name="Google Shape;1906;p37"/>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7" name="Google Shape;1907;p37"/>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37"/>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9" name="Google Shape;1909;p37"/>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0" name="Google Shape;1910;p37"/>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1" name="Google Shape;1911;p37"/>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37"/>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37"/>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4" name="Google Shape;1914;p37"/>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5" name="Google Shape;1915;p37"/>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37"/>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37"/>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8" name="Google Shape;1918;p37"/>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9" name="Google Shape;1919;p37"/>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37"/>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37"/>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2" name="Google Shape;1922;p37"/>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3" name="Google Shape;1923;p37"/>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37"/>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37"/>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6" name="Google Shape;1926;p37"/>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7" name="Google Shape;1927;p37"/>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37"/>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37"/>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0" name="Google Shape;1930;p37"/>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1" name="Google Shape;1931;p37"/>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37"/>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37"/>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4" name="Google Shape;1934;p37"/>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5" name="Google Shape;1935;p37"/>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37"/>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37"/>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8" name="Google Shape;1938;p37"/>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9" name="Google Shape;1939;p37"/>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37"/>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37"/>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2" name="Google Shape;1942;p37"/>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3" name="Google Shape;1943;p37"/>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4" name="Google Shape;1944;p37"/>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5" name="Google Shape;1945;p37"/>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6" name="Google Shape;1946;p37"/>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7" name="Google Shape;1947;p37"/>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8" name="Google Shape;1948;p37"/>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9" name="Google Shape;1949;p37"/>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0" name="Google Shape;1950;p37"/>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1" name="Google Shape;1951;p37"/>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2" name="Google Shape;1952;p37"/>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3" name="Google Shape;1953;p37"/>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4" name="Google Shape;1954;p37"/>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5" name="Google Shape;1955;p37"/>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6" name="Google Shape;1956;p37"/>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7" name="Google Shape;1957;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8" name="Google Shape;1958;p37"/>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59" name="Google Shape;1959;p37"/>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0" name="Google Shape;1960;p37"/>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1" name="Google Shape;1961;p37"/>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2" name="Google Shape;1962;p37"/>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3" name="Google Shape;1963;p37"/>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4" name="Google Shape;1964;p37"/>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5" name="Google Shape;1965;p37"/>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6" name="Google Shape;1966;p37"/>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7" name="Google Shape;1967;p37"/>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8" name="Google Shape;1968;p37"/>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69" name="Google Shape;1969;p37"/>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0" name="Google Shape;1970;p37"/>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1" name="Google Shape;1971;p37"/>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2" name="Google Shape;1972;p37"/>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3" name="Google Shape;1973;p37"/>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4" name="Google Shape;1974;p37"/>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5" name="Google Shape;1975;p37"/>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6" name="Google Shape;1976;p37"/>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7" name="Google Shape;1977;p37"/>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8" name="Google Shape;1978;p37"/>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79" name="Google Shape;1979;p37"/>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0" name="Google Shape;1980;p37"/>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1" name="Google Shape;1981;p37"/>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2" name="Google Shape;1982;p37"/>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3" name="Google Shape;1983;p37"/>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4" name="Google Shape;1984;p37"/>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5" name="Google Shape;1985;p37"/>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6" name="Google Shape;1986;p37"/>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7" name="Google Shape;1987;p37"/>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8" name="Google Shape;1988;p37"/>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89" name="Google Shape;1989;p37"/>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0" name="Google Shape;1990;p37"/>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1" name="Google Shape;1991;p37"/>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2" name="Google Shape;1992;p37"/>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3" name="Google Shape;1993;p37"/>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4" name="Google Shape;1994;p37"/>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5" name="Google Shape;1995;p37"/>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6" name="Google Shape;1996;p37"/>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7" name="Google Shape;1997;p37"/>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8" name="Google Shape;1998;p37"/>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99" name="Google Shape;1999;p37"/>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0" name="Google Shape;2000;p37"/>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1" name="Google Shape;2001;p37"/>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2" name="Google Shape;2002;p37"/>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3" name="Google Shape;2003;p37"/>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4" name="Google Shape;2004;p37"/>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5" name="Google Shape;2005;p37"/>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6" name="Google Shape;2006;p37"/>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7" name="Google Shape;2007;p37"/>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8" name="Google Shape;2008;p37"/>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09" name="Google Shape;2009;p37"/>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0" name="Google Shape;2010;p37"/>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1" name="Google Shape;2011;p37"/>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2" name="Google Shape;2012;p37"/>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3" name="Google Shape;2013;p37"/>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4" name="Google Shape;2014;p37"/>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5" name="Google Shape;2015;p37"/>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6" name="Google Shape;2016;p37"/>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7" name="Google Shape;2017;p37"/>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8" name="Google Shape;2018;p37"/>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9" name="Google Shape;2019;p37"/>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0" name="Google Shape;2020;p37"/>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1" name="Google Shape;2021;p37"/>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2" name="Google Shape;2022;p37"/>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3" name="Google Shape;2023;p37"/>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4" name="Google Shape;2024;p37"/>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5" name="Google Shape;2025;p37"/>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6" name="Google Shape;2026;p37"/>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7" name="Google Shape;2027;p37"/>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8" name="Google Shape;2028;p37"/>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9" name="Google Shape;2029;p37"/>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0" name="Google Shape;2030;p37"/>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1" name="Google Shape;2031;p37"/>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2" name="Google Shape;2032;p37"/>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3" name="Google Shape;2033;p37"/>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4" name="Google Shape;2034;p37"/>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5" name="Google Shape;2035;p37"/>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6" name="Google Shape;2036;p37"/>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7" name="Google Shape;2037;p37"/>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8" name="Google Shape;2038;p37"/>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9" name="Google Shape;2039;p37"/>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0" name="Google Shape;2040;p37"/>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1" name="Google Shape;2041;p37"/>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2" name="Google Shape;2042;p37"/>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3" name="Google Shape;2043;p37"/>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4" name="Google Shape;2044;p37"/>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5" name="Google Shape;2045;p37"/>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6" name="Google Shape;2046;p37"/>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7" name="Google Shape;2047;p37"/>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8" name="Google Shape;2048;p37"/>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9" name="Google Shape;2049;p37"/>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0" name="Google Shape;2050;p37"/>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1" name="Google Shape;2051;p37"/>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2" name="Google Shape;2052;p37"/>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3" name="Google Shape;2053;p37"/>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4" name="Google Shape;2054;p37"/>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5" name="Google Shape;2055;p37"/>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6" name="Google Shape;2056;p37"/>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7" name="Google Shape;2057;p37"/>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8" name="Google Shape;2058;p37"/>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9" name="Google Shape;2059;p37"/>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0" name="Google Shape;2060;p37"/>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1" name="Google Shape;2061;p37"/>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2" name="Google Shape;2062;p37"/>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3" name="Google Shape;2063;p37"/>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4" name="Google Shape;2064;p37"/>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5" name="Google Shape;2065;p37"/>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6" name="Google Shape;2066;p37"/>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7" name="Google Shape;2067;p37"/>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8" name="Google Shape;2068;p37"/>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9" name="Google Shape;2069;p37"/>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0" name="Google Shape;2070;p37"/>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1" name="Google Shape;2071;p37"/>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2" name="Google Shape;2072;p37"/>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3" name="Google Shape;2073;p37"/>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4" name="Google Shape;2074;p37"/>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5" name="Google Shape;2075;p37"/>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6" name="Google Shape;2076;p37"/>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7" name="Google Shape;2077;p37"/>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8" name="Google Shape;2078;p37"/>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9" name="Google Shape;2079;p37"/>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0" name="Google Shape;2080;p37"/>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1" name="Google Shape;2081;p37"/>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2" name="Google Shape;2082;p37"/>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3" name="Google Shape;2083;p37"/>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4" name="Google Shape;2084;p37"/>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5" name="Google Shape;2085;p37"/>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6" name="Google Shape;2086;p37"/>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7" name="Google Shape;2087;p37"/>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8" name="Google Shape;2088;p37"/>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89" name="Google Shape;2089;p37"/>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0" name="Google Shape;2090;p37"/>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1" name="Google Shape;2091;p37"/>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2" name="Google Shape;2092;p37"/>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3" name="Google Shape;2093;p37"/>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4" name="Google Shape;2094;p37"/>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5" name="Google Shape;2095;p37"/>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6" name="Google Shape;2096;p37"/>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7" name="Google Shape;2097;p37"/>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8" name="Google Shape;2098;p37"/>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99" name="Google Shape;2099;p37"/>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0" name="Google Shape;2100;p37"/>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1" name="Google Shape;2101;p37"/>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2" name="Google Shape;2102;p37"/>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3" name="Google Shape;2103;p37"/>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4" name="Google Shape;2104;p37"/>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5" name="Google Shape;2105;p37"/>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06" name="Google Shape;2106;p37"/>
          <p:cNvGrpSpPr/>
          <p:nvPr/>
        </p:nvGrpSpPr>
        <p:grpSpPr>
          <a:xfrm>
            <a:off x="731647" y="573573"/>
            <a:ext cx="635100" cy="734640"/>
            <a:chOff x="731647" y="573573"/>
            <a:chExt cx="635100" cy="734640"/>
          </a:xfrm>
        </p:grpSpPr>
        <p:grpSp>
          <p:nvGrpSpPr>
            <p:cNvPr id="2107" name="Google Shape;2107;p37"/>
            <p:cNvGrpSpPr/>
            <p:nvPr/>
          </p:nvGrpSpPr>
          <p:grpSpPr>
            <a:xfrm>
              <a:off x="731647" y="573573"/>
              <a:ext cx="635100" cy="635100"/>
              <a:chOff x="917231" y="750460"/>
              <a:chExt cx="635100" cy="635100"/>
            </a:xfrm>
          </p:grpSpPr>
          <p:sp>
            <p:nvSpPr>
              <p:cNvPr id="2108" name="Google Shape;2108;p37"/>
              <p:cNvSpPr/>
              <p:nvPr/>
            </p:nvSpPr>
            <p:spPr>
              <a:xfrm>
                <a:off x="917231" y="750460"/>
                <a:ext cx="635100" cy="6351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9" name="Google Shape;2109;p37"/>
              <p:cNvSpPr/>
              <p:nvPr/>
            </p:nvSpPr>
            <p:spPr>
              <a:xfrm>
                <a:off x="1001943" y="835185"/>
                <a:ext cx="465600" cy="465600"/>
              </a:xfrm>
              <a:prstGeom prst="ellipse">
                <a:avLst/>
              </a:prstGeom>
              <a:solidFill>
                <a:schemeClr val="accen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0" name="Google Shape;2110;p37"/>
            <p:cNvGrpSpPr/>
            <p:nvPr/>
          </p:nvGrpSpPr>
          <p:grpSpPr>
            <a:xfrm>
              <a:off x="961679" y="1281213"/>
              <a:ext cx="175013" cy="27000"/>
              <a:chOff x="5662375" y="212375"/>
              <a:chExt cx="175013" cy="27000"/>
            </a:xfrm>
          </p:grpSpPr>
          <p:sp>
            <p:nvSpPr>
              <p:cNvPr id="2111" name="Google Shape;2111;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2" name="Google Shape;2112;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13" name="Google Shape;2113;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14" name="Google Shape;2114;p37"/>
          <p:cNvGrpSpPr/>
          <p:nvPr/>
        </p:nvGrpSpPr>
        <p:grpSpPr>
          <a:xfrm>
            <a:off x="731647" y="1650460"/>
            <a:ext cx="635100" cy="733490"/>
            <a:chOff x="731647" y="1650460"/>
            <a:chExt cx="635100" cy="733490"/>
          </a:xfrm>
        </p:grpSpPr>
        <p:grpSp>
          <p:nvGrpSpPr>
            <p:cNvPr id="2115" name="Google Shape;2115;p37"/>
            <p:cNvGrpSpPr/>
            <p:nvPr/>
          </p:nvGrpSpPr>
          <p:grpSpPr>
            <a:xfrm>
              <a:off x="731647" y="1650460"/>
              <a:ext cx="635100" cy="635100"/>
              <a:chOff x="917231" y="1827973"/>
              <a:chExt cx="635100" cy="635100"/>
            </a:xfrm>
          </p:grpSpPr>
          <p:sp>
            <p:nvSpPr>
              <p:cNvPr id="2116" name="Google Shape;2116;p37"/>
              <p:cNvSpPr/>
              <p:nvPr/>
            </p:nvSpPr>
            <p:spPr>
              <a:xfrm>
                <a:off x="917231" y="1827973"/>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7" name="Google Shape;2117;p37"/>
              <p:cNvSpPr/>
              <p:nvPr/>
            </p:nvSpPr>
            <p:spPr>
              <a:xfrm>
                <a:off x="1001931" y="1912710"/>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18" name="Google Shape;2118;p37"/>
            <p:cNvGrpSpPr/>
            <p:nvPr/>
          </p:nvGrpSpPr>
          <p:grpSpPr>
            <a:xfrm>
              <a:off x="961679" y="2356951"/>
              <a:ext cx="175013" cy="27000"/>
              <a:chOff x="5662375" y="212375"/>
              <a:chExt cx="175013" cy="27000"/>
            </a:xfrm>
          </p:grpSpPr>
          <p:sp>
            <p:nvSpPr>
              <p:cNvPr id="2119" name="Google Shape;2119;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0" name="Google Shape;2120;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1" name="Google Shape;2121;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22" name="Google Shape;2122;p37"/>
          <p:cNvGrpSpPr/>
          <p:nvPr/>
        </p:nvGrpSpPr>
        <p:grpSpPr>
          <a:xfrm>
            <a:off x="731647" y="2728277"/>
            <a:ext cx="635100" cy="734984"/>
            <a:chOff x="731647" y="2728277"/>
            <a:chExt cx="635100" cy="734984"/>
          </a:xfrm>
        </p:grpSpPr>
        <p:grpSp>
          <p:nvGrpSpPr>
            <p:cNvPr id="2123" name="Google Shape;2123;p37"/>
            <p:cNvGrpSpPr/>
            <p:nvPr/>
          </p:nvGrpSpPr>
          <p:grpSpPr>
            <a:xfrm>
              <a:off x="731647" y="2728277"/>
              <a:ext cx="635100" cy="635100"/>
              <a:chOff x="917231" y="2905502"/>
              <a:chExt cx="635100" cy="635100"/>
            </a:xfrm>
          </p:grpSpPr>
          <p:sp>
            <p:nvSpPr>
              <p:cNvPr id="2124" name="Google Shape;2124;p37"/>
              <p:cNvSpPr/>
              <p:nvPr/>
            </p:nvSpPr>
            <p:spPr>
              <a:xfrm>
                <a:off x="917231" y="2905502"/>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25" name="Google Shape;2125;p37"/>
              <p:cNvSpPr/>
              <p:nvPr/>
            </p:nvSpPr>
            <p:spPr>
              <a:xfrm>
                <a:off x="1001931" y="2990252"/>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26" name="Google Shape;2126;p37"/>
            <p:cNvGrpSpPr/>
            <p:nvPr/>
          </p:nvGrpSpPr>
          <p:grpSpPr>
            <a:xfrm>
              <a:off x="961679" y="3436260"/>
              <a:ext cx="175013" cy="27000"/>
              <a:chOff x="5662375" y="212375"/>
              <a:chExt cx="175013" cy="27000"/>
            </a:xfrm>
          </p:grpSpPr>
          <p:sp>
            <p:nvSpPr>
              <p:cNvPr id="2127" name="Google Shape;2127;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8" name="Google Shape;2128;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29" name="Google Shape;2129;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grpSp>
        <p:nvGrpSpPr>
          <p:cNvPr id="2130" name="Google Shape;2130;p37"/>
          <p:cNvGrpSpPr/>
          <p:nvPr/>
        </p:nvGrpSpPr>
        <p:grpSpPr>
          <a:xfrm>
            <a:off x="731647" y="3806675"/>
            <a:ext cx="635100" cy="734704"/>
            <a:chOff x="731647" y="3806675"/>
            <a:chExt cx="635100" cy="734704"/>
          </a:xfrm>
        </p:grpSpPr>
        <p:grpSp>
          <p:nvGrpSpPr>
            <p:cNvPr id="2131" name="Google Shape;2131;p37"/>
            <p:cNvGrpSpPr/>
            <p:nvPr/>
          </p:nvGrpSpPr>
          <p:grpSpPr>
            <a:xfrm>
              <a:off x="731647" y="3806675"/>
              <a:ext cx="635100" cy="635100"/>
              <a:chOff x="917231" y="3983097"/>
              <a:chExt cx="635100" cy="635100"/>
            </a:xfrm>
          </p:grpSpPr>
          <p:sp>
            <p:nvSpPr>
              <p:cNvPr id="2132" name="Google Shape;2132;p37"/>
              <p:cNvSpPr/>
              <p:nvPr/>
            </p:nvSpPr>
            <p:spPr>
              <a:xfrm>
                <a:off x="917231" y="3983097"/>
                <a:ext cx="635100" cy="635100"/>
              </a:xfrm>
              <a:prstGeom prst="ellipse">
                <a:avLst/>
              </a:prstGeom>
              <a:solidFill>
                <a:schemeClr val="l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3" name="Google Shape;2133;p37"/>
              <p:cNvSpPr/>
              <p:nvPr/>
            </p:nvSpPr>
            <p:spPr>
              <a:xfrm>
                <a:off x="1001931" y="4067797"/>
                <a:ext cx="465600" cy="465600"/>
              </a:xfrm>
              <a:prstGeom prst="ellipse">
                <a:avLst/>
              </a:prstGeom>
              <a:solidFill>
                <a:schemeClr val="accent1"/>
              </a:solid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34" name="Google Shape;2134;p37"/>
            <p:cNvGrpSpPr/>
            <p:nvPr/>
          </p:nvGrpSpPr>
          <p:grpSpPr>
            <a:xfrm>
              <a:off x="961679" y="4514379"/>
              <a:ext cx="175013" cy="27000"/>
              <a:chOff x="5662375" y="212375"/>
              <a:chExt cx="175013" cy="27000"/>
            </a:xfrm>
          </p:grpSpPr>
          <p:sp>
            <p:nvSpPr>
              <p:cNvPr id="2135" name="Google Shape;2135;p37"/>
              <p:cNvSpPr/>
              <p:nvPr/>
            </p:nvSpPr>
            <p:spPr>
              <a:xfrm>
                <a:off x="5662375"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6" name="Google Shape;2136;p37"/>
              <p:cNvSpPr/>
              <p:nvPr/>
            </p:nvSpPr>
            <p:spPr>
              <a:xfrm>
                <a:off x="5736381"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2137" name="Google Shape;2137;p37"/>
              <p:cNvSpPr/>
              <p:nvPr/>
            </p:nvSpPr>
            <p:spPr>
              <a:xfrm>
                <a:off x="5810388" y="212375"/>
                <a:ext cx="27000" cy="270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sp>
        <p:nvSpPr>
          <p:cNvPr id="2138" name="Google Shape;2138;p37"/>
          <p:cNvSpPr txBox="1">
            <a:spLocks noGrp="1"/>
          </p:cNvSpPr>
          <p:nvPr>
            <p:ph type="title"/>
          </p:nvPr>
        </p:nvSpPr>
        <p:spPr>
          <a:xfrm>
            <a:off x="5328197" y="407904"/>
            <a:ext cx="3450369" cy="597980"/>
          </a:xfrm>
          <a:prstGeom prst="rect">
            <a:avLst/>
          </a:prstGeom>
        </p:spPr>
        <p:txBody>
          <a:bodyPr spcFirstLastPara="1" wrap="square" lIns="91425" tIns="91425" rIns="91425" bIns="91425" anchor="ctr" anchorCtr="0">
            <a:noAutofit/>
          </a:bodyPr>
          <a:lstStyle/>
          <a:p>
            <a:r>
              <a:rPr lang="en"/>
              <a:t>Disadvantages of </a:t>
            </a:r>
            <a:br>
              <a:rPr lang="en"/>
            </a:br>
            <a:r>
              <a:rPr lang="en"/>
              <a:t>Cloud Gaming</a:t>
            </a:r>
          </a:p>
        </p:txBody>
      </p:sp>
      <p:sp>
        <p:nvSpPr>
          <p:cNvPr id="2140" name="Google Shape;2140;p37"/>
          <p:cNvSpPr txBox="1">
            <a:spLocks noGrp="1"/>
          </p:cNvSpPr>
          <p:nvPr>
            <p:ph type="subTitle" idx="1"/>
          </p:nvPr>
        </p:nvSpPr>
        <p:spPr>
          <a:xfrm>
            <a:off x="1664208" y="620268"/>
            <a:ext cx="2615100" cy="384000"/>
          </a:xfrm>
          <a:prstGeom prst="rect">
            <a:avLst/>
          </a:prstGeom>
        </p:spPr>
        <p:txBody>
          <a:bodyPr spcFirstLastPara="1" wrap="square" lIns="91425" tIns="91425" rIns="91425" bIns="91425" anchor="t" anchorCtr="0">
            <a:noAutofit/>
          </a:bodyPr>
          <a:lstStyle/>
          <a:p>
            <a:pPr>
              <a:lnSpc>
                <a:spcPct val="115000"/>
              </a:lnSpc>
            </a:pPr>
            <a:r>
              <a:rPr lang="en"/>
              <a:t>Security of Data</a:t>
            </a:r>
            <a:endParaRPr/>
          </a:p>
        </p:txBody>
      </p:sp>
      <p:sp>
        <p:nvSpPr>
          <p:cNvPr id="2141" name="Google Shape;2141;p37"/>
          <p:cNvSpPr txBox="1">
            <a:spLocks noGrp="1"/>
          </p:cNvSpPr>
          <p:nvPr>
            <p:ph type="subTitle" idx="3"/>
          </p:nvPr>
        </p:nvSpPr>
        <p:spPr>
          <a:xfrm>
            <a:off x="1664208" y="1780903"/>
            <a:ext cx="2615100" cy="384000"/>
          </a:xfrm>
          <a:prstGeom prst="rect">
            <a:avLst/>
          </a:prstGeom>
        </p:spPr>
        <p:txBody>
          <a:bodyPr spcFirstLastPara="1" wrap="square" lIns="91425" tIns="91425" rIns="91425" bIns="91425" anchor="t" anchorCtr="0">
            <a:noAutofit/>
          </a:bodyPr>
          <a:lstStyle/>
          <a:p>
            <a:pPr>
              <a:lnSpc>
                <a:spcPct val="115000"/>
              </a:lnSpc>
            </a:pPr>
            <a:r>
              <a:rPr lang="en"/>
              <a:t>Downtime and Reliability</a:t>
            </a:r>
            <a:endParaRPr/>
          </a:p>
        </p:txBody>
      </p:sp>
      <p:sp>
        <p:nvSpPr>
          <p:cNvPr id="2143" name="Google Shape;2143;p37"/>
          <p:cNvSpPr txBox="1">
            <a:spLocks noGrp="1"/>
          </p:cNvSpPr>
          <p:nvPr>
            <p:ph type="subTitle" idx="5"/>
          </p:nvPr>
        </p:nvSpPr>
        <p:spPr>
          <a:xfrm>
            <a:off x="1664208" y="2878038"/>
            <a:ext cx="2615100" cy="384000"/>
          </a:xfrm>
          <a:prstGeom prst="rect">
            <a:avLst/>
          </a:prstGeom>
        </p:spPr>
        <p:txBody>
          <a:bodyPr spcFirstLastPara="1" wrap="square" lIns="91425" tIns="91425" rIns="91425" bIns="91425" anchor="t" anchorCtr="0">
            <a:noAutofit/>
          </a:bodyPr>
          <a:lstStyle/>
          <a:p>
            <a:pPr>
              <a:lnSpc>
                <a:spcPct val="115000"/>
              </a:lnSpc>
            </a:pPr>
            <a:r>
              <a:rPr lang="en"/>
              <a:t>Dependency on internet</a:t>
            </a:r>
          </a:p>
        </p:txBody>
      </p:sp>
      <p:sp>
        <p:nvSpPr>
          <p:cNvPr id="2145" name="Google Shape;2145;p37"/>
          <p:cNvSpPr txBox="1">
            <a:spLocks noGrp="1"/>
          </p:cNvSpPr>
          <p:nvPr>
            <p:ph type="subTitle" idx="7"/>
          </p:nvPr>
        </p:nvSpPr>
        <p:spPr>
          <a:xfrm>
            <a:off x="1664208" y="3938887"/>
            <a:ext cx="3168457" cy="384000"/>
          </a:xfrm>
          <a:prstGeom prst="rect">
            <a:avLst/>
          </a:prstGeom>
        </p:spPr>
        <p:txBody>
          <a:bodyPr spcFirstLastPara="1" wrap="square" lIns="91425" tIns="91425" rIns="91425" bIns="91425" anchor="t" anchorCtr="0">
            <a:noAutofit/>
          </a:bodyPr>
          <a:lstStyle/>
          <a:p>
            <a:pPr>
              <a:lnSpc>
                <a:spcPct val="115000"/>
              </a:lnSpc>
            </a:pPr>
            <a:r>
              <a:rPr lang="en"/>
              <a:t>Cost Management Complexities </a:t>
            </a:r>
          </a:p>
        </p:txBody>
      </p:sp>
      <p:sp>
        <p:nvSpPr>
          <p:cNvPr id="2147" name="Google Shape;2147;p37"/>
          <p:cNvSpPr txBox="1">
            <a:spLocks noGrp="1"/>
          </p:cNvSpPr>
          <p:nvPr>
            <p:ph type="title" idx="9"/>
          </p:nvPr>
        </p:nvSpPr>
        <p:spPr>
          <a:xfrm>
            <a:off x="813816" y="722376"/>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01</a:t>
            </a:r>
            <a:endParaRPr/>
          </a:p>
        </p:txBody>
      </p:sp>
      <p:sp>
        <p:nvSpPr>
          <p:cNvPr id="2148" name="Google Shape;2148;p37"/>
          <p:cNvSpPr txBox="1">
            <a:spLocks noGrp="1"/>
          </p:cNvSpPr>
          <p:nvPr>
            <p:ph type="title" idx="13"/>
          </p:nvPr>
        </p:nvSpPr>
        <p:spPr>
          <a:xfrm>
            <a:off x="813816" y="1801368"/>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02</a:t>
            </a:r>
            <a:endParaRPr/>
          </a:p>
        </p:txBody>
      </p:sp>
      <p:sp>
        <p:nvSpPr>
          <p:cNvPr id="2149" name="Google Shape;2149;p37"/>
          <p:cNvSpPr txBox="1">
            <a:spLocks noGrp="1"/>
          </p:cNvSpPr>
          <p:nvPr>
            <p:ph type="title" idx="14"/>
          </p:nvPr>
        </p:nvSpPr>
        <p:spPr>
          <a:xfrm>
            <a:off x="813816" y="2880360"/>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03</a:t>
            </a:r>
            <a:endParaRPr/>
          </a:p>
        </p:txBody>
      </p:sp>
      <p:sp>
        <p:nvSpPr>
          <p:cNvPr id="2150" name="Google Shape;2150;p37"/>
          <p:cNvSpPr txBox="1">
            <a:spLocks noGrp="1"/>
          </p:cNvSpPr>
          <p:nvPr>
            <p:ph type="title" idx="15"/>
          </p:nvPr>
        </p:nvSpPr>
        <p:spPr>
          <a:xfrm>
            <a:off x="813816" y="3959352"/>
            <a:ext cx="457200" cy="3474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n"/>
              <a:t>04</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61"/>
        <p:cNvGrpSpPr/>
        <p:nvPr/>
      </p:nvGrpSpPr>
      <p:grpSpPr>
        <a:xfrm>
          <a:off x="0" y="0"/>
          <a:ext cx="0" cy="0"/>
          <a:chOff x="0" y="0"/>
          <a:chExt cx="0" cy="0"/>
        </a:xfrm>
      </p:grpSpPr>
      <p:sp>
        <p:nvSpPr>
          <p:cNvPr id="5" name="Title 4">
            <a:extLst>
              <a:ext uri="{FF2B5EF4-FFF2-40B4-BE49-F238E27FC236}">
                <a16:creationId xmlns:a16="http://schemas.microsoft.com/office/drawing/2014/main" id="{01E92D08-96A9-70DC-F971-B1CBB3D54A78}"/>
              </a:ext>
            </a:extLst>
          </p:cNvPr>
          <p:cNvSpPr>
            <a:spLocks noGrp="1"/>
          </p:cNvSpPr>
          <p:nvPr>
            <p:ph type="title"/>
          </p:nvPr>
        </p:nvSpPr>
        <p:spPr>
          <a:xfrm>
            <a:off x="2105662" y="98424"/>
            <a:ext cx="5046827" cy="576000"/>
          </a:xfrm>
        </p:spPr>
        <p:txBody>
          <a:bodyPr/>
          <a:lstStyle/>
          <a:p>
            <a:r>
              <a:rPr lang="en-US"/>
              <a:t>Virtualization </a:t>
            </a:r>
          </a:p>
        </p:txBody>
      </p:sp>
      <p:sp>
        <p:nvSpPr>
          <p:cNvPr id="4" name="Google Shape;1891;p36">
            <a:extLst>
              <a:ext uri="{FF2B5EF4-FFF2-40B4-BE49-F238E27FC236}">
                <a16:creationId xmlns:a16="http://schemas.microsoft.com/office/drawing/2014/main" id="{210E749E-04A4-6BFE-F28A-D08CF5C0FA6E}"/>
              </a:ext>
            </a:extLst>
          </p:cNvPr>
          <p:cNvSpPr txBox="1">
            <a:spLocks/>
          </p:cNvSpPr>
          <p:nvPr/>
        </p:nvSpPr>
        <p:spPr>
          <a:xfrm>
            <a:off x="859622" y="824355"/>
            <a:ext cx="4307749" cy="4132314"/>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400" b="0" i="0" u="none" strike="noStrike" cap="none">
                <a:solidFill>
                  <a:schemeClr val="dk2"/>
                </a:solidFill>
                <a:latin typeface="Barlow Semi Condensed"/>
                <a:ea typeface="Barlow Semi Condensed"/>
                <a:cs typeface="Barlow Semi Condensed"/>
                <a:sym typeface="Barlow Semi Condensed"/>
              </a:defRPr>
            </a:lvl9pPr>
          </a:lstStyle>
          <a:p>
            <a:pPr marL="171450" indent="-171450" algn="l">
              <a:buFont typeface="Arial"/>
              <a:buChar char="•"/>
            </a:pPr>
            <a:r>
              <a:rPr lang="en-US" sz="1600">
                <a:solidFill>
                  <a:srgbClr val="161616"/>
                </a:solidFill>
              </a:rPr>
              <a:t>Virtualization is technology that you can use to create virtual representations of servers, storage, networks, and other physical machines. </a:t>
            </a:r>
            <a:endParaRPr lang="en-US" sz="1600"/>
          </a:p>
          <a:p>
            <a:pPr algn="l"/>
            <a:endParaRPr lang="en-US" sz="1600">
              <a:solidFill>
                <a:srgbClr val="161616"/>
              </a:solidFill>
            </a:endParaRPr>
          </a:p>
          <a:p>
            <a:pPr marL="171450" indent="-171450" algn="l">
              <a:buFont typeface="Arial"/>
              <a:buChar char="•"/>
            </a:pPr>
            <a:r>
              <a:rPr lang="en-US" sz="1600">
                <a:solidFill>
                  <a:srgbClr val="161616"/>
                </a:solidFill>
              </a:rPr>
              <a:t>It is the process of creating a virtual version of</a:t>
            </a:r>
            <a:br>
              <a:rPr lang="en-US" sz="1600">
                <a:solidFill>
                  <a:srgbClr val="161616"/>
                </a:solidFill>
              </a:rPr>
            </a:br>
            <a:r>
              <a:rPr lang="en-US" sz="1600">
                <a:solidFill>
                  <a:srgbClr val="161616"/>
                </a:solidFill>
              </a:rPr>
              <a:t>something like computer hardware.</a:t>
            </a:r>
            <a:endParaRPr lang="en-US" sz="1600"/>
          </a:p>
          <a:p>
            <a:pPr marL="171450" indent="-171450" algn="l">
              <a:buFont typeface="Arial"/>
              <a:buChar char="•"/>
            </a:pPr>
            <a:endParaRPr lang="en-US" sz="1600">
              <a:solidFill>
                <a:srgbClr val="161616"/>
              </a:solidFill>
            </a:endParaRPr>
          </a:p>
          <a:p>
            <a:pPr marL="171450" indent="-171450" algn="l">
              <a:buFont typeface="Arial"/>
              <a:buChar char="•"/>
            </a:pPr>
            <a:r>
              <a:rPr lang="en-US" sz="1600">
                <a:solidFill>
                  <a:srgbClr val="161616"/>
                </a:solidFill>
              </a:rPr>
              <a:t>With the help of Virtualization, multiple operating systems and applications can run on the same machine and its same hardware at the same time.</a:t>
            </a:r>
            <a:endParaRPr lang="en-US" sz="1600"/>
          </a:p>
          <a:p>
            <a:pPr algn="l"/>
            <a:endParaRPr lang="en-US" sz="1600">
              <a:solidFill>
                <a:schemeClr val="accent3">
                  <a:lumMod val="25000"/>
                </a:schemeClr>
              </a:solidFill>
            </a:endParaRPr>
          </a:p>
          <a:p>
            <a:pPr marL="171450" indent="-171450" algn="l">
              <a:buFont typeface="Arial"/>
              <a:buChar char="•"/>
            </a:pPr>
            <a:r>
              <a:rPr lang="en-US" sz="1600">
                <a:solidFill>
                  <a:schemeClr val="accent3">
                    <a:lumMod val="25000"/>
                  </a:schemeClr>
                </a:solidFill>
              </a:rPr>
              <a:t>Benefits:</a:t>
            </a:r>
          </a:p>
          <a:p>
            <a:pPr marL="628650" lvl="1" indent="-171450">
              <a:buFont typeface="Courier New"/>
              <a:buChar char="o"/>
            </a:pPr>
            <a:r>
              <a:rPr lang="en-US" sz="1600">
                <a:solidFill>
                  <a:srgbClr val="161616"/>
                </a:solidFill>
              </a:rPr>
              <a:t>More flexible and efficient allocation of resources.  </a:t>
            </a:r>
          </a:p>
          <a:p>
            <a:pPr marL="628650" lvl="1" indent="-171450">
              <a:buFont typeface="Courier New"/>
              <a:buChar char="o"/>
            </a:pPr>
            <a:r>
              <a:rPr lang="en-US" sz="1600">
                <a:solidFill>
                  <a:srgbClr val="161616"/>
                </a:solidFill>
              </a:rPr>
              <a:t>Remote access and rapid scalability. </a:t>
            </a:r>
            <a:endParaRPr lang="en-US" sz="1600">
              <a:solidFill>
                <a:srgbClr val="494949"/>
              </a:solidFill>
            </a:endParaRPr>
          </a:p>
          <a:p>
            <a:pPr marL="628650" lvl="1" indent="-171450">
              <a:buFont typeface="Courier New"/>
              <a:buChar char="o"/>
            </a:pPr>
            <a:r>
              <a:rPr lang="en-US" sz="1600">
                <a:solidFill>
                  <a:srgbClr val="161616"/>
                </a:solidFill>
              </a:rPr>
              <a:t>Pay peruse of the IT infrastructure on demand. </a:t>
            </a:r>
            <a:endParaRPr lang="en-US" sz="1600">
              <a:solidFill>
                <a:srgbClr val="494949"/>
              </a:solidFill>
            </a:endParaRPr>
          </a:p>
          <a:p>
            <a:pPr marL="628650" lvl="1" indent="-171450">
              <a:buFont typeface="Courier New"/>
              <a:buChar char="o"/>
            </a:pPr>
            <a:r>
              <a:rPr lang="en-US" sz="1600">
                <a:solidFill>
                  <a:srgbClr val="161616"/>
                </a:solidFill>
              </a:rPr>
              <a:t>Enables running multiple operating systems.</a:t>
            </a:r>
            <a:endParaRPr lang="en-US" sz="1600"/>
          </a:p>
        </p:txBody>
      </p:sp>
      <p:pic>
        <p:nvPicPr>
          <p:cNvPr id="3" name="Picture 2" descr="Virtualization">
            <a:extLst>
              <a:ext uri="{FF2B5EF4-FFF2-40B4-BE49-F238E27FC236}">
                <a16:creationId xmlns:a16="http://schemas.microsoft.com/office/drawing/2014/main" id="{0B63A22C-75B4-51EE-0887-7E05C7B5976E}"/>
              </a:ext>
            </a:extLst>
          </p:cNvPr>
          <p:cNvPicPr>
            <a:picLocks noChangeAspect="1"/>
          </p:cNvPicPr>
          <p:nvPr/>
        </p:nvPicPr>
        <p:blipFill>
          <a:blip r:embed="rId3"/>
          <a:stretch>
            <a:fillRect/>
          </a:stretch>
        </p:blipFill>
        <p:spPr>
          <a:xfrm>
            <a:off x="5312196" y="1693581"/>
            <a:ext cx="2808743" cy="175633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9325720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340"/>
        <p:cNvGrpSpPr/>
        <p:nvPr/>
      </p:nvGrpSpPr>
      <p:grpSpPr>
        <a:xfrm>
          <a:off x="0" y="0"/>
          <a:ext cx="0" cy="0"/>
          <a:chOff x="0" y="0"/>
          <a:chExt cx="0" cy="0"/>
        </a:xfrm>
      </p:grpSpPr>
      <p:sp>
        <p:nvSpPr>
          <p:cNvPr id="2342" name="Google Shape;2342;p46"/>
          <p:cNvSpPr txBox="1">
            <a:spLocks noGrp="1"/>
          </p:cNvSpPr>
          <p:nvPr>
            <p:ph type="title"/>
          </p:nvPr>
        </p:nvSpPr>
        <p:spPr>
          <a:xfrm>
            <a:off x="2086649" y="283527"/>
            <a:ext cx="4596369" cy="709088"/>
          </a:xfrm>
          <a:prstGeom prst="rect">
            <a:avLst/>
          </a:prstGeom>
        </p:spPr>
        <p:txBody>
          <a:bodyPr spcFirstLastPara="1" wrap="square" lIns="91425" tIns="91425" rIns="91425" bIns="91425" anchor="t" anchorCtr="0">
            <a:noAutofit/>
          </a:bodyPr>
          <a:lstStyle/>
          <a:p>
            <a:r>
              <a:rPr lang="en"/>
              <a:t>Concepts of Virtualization  </a:t>
            </a:r>
            <a:endParaRPr lang="en-US"/>
          </a:p>
        </p:txBody>
      </p:sp>
      <p:sp>
        <p:nvSpPr>
          <p:cNvPr id="2" name="Subtitle 1">
            <a:extLst>
              <a:ext uri="{FF2B5EF4-FFF2-40B4-BE49-F238E27FC236}">
                <a16:creationId xmlns:a16="http://schemas.microsoft.com/office/drawing/2014/main" id="{4372786C-9DFE-3613-B0BE-5A68B7D81CEC}"/>
              </a:ext>
            </a:extLst>
          </p:cNvPr>
          <p:cNvSpPr>
            <a:spLocks noGrp="1"/>
          </p:cNvSpPr>
          <p:nvPr>
            <p:ph type="body" idx="1"/>
          </p:nvPr>
        </p:nvSpPr>
        <p:spPr>
          <a:xfrm>
            <a:off x="612876" y="995574"/>
            <a:ext cx="7791616" cy="3145891"/>
          </a:xfrm>
        </p:spPr>
        <p:txBody>
          <a:bodyPr/>
          <a:lstStyle/>
          <a:p>
            <a:r>
              <a:rPr lang="en-US" sz="1400" b="1"/>
              <a:t>Virtual Machine: </a:t>
            </a:r>
            <a:r>
              <a:rPr lang="en-US" sz="1400"/>
              <a:t>A software-defined computer that runs on a physical computer with a separate operating system and computing resources. </a:t>
            </a:r>
            <a:br>
              <a:rPr lang="en-US" sz="1400"/>
            </a:br>
            <a:br>
              <a:rPr lang="en-US" sz="1400"/>
            </a:br>
            <a:r>
              <a:rPr lang="en-US" sz="1400"/>
              <a:t>The physical computer is called the host machine and virtual machines are guest machines. Multiple virtual machines can run on a single physical machine. </a:t>
            </a:r>
            <a:br>
              <a:rPr lang="en-US" sz="1400"/>
            </a:br>
            <a:br>
              <a:rPr lang="en-US" sz="1400"/>
            </a:br>
            <a:r>
              <a:rPr lang="en-US" sz="1400"/>
              <a:t>Virtual machines are abstracted from the computer hardware by a hypervisor.</a:t>
            </a:r>
            <a:r>
              <a:rPr lang="en-US" sz="1400" b="1"/>
              <a:t> </a:t>
            </a:r>
          </a:p>
          <a:p>
            <a:endParaRPr lang="en-US" sz="1400" b="1"/>
          </a:p>
          <a:p>
            <a:r>
              <a:rPr lang="en-US" sz="1400" b="1"/>
              <a:t>Hypervisor: </a:t>
            </a:r>
            <a:r>
              <a:rPr lang="en-US" sz="1400"/>
              <a:t>A software component that manages multiple virtual machines in a computer. </a:t>
            </a:r>
            <a:br>
              <a:rPr lang="en-US" sz="1400"/>
            </a:br>
            <a:br>
              <a:rPr lang="en-US" sz="1400"/>
            </a:br>
            <a:r>
              <a:rPr lang="en-US" sz="1400"/>
              <a:t>It ensures that each virtual machine gets the allocated resources and does not interfere with the operation of other virtual machines. </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B86A460B-18DA-CD6A-305A-773A7D2C67E8}"/>
              </a:ext>
            </a:extLst>
          </p:cNvPr>
          <p:cNvSpPr>
            <a:spLocks noGrp="1"/>
          </p:cNvSpPr>
          <p:nvPr>
            <p:ph type="body" idx="1"/>
          </p:nvPr>
        </p:nvSpPr>
        <p:spPr/>
        <p:txBody>
          <a:bodyPr/>
          <a:lstStyle/>
          <a:p>
            <a:br>
              <a:rPr lang="en-US"/>
            </a:br>
            <a:endParaRPr lang="en-US"/>
          </a:p>
        </p:txBody>
      </p:sp>
      <p:pic>
        <p:nvPicPr>
          <p:cNvPr id="4" name="Picture 3">
            <a:extLst>
              <a:ext uri="{FF2B5EF4-FFF2-40B4-BE49-F238E27FC236}">
                <a16:creationId xmlns:a16="http://schemas.microsoft.com/office/drawing/2014/main" id="{4B937E6F-A9D6-8525-FE73-C1CDFFA96CF0}"/>
              </a:ext>
            </a:extLst>
          </p:cNvPr>
          <p:cNvPicPr>
            <a:picLocks noChangeAspect="1"/>
          </p:cNvPicPr>
          <p:nvPr/>
        </p:nvPicPr>
        <p:blipFill>
          <a:blip r:embed="rId2"/>
          <a:stretch>
            <a:fillRect/>
          </a:stretch>
        </p:blipFill>
        <p:spPr>
          <a:xfrm>
            <a:off x="1118343" y="634129"/>
            <a:ext cx="6765982" cy="3875239"/>
          </a:xfrm>
          <a:prstGeom prst="rect">
            <a:avLst/>
          </a:prstGeom>
        </p:spPr>
      </p:pic>
    </p:spTree>
    <p:extLst>
      <p:ext uri="{BB962C8B-B14F-4D97-AF65-F5344CB8AC3E}">
        <p14:creationId xmlns:p14="http://schemas.microsoft.com/office/powerpoint/2010/main" val="35424506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40"/>
        <p:cNvGrpSpPr/>
        <p:nvPr/>
      </p:nvGrpSpPr>
      <p:grpSpPr>
        <a:xfrm>
          <a:off x="0" y="0"/>
          <a:ext cx="0" cy="0"/>
          <a:chOff x="0" y="0"/>
          <a:chExt cx="0" cy="0"/>
        </a:xfrm>
      </p:grpSpPr>
      <p:sp>
        <p:nvSpPr>
          <p:cNvPr id="2241" name="Google Shape;2241;p42"/>
          <p:cNvSpPr txBox="1">
            <a:spLocks noGrp="1"/>
          </p:cNvSpPr>
          <p:nvPr>
            <p:ph type="title"/>
          </p:nvPr>
        </p:nvSpPr>
        <p:spPr>
          <a:xfrm>
            <a:off x="1826445" y="346311"/>
            <a:ext cx="5496900" cy="572700"/>
          </a:xfrm>
          <a:prstGeom prst="rect">
            <a:avLst/>
          </a:prstGeom>
        </p:spPr>
        <p:txBody>
          <a:bodyPr spcFirstLastPara="1" wrap="square" lIns="91425" tIns="91425" rIns="91425" bIns="91425" anchor="t" anchorCtr="0">
            <a:noAutofit/>
          </a:bodyPr>
          <a:lstStyle/>
          <a:p>
            <a:r>
              <a:rPr lang="en"/>
              <a:t>Limitations of Cloud Gaming </a:t>
            </a:r>
            <a:endParaRPr/>
          </a:p>
        </p:txBody>
      </p:sp>
      <p:sp>
        <p:nvSpPr>
          <p:cNvPr id="4" name="TextBox 3">
            <a:extLst>
              <a:ext uri="{FF2B5EF4-FFF2-40B4-BE49-F238E27FC236}">
                <a16:creationId xmlns:a16="http://schemas.microsoft.com/office/drawing/2014/main" id="{007795DA-E24D-04B9-85AB-37D197436F91}"/>
              </a:ext>
            </a:extLst>
          </p:cNvPr>
          <p:cNvSpPr txBox="1"/>
          <p:nvPr/>
        </p:nvSpPr>
        <p:spPr>
          <a:xfrm>
            <a:off x="1166394" y="1284800"/>
            <a:ext cx="6803690" cy="310854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Char char="•"/>
            </a:pPr>
            <a:r>
              <a:rPr lang="en-US" b="1">
                <a:solidFill>
                  <a:schemeClr val="tx1">
                    <a:lumMod val="50000"/>
                  </a:schemeClr>
                </a:solidFill>
                <a:latin typeface="Barlow Semi Condensed Light"/>
              </a:rPr>
              <a:t>Cloud gaming's primary obstacle has been infrastructure, with many services relying on existing data centers or rented cloud space, leading to difficulties in control. </a:t>
            </a:r>
            <a:endParaRPr lang="en-US"/>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Rushed market entries have plagued previous attempts like OnLive and Gaikai due to bandwidth limitations. However, recent years have seen a surge in cloud gaming's popularity due to its effectiveness. </a:t>
            </a:r>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With support from major tech giants, cloud gaming now boasts improved latency, frame rates, and setup convenience. </a:t>
            </a:r>
          </a:p>
          <a:p>
            <a:pPr marL="285750" indent="-285750">
              <a:buChar char="•"/>
            </a:pPr>
            <a:endParaRPr lang="en-US" b="1">
              <a:solidFill>
                <a:schemeClr val="tx1">
                  <a:lumMod val="50000"/>
                </a:schemeClr>
              </a:solidFill>
              <a:latin typeface="Barlow Semi Condensed Light"/>
            </a:endParaRPr>
          </a:p>
          <a:p>
            <a:pPr marL="285750" indent="-285750">
              <a:buChar char="•"/>
            </a:pPr>
            <a:r>
              <a:rPr lang="en-US" b="1">
                <a:solidFill>
                  <a:schemeClr val="tx1">
                    <a:lumMod val="50000"/>
                  </a:schemeClr>
                </a:solidFill>
                <a:latin typeface="Barlow Semi Condensed Light"/>
              </a:rPr>
              <a:t>Most notably, it offers unparalleled convenience, allowing gameplay across various devices, thus eliminating the need for dedicated hardware. This accessibility is pivotal for future developments, particularly for live-service games like Destiny 2, enabling seamless multiplayer experiences without the necessity of owning a console or PC.</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307183" y="1403678"/>
            <a:ext cx="4961042" cy="3077026"/>
          </a:xfrm>
          <a:prstGeom prst="rect">
            <a:avLst/>
          </a:prstGeom>
        </p:spPr>
        <p:txBody>
          <a:bodyPr spcFirstLastPara="1" wrap="square" lIns="91425" tIns="91425" rIns="91425" bIns="91425" anchor="t" anchorCtr="0">
            <a:noAutofit/>
          </a:bodyPr>
          <a:lstStyle/>
          <a:p>
            <a:pPr algn="just"/>
            <a:r>
              <a:rPr lang="en" sz="1400" b="1">
                <a:solidFill>
                  <a:schemeClr val="tx1">
                    <a:lumMod val="50000"/>
                  </a:schemeClr>
                </a:solidFill>
              </a:rPr>
              <a:t>A proposed method to improve game streaming's scalability </a:t>
            </a:r>
            <a:r>
              <a:rPr lang="en" sz="1400" b="1">
                <a:solidFill>
                  <a:schemeClr val="tx1">
                    <a:lumMod val="50000"/>
                  </a:schemeClr>
                </a:solidFill>
                <a:latin typeface="Barlow Semi Condensed"/>
                <a:ea typeface="Barlow Semi Condensed"/>
                <a:cs typeface="Barlow Semi Condensed"/>
                <a:sym typeface="Barlow Semi Condensed"/>
              </a:rPr>
              <a:t>is </a:t>
            </a:r>
            <a:r>
              <a:rPr lang="en" sz="1400" b="1">
                <a:solidFill>
                  <a:schemeClr val="tx1">
                    <a:lumMod val="50000"/>
                  </a:schemeClr>
                </a:solidFill>
              </a:rPr>
              <a:t>adaptive graphics processing unit (GPU) resource scheduling. Most cloud gaming providers are using dedicated GPUs to each person playing </a:t>
            </a:r>
            <a:r>
              <a:rPr lang="en" sz="1400" b="1">
                <a:solidFill>
                  <a:schemeClr val="tx1">
                    <a:lumMod val="50000"/>
                  </a:schemeClr>
                </a:solidFill>
                <a:latin typeface="Barlow Semi Condensed"/>
                <a:ea typeface="Barlow Semi Condensed"/>
                <a:cs typeface="Barlow Semi Condensed"/>
                <a:sym typeface="Barlow Semi Condensed"/>
              </a:rPr>
              <a:t>a </a:t>
            </a:r>
            <a:r>
              <a:rPr lang="en" sz="1400" b="1">
                <a:solidFill>
                  <a:schemeClr val="tx1">
                    <a:lumMod val="50000"/>
                  </a:schemeClr>
                </a:solidFill>
              </a:rPr>
              <a:t>game. This leads to the best performance but can waste resources. With better GPU resource scheduling algorithms,</a:t>
            </a:r>
            <a:r>
              <a:rPr lang="en" sz="1400" b="1">
                <a:solidFill>
                  <a:schemeClr val="tx1">
                    <a:lumMod val="50000"/>
                  </a:schemeClr>
                </a:solidFill>
                <a:latin typeface="Barlow Semi Condensed"/>
                <a:ea typeface="Barlow Semi Condensed"/>
                <a:cs typeface="Barlow Semi Condensed"/>
                <a:sym typeface="Barlow Semi Condensed"/>
              </a:rPr>
              <a:t> </a:t>
            </a:r>
            <a:r>
              <a:rPr lang="en" sz="1400" b="1">
                <a:solidFill>
                  <a:schemeClr val="tx1">
                    <a:lumMod val="50000"/>
                  </a:schemeClr>
                </a:solidFill>
              </a:rPr>
              <a:t>if the game does not fully utilize </a:t>
            </a:r>
            <a:r>
              <a:rPr lang="en" sz="1400" b="1">
                <a:solidFill>
                  <a:schemeClr val="tx1">
                    <a:lumMod val="50000"/>
                  </a:schemeClr>
                </a:solidFill>
                <a:latin typeface="Barlow Semi Condensed"/>
                <a:ea typeface="Barlow Semi Condensed"/>
                <a:cs typeface="Barlow Semi Condensed"/>
                <a:sym typeface="Barlow Semi Condensed"/>
              </a:rPr>
              <a:t>that </a:t>
            </a:r>
            <a:r>
              <a:rPr lang="en" sz="1400" b="1">
                <a:solidFill>
                  <a:schemeClr val="tx1">
                    <a:lumMod val="50000"/>
                  </a:schemeClr>
                </a:solidFill>
              </a:rPr>
              <a:t>GPU it can be used to help run </a:t>
            </a:r>
            <a:r>
              <a:rPr lang="en" sz="1400" b="1">
                <a:solidFill>
                  <a:schemeClr val="tx1">
                    <a:lumMod val="50000"/>
                  </a:schemeClr>
                </a:solidFill>
                <a:latin typeface="Barlow Semi Condensed"/>
                <a:ea typeface="Barlow Semi Condensed"/>
                <a:cs typeface="Barlow Semi Condensed"/>
                <a:sym typeface="Barlow Semi Condensed"/>
              </a:rPr>
              <a:t>someone </a:t>
            </a:r>
            <a:r>
              <a:rPr lang="en" sz="1400" b="1">
                <a:solidFill>
                  <a:schemeClr val="tx1">
                    <a:lumMod val="50000"/>
                  </a:schemeClr>
                </a:solidFill>
              </a:rPr>
              <a:t>else’s game simultaneously. In the past, “GPU virtualization was not used due to the inferior performance of the resource scheduling algorithm”. However new resource management algorithms have been developed that </a:t>
            </a:r>
            <a:r>
              <a:rPr lang="en" sz="1400" b="1">
                <a:solidFill>
                  <a:schemeClr val="tx1">
                    <a:lumMod val="50000"/>
                  </a:schemeClr>
                </a:solidFill>
                <a:latin typeface="Barlow Semi Condensed"/>
                <a:ea typeface="Barlow Semi Condensed"/>
                <a:cs typeface="Barlow Semi Condensed"/>
                <a:sym typeface="Barlow Semi Condensed"/>
              </a:rPr>
              <a:t>can </a:t>
            </a:r>
            <a:r>
              <a:rPr lang="en" sz="1400" b="1">
                <a:solidFill>
                  <a:schemeClr val="tx1">
                    <a:lumMod val="50000"/>
                  </a:schemeClr>
                </a:solidFill>
              </a:rPr>
              <a:t>allow up to 90% of </a:t>
            </a:r>
            <a:r>
              <a:rPr lang="en" sz="1400" b="1">
                <a:solidFill>
                  <a:schemeClr val="tx1">
                    <a:lumMod val="50000"/>
                  </a:schemeClr>
                </a:solidFill>
                <a:latin typeface="Barlow Semi Condensed"/>
                <a:ea typeface="Barlow Semi Condensed"/>
                <a:cs typeface="Barlow Semi Condensed"/>
                <a:sym typeface="Barlow Semi Condensed"/>
              </a:rPr>
              <a:t>the </a:t>
            </a:r>
            <a:r>
              <a:rPr lang="en" sz="1400" b="1">
                <a:solidFill>
                  <a:schemeClr val="tx1">
                    <a:lumMod val="50000"/>
                  </a:schemeClr>
                </a:solidFill>
              </a:rPr>
              <a:t>GPUs original power to be utilized even while being split among many users.</a:t>
            </a:r>
            <a:endParaRPr lang="en-US" sz="1400" b="1">
              <a:solidFill>
                <a:schemeClr val="tx1">
                  <a:lumMod val="50000"/>
                </a:schemeClr>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377215" y="1977571"/>
            <a:ext cx="2676071"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Barlow Semi Condensed Light"/>
              </a:rPr>
              <a:t>GPU Resource Sharing</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25"/>
        <p:cNvGrpSpPr/>
        <p:nvPr/>
      </p:nvGrpSpPr>
      <p:grpSpPr>
        <a:xfrm>
          <a:off x="0" y="0"/>
          <a:ext cx="0" cy="0"/>
          <a:chOff x="0" y="0"/>
          <a:chExt cx="0" cy="0"/>
        </a:xfrm>
      </p:grpSpPr>
      <p:sp>
        <p:nvSpPr>
          <p:cNvPr id="2330" name="Google Shape;2330;p44"/>
          <p:cNvSpPr txBox="1">
            <a:spLocks noGrp="1"/>
          </p:cNvSpPr>
          <p:nvPr>
            <p:ph type="subTitle" idx="1"/>
          </p:nvPr>
        </p:nvSpPr>
        <p:spPr>
          <a:xfrm>
            <a:off x="1403387" y="1911678"/>
            <a:ext cx="4652614" cy="1698169"/>
          </a:xfrm>
          <a:prstGeom prst="rect">
            <a:avLst/>
          </a:prstGeom>
        </p:spPr>
        <p:txBody>
          <a:bodyPr spcFirstLastPara="1" wrap="square" lIns="91425" tIns="91425" rIns="91425" bIns="91425" anchor="t" anchorCtr="0">
            <a:noAutofit/>
          </a:bodyPr>
          <a:lstStyle/>
          <a:p>
            <a:pPr algn="just"/>
            <a:r>
              <a:rPr lang="en-US" sz="1400" b="1">
                <a:solidFill>
                  <a:srgbClr val="000000"/>
                </a:solidFill>
              </a:rPr>
              <a:t>Algorithms could be used to help predict a player's next inputs, which could overcome the impact of latency in cloud gaming applications. Stadia's head of engineering Majd Bakar foresaw the future possibility of using such a concept to " [reduce] latency to </a:t>
            </a:r>
            <a:r>
              <a:rPr lang="en-US" sz="1400" b="1">
                <a:solidFill>
                  <a:srgbClr val="000000"/>
                </a:solidFill>
                <a:latin typeface="Barlow Semi Condensed"/>
                <a:ea typeface="Barlow Semi Condensed"/>
                <a:cs typeface="Barlow Semi Condensed"/>
                <a:sym typeface="Barlow Semi Condensed"/>
              </a:rPr>
              <a:t>the </a:t>
            </a:r>
            <a:r>
              <a:rPr lang="en-US" sz="1400" b="1">
                <a:solidFill>
                  <a:srgbClr val="000000"/>
                </a:solidFill>
              </a:rPr>
              <a:t>point where it's basically nonexistent", referring to this concept as "negative latency".</a:t>
            </a:r>
            <a:endParaRPr lang="en" sz="1400" b="1">
              <a:solidFill>
                <a:srgbClr val="000000"/>
              </a:solidFill>
            </a:endParaRPr>
          </a:p>
        </p:txBody>
      </p:sp>
      <p:sp>
        <p:nvSpPr>
          <p:cNvPr id="4" name="TextBox 3">
            <a:extLst>
              <a:ext uri="{FF2B5EF4-FFF2-40B4-BE49-F238E27FC236}">
                <a16:creationId xmlns:a16="http://schemas.microsoft.com/office/drawing/2014/main" id="{FF6BF236-5BB5-1898-968D-AD4281EE093E}"/>
              </a:ext>
            </a:extLst>
          </p:cNvPr>
          <p:cNvSpPr txBox="1"/>
          <p:nvPr/>
        </p:nvSpPr>
        <p:spPr>
          <a:xfrm>
            <a:off x="6676572" y="1977571"/>
            <a:ext cx="237671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latin typeface="Barlow Semi Condensed Light"/>
              </a:rPr>
              <a:t>Predictive Input</a:t>
            </a:r>
          </a:p>
        </p:txBody>
      </p:sp>
    </p:spTree>
    <p:extLst>
      <p:ext uri="{BB962C8B-B14F-4D97-AF65-F5344CB8AC3E}">
        <p14:creationId xmlns:p14="http://schemas.microsoft.com/office/powerpoint/2010/main" val="18266910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90"/>
        <p:cNvGrpSpPr/>
        <p:nvPr/>
      </p:nvGrpSpPr>
      <p:grpSpPr>
        <a:xfrm>
          <a:off x="0" y="0"/>
          <a:ext cx="0" cy="0"/>
          <a:chOff x="0" y="0"/>
          <a:chExt cx="0" cy="0"/>
        </a:xfrm>
      </p:grpSpPr>
      <p:sp>
        <p:nvSpPr>
          <p:cNvPr id="3191" name="Google Shape;3191;p56"/>
          <p:cNvSpPr txBox="1">
            <a:spLocks noGrp="1"/>
          </p:cNvSpPr>
          <p:nvPr>
            <p:ph type="title"/>
          </p:nvPr>
        </p:nvSpPr>
        <p:spPr>
          <a:xfrm>
            <a:off x="204296" y="1806000"/>
            <a:ext cx="3566100" cy="1362600"/>
          </a:xfrm>
          <a:prstGeom prst="rect">
            <a:avLst/>
          </a:prstGeom>
        </p:spPr>
        <p:txBody>
          <a:bodyPr spcFirstLastPara="1" wrap="square" lIns="91425" tIns="91425" rIns="91425" bIns="91425" anchor="t" anchorCtr="0">
            <a:noAutofit/>
          </a:bodyPr>
          <a:lstStyle/>
          <a:p>
            <a:r>
              <a:rPr lang="en"/>
              <a:t>Cloud Gaming Services</a:t>
            </a:r>
            <a:endParaRPr lang="en-US"/>
          </a:p>
        </p:txBody>
      </p:sp>
      <p:sp>
        <p:nvSpPr>
          <p:cNvPr id="2" name="Text Placeholder 1">
            <a:extLst>
              <a:ext uri="{FF2B5EF4-FFF2-40B4-BE49-F238E27FC236}">
                <a16:creationId xmlns:a16="http://schemas.microsoft.com/office/drawing/2014/main" id="{E763751D-5D3F-D98D-16E7-ABD44DCC9D1B}"/>
              </a:ext>
            </a:extLst>
          </p:cNvPr>
          <p:cNvSpPr>
            <a:spLocks noGrp="1"/>
          </p:cNvSpPr>
          <p:nvPr>
            <p:ph type="body" idx="1"/>
          </p:nvPr>
        </p:nvSpPr>
        <p:spPr>
          <a:xfrm>
            <a:off x="3168760" y="162526"/>
            <a:ext cx="5972369" cy="3127500"/>
          </a:xfrm>
        </p:spPr>
        <p:txBody>
          <a:bodyPr/>
          <a:lstStyle/>
          <a:p>
            <a:pPr marL="482600" indent="-342900">
              <a:buAutoNum type="arabicPeriod"/>
            </a:pPr>
            <a:r>
              <a:rPr lang="en-US" b="1"/>
              <a:t>Xbox Game Pass Ultimate ( best cloud gaming service overall )</a:t>
            </a:r>
            <a:br>
              <a:rPr lang="en-US"/>
            </a:br>
            <a:br>
              <a:rPr lang="en-US"/>
            </a:br>
            <a:r>
              <a:rPr lang="en-US"/>
              <a:t>Platforms: PC, Xbox One, Xbox Series X/S, mobile, Web browser, smart TV</a:t>
            </a:r>
            <a:br>
              <a:rPr lang="en-US"/>
            </a:br>
            <a:r>
              <a:rPr lang="en-US"/>
              <a:t>Resolution: Up to 1080p</a:t>
            </a:r>
            <a:br>
              <a:rPr lang="en-US"/>
            </a:br>
            <a:r>
              <a:rPr lang="en-US"/>
              <a:t>Network Requirements: 20 Mbps  / 10 Mbps </a:t>
            </a:r>
            <a:br>
              <a:rPr lang="en-US"/>
            </a:br>
            <a:r>
              <a:rPr lang="en-US"/>
              <a:t>Game Library: 450+ </a:t>
            </a:r>
            <a:br>
              <a:rPr lang="en-US"/>
            </a:br>
            <a:br>
              <a:rPr lang="en-US"/>
            </a:br>
            <a:r>
              <a:rPr lang="en-US"/>
              <a:t>Excellent game library</a:t>
            </a:r>
            <a:br>
              <a:rPr lang="en-US"/>
            </a:br>
            <a:r>
              <a:rPr lang="en-US"/>
              <a:t>Strong stable performance</a:t>
            </a:r>
            <a:br>
              <a:rPr lang="en-US"/>
            </a:br>
            <a:r>
              <a:rPr lang="en-US"/>
              <a:t>Variety of platforms</a:t>
            </a:r>
            <a:br>
              <a:rPr lang="en-US"/>
            </a:br>
            <a:r>
              <a:rPr lang="en-US"/>
              <a:t>Expensive monthly fee </a:t>
            </a:r>
            <a:br>
              <a:rPr lang="en-US"/>
            </a:br>
            <a:br>
              <a:rPr lang="en-US"/>
            </a:br>
            <a:r>
              <a:rPr lang="en-US"/>
              <a:t>Robust streaming option at no extra cost</a:t>
            </a:r>
            <a:br>
              <a:rPr lang="en-US"/>
            </a:br>
            <a:r>
              <a:rPr lang="en-US"/>
              <a:t>Streaming elements can pipe games to all manner of devices</a:t>
            </a:r>
            <a:br>
              <a:rPr lang="en-US"/>
            </a:br>
            <a:br>
              <a:rPr lang="en-US"/>
            </a:br>
            <a:endParaRPr lang="en-US"/>
          </a:p>
        </p:txBody>
      </p:sp>
      <p:pic>
        <p:nvPicPr>
          <p:cNvPr id="3" name="Picture 2" descr="Xbox Game Pass Ultimate Cloud Gaming [Videos] - IGN">
            <a:extLst>
              <a:ext uri="{FF2B5EF4-FFF2-40B4-BE49-F238E27FC236}">
                <a16:creationId xmlns:a16="http://schemas.microsoft.com/office/drawing/2014/main" id="{EA4C7956-09B9-A781-E559-84584CC123C1}"/>
              </a:ext>
            </a:extLst>
          </p:cNvPr>
          <p:cNvPicPr>
            <a:picLocks noChangeAspect="1"/>
          </p:cNvPicPr>
          <p:nvPr/>
        </p:nvPicPr>
        <p:blipFill>
          <a:blip r:embed="rId3"/>
          <a:stretch>
            <a:fillRect/>
          </a:stretch>
        </p:blipFill>
        <p:spPr>
          <a:xfrm>
            <a:off x="7005387" y="1381474"/>
            <a:ext cx="1539476" cy="1350914"/>
          </a:xfrm>
          <a:prstGeom prst="rect">
            <a:avLst/>
          </a:prstGeom>
        </p:spPr>
      </p:pic>
      <p:pic>
        <p:nvPicPr>
          <p:cNvPr id="4" name="Picture 3" descr="A black grid with white and blue check marks&#10;&#10;Description automatically generated">
            <a:extLst>
              <a:ext uri="{FF2B5EF4-FFF2-40B4-BE49-F238E27FC236}">
                <a16:creationId xmlns:a16="http://schemas.microsoft.com/office/drawing/2014/main" id="{9EF685F6-8A30-B012-D089-F62325C4A55F}"/>
              </a:ext>
            </a:extLst>
          </p:cNvPr>
          <p:cNvPicPr>
            <a:picLocks noChangeAspect="1"/>
          </p:cNvPicPr>
          <p:nvPr/>
        </p:nvPicPr>
        <p:blipFill>
          <a:blip r:embed="rId4"/>
          <a:stretch>
            <a:fillRect/>
          </a:stretch>
        </p:blipFill>
        <p:spPr>
          <a:xfrm>
            <a:off x="3680424" y="3601797"/>
            <a:ext cx="4953359" cy="1282641"/>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93"/>
        <p:cNvGrpSpPr/>
        <p:nvPr/>
      </p:nvGrpSpPr>
      <p:grpSpPr>
        <a:xfrm>
          <a:off x="0" y="0"/>
          <a:ext cx="0" cy="0"/>
          <a:chOff x="0" y="0"/>
          <a:chExt cx="0" cy="0"/>
        </a:xfrm>
      </p:grpSpPr>
      <p:sp>
        <p:nvSpPr>
          <p:cNvPr id="2" name="Subtitle 1">
            <a:extLst>
              <a:ext uri="{FF2B5EF4-FFF2-40B4-BE49-F238E27FC236}">
                <a16:creationId xmlns:a16="http://schemas.microsoft.com/office/drawing/2014/main" id="{AA50C349-D9A8-752C-35C3-C0DB0A4280AA}"/>
              </a:ext>
            </a:extLst>
          </p:cNvPr>
          <p:cNvSpPr>
            <a:spLocks noGrp="1"/>
          </p:cNvSpPr>
          <p:nvPr>
            <p:ph type="body" idx="1"/>
          </p:nvPr>
        </p:nvSpPr>
        <p:spPr>
          <a:xfrm>
            <a:off x="527798" y="968619"/>
            <a:ext cx="3817721" cy="4178617"/>
          </a:xfrm>
        </p:spPr>
        <p:txBody>
          <a:bodyPr/>
          <a:lstStyle/>
          <a:p>
            <a:r>
              <a:rPr lang="en-US" b="1"/>
              <a:t>2. Nvidia GeForce Now </a:t>
            </a:r>
            <a:br>
              <a:rPr lang="en-US" b="1"/>
            </a:br>
            <a:r>
              <a:rPr lang="en-US" b="1"/>
              <a:t>( Best budget cloud gaming service )</a:t>
            </a:r>
            <a:br>
              <a:rPr lang="en-US"/>
            </a:br>
            <a:br>
              <a:rPr lang="en-US"/>
            </a:br>
            <a:endParaRPr lang="en-US" b="1"/>
          </a:p>
          <a:p>
            <a:r>
              <a:rPr lang="en-US"/>
              <a:t>Platforms: PC, Mac, Chrome OS, Web browser, mobile, smart TV </a:t>
            </a:r>
            <a:br>
              <a:rPr lang="en-US"/>
            </a:br>
            <a:r>
              <a:rPr lang="en-US"/>
              <a:t>Resolution: Up to 4K </a:t>
            </a:r>
            <a:br>
              <a:rPr lang="en-US"/>
            </a:br>
            <a:r>
              <a:rPr lang="en-US"/>
              <a:t>Network Requirements: 45 Mbps (recommended) / 15 Mbps (minimum) </a:t>
            </a:r>
            <a:br>
              <a:rPr lang="en-US"/>
            </a:br>
            <a:r>
              <a:rPr lang="en-US" b="1"/>
              <a:t>Game Library: 1,500+ </a:t>
            </a:r>
            <a:r>
              <a:rPr lang="en-US"/>
              <a:t> </a:t>
            </a:r>
            <a:br>
              <a:rPr lang="en-US"/>
            </a:br>
            <a:br>
              <a:rPr lang="en-US"/>
            </a:br>
            <a:br>
              <a:rPr lang="en-US"/>
            </a:br>
            <a:endParaRPr lang="en-US"/>
          </a:p>
          <a:p>
            <a:endParaRPr lang="en-US"/>
          </a:p>
          <a:p>
            <a:r>
              <a:rPr lang="en-US"/>
              <a:t>Works with games you own</a:t>
            </a:r>
            <a:br>
              <a:rPr lang="en-US"/>
            </a:br>
            <a:r>
              <a:rPr lang="en-US"/>
              <a:t>Competent free tier </a:t>
            </a:r>
            <a:br>
              <a:rPr lang="en-US"/>
            </a:br>
            <a:endParaRPr lang="en-US"/>
          </a:p>
          <a:p>
            <a:r>
              <a:rPr lang="en-US"/>
              <a:t>Uppermost tier is expensive</a:t>
            </a:r>
            <a:br>
              <a:rPr lang="en-US"/>
            </a:br>
            <a:r>
              <a:rPr lang="en-US"/>
              <a:t>Requires existing accounts and games</a:t>
            </a:r>
            <a:br>
              <a:rPr lang="en-US"/>
            </a:br>
            <a:br>
              <a:rPr lang="en-US"/>
            </a:br>
            <a:br>
              <a:rPr lang="en-US"/>
            </a:br>
            <a:br>
              <a:rPr lang="en-US"/>
            </a:br>
            <a:endParaRPr lang="en-US"/>
          </a:p>
        </p:txBody>
      </p:sp>
      <p:sp>
        <p:nvSpPr>
          <p:cNvPr id="3" name="Subtitle 2">
            <a:extLst>
              <a:ext uri="{FF2B5EF4-FFF2-40B4-BE49-F238E27FC236}">
                <a16:creationId xmlns:a16="http://schemas.microsoft.com/office/drawing/2014/main" id="{118A802B-9EAA-9D89-D088-EDA5CD5E31BE}"/>
              </a:ext>
            </a:extLst>
          </p:cNvPr>
          <p:cNvSpPr>
            <a:spLocks noGrp="1"/>
          </p:cNvSpPr>
          <p:nvPr>
            <p:ph type="body" idx="2"/>
          </p:nvPr>
        </p:nvSpPr>
        <p:spPr>
          <a:xfrm>
            <a:off x="4272963" y="968619"/>
            <a:ext cx="3912030" cy="4178617"/>
          </a:xfrm>
        </p:spPr>
        <p:txBody>
          <a:bodyPr/>
          <a:lstStyle/>
          <a:p>
            <a:pPr algn="r"/>
            <a:r>
              <a:rPr lang="en-US" b="1"/>
              <a:t>3. PlayStation Plus Premium </a:t>
            </a:r>
            <a:br>
              <a:rPr lang="en-US" b="1"/>
            </a:br>
            <a:r>
              <a:rPr lang="en-US" b="1"/>
              <a:t>( best cloud gaming service for PlayStation fans)</a:t>
            </a:r>
            <a:br>
              <a:rPr lang="en-US"/>
            </a:br>
            <a:br>
              <a:rPr lang="en-US"/>
            </a:br>
            <a:endParaRPr lang="en-US" b="1"/>
          </a:p>
          <a:p>
            <a:pPr algn="r"/>
            <a:r>
              <a:rPr lang="en-US" b="1"/>
              <a:t>Platforms: PC, PS4, PS5</a:t>
            </a:r>
            <a:r>
              <a:rPr lang="en-US"/>
              <a:t> </a:t>
            </a:r>
            <a:br>
              <a:rPr lang="en-US"/>
            </a:br>
            <a:r>
              <a:rPr lang="en-US"/>
              <a:t>Resolution: Up to 1080p </a:t>
            </a:r>
            <a:br>
              <a:rPr lang="en-US"/>
            </a:br>
            <a:r>
              <a:rPr lang="en-US"/>
              <a:t>Network Requirements: 15 Mbps  /</a:t>
            </a:r>
            <a:br>
              <a:rPr lang="en-US"/>
            </a:br>
            <a:r>
              <a:rPr lang="en-US"/>
              <a:t> 5 Mbps  </a:t>
            </a:r>
            <a:br>
              <a:rPr lang="en-US"/>
            </a:br>
            <a:r>
              <a:rPr lang="en-US"/>
              <a:t>Game Library: 300+ </a:t>
            </a:r>
            <a:br>
              <a:rPr lang="en-US"/>
            </a:br>
            <a:br>
              <a:rPr lang="en-US"/>
            </a:br>
            <a:endParaRPr lang="en-US"/>
          </a:p>
          <a:p>
            <a:pPr algn="r">
              <a:buClr>
                <a:srgbClr val="77C6FC"/>
              </a:buClr>
            </a:pPr>
            <a:r>
              <a:rPr lang="en-US"/>
              <a:t> Sony back catalog</a:t>
            </a:r>
            <a:br>
              <a:rPr lang="en-US"/>
            </a:br>
            <a:r>
              <a:rPr lang="en-US"/>
              <a:t> Works well on PS4 and PS5 consoles</a:t>
            </a:r>
            <a:br>
              <a:rPr lang="en-US"/>
            </a:br>
            <a:r>
              <a:rPr lang="en-US"/>
              <a:t> Low bandwidth requirements</a:t>
            </a:r>
            <a:br>
              <a:rPr lang="en-US"/>
            </a:br>
            <a:endParaRPr lang="en-US"/>
          </a:p>
          <a:p>
            <a:pPr algn="r"/>
            <a:r>
              <a:rPr lang="en-US"/>
              <a:t>PC app condition</a:t>
            </a:r>
            <a:br>
              <a:rPr lang="en-US"/>
            </a:br>
            <a:r>
              <a:rPr lang="en-US"/>
              <a:t>Tedious save transfer process</a:t>
            </a:r>
          </a:p>
        </p:txBody>
      </p:sp>
      <p:sp>
        <p:nvSpPr>
          <p:cNvPr id="2694" name="Google Shape;2694;p49"/>
          <p:cNvSpPr txBox="1">
            <a:spLocks noGrp="1"/>
          </p:cNvSpPr>
          <p:nvPr>
            <p:ph type="title"/>
          </p:nvPr>
        </p:nvSpPr>
        <p:spPr>
          <a:xfrm>
            <a:off x="2487770" y="97696"/>
            <a:ext cx="4170217" cy="576000"/>
          </a:xfrm>
          <a:prstGeom prst="rect">
            <a:avLst/>
          </a:prstGeom>
        </p:spPr>
        <p:txBody>
          <a:bodyPr spcFirstLastPara="1" wrap="square" lIns="91425" tIns="91425" rIns="91425" bIns="91425" anchor="t" anchorCtr="0">
            <a:noAutofit/>
          </a:bodyPr>
          <a:lstStyle/>
          <a:p>
            <a:r>
              <a:rPr lang="en"/>
              <a:t>More Cloud Gaming Services</a:t>
            </a:r>
            <a:endParaRPr/>
          </a:p>
        </p:txBody>
      </p:sp>
      <p:pic>
        <p:nvPicPr>
          <p:cNvPr id="9" name="Picture 8" descr="Image result for Nvidia GeForce Now">
            <a:extLst>
              <a:ext uri="{FF2B5EF4-FFF2-40B4-BE49-F238E27FC236}">
                <a16:creationId xmlns:a16="http://schemas.microsoft.com/office/drawing/2014/main" id="{049EFEBF-0A31-7554-AC10-1AEAA062E592}"/>
              </a:ext>
            </a:extLst>
          </p:cNvPr>
          <p:cNvPicPr>
            <a:picLocks noChangeAspect="1"/>
          </p:cNvPicPr>
          <p:nvPr/>
        </p:nvPicPr>
        <p:blipFill>
          <a:blip r:embed="rId3"/>
          <a:stretch>
            <a:fillRect/>
          </a:stretch>
        </p:blipFill>
        <p:spPr>
          <a:xfrm>
            <a:off x="3042233" y="2654466"/>
            <a:ext cx="1314953" cy="100012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10" name="Picture 9" descr="Cos'è PlayStation Plus Premium, cosa ha a che vedere con PS5 e cosa ...">
            <a:extLst>
              <a:ext uri="{FF2B5EF4-FFF2-40B4-BE49-F238E27FC236}">
                <a16:creationId xmlns:a16="http://schemas.microsoft.com/office/drawing/2014/main" id="{2DFEC85C-15E0-77AB-3423-877A3BCEE16F}"/>
              </a:ext>
            </a:extLst>
          </p:cNvPr>
          <p:cNvPicPr>
            <a:picLocks noChangeAspect="1"/>
          </p:cNvPicPr>
          <p:nvPr/>
        </p:nvPicPr>
        <p:blipFill>
          <a:blip r:embed="rId4"/>
          <a:stretch>
            <a:fillRect/>
          </a:stretch>
        </p:blipFill>
        <p:spPr>
          <a:xfrm>
            <a:off x="4568992" y="2681842"/>
            <a:ext cx="1231733" cy="94537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306"/>
        <p:cNvGrpSpPr/>
        <p:nvPr/>
      </p:nvGrpSpPr>
      <p:grpSpPr>
        <a:xfrm>
          <a:off x="0" y="0"/>
          <a:ext cx="0" cy="0"/>
          <a:chOff x="0" y="0"/>
          <a:chExt cx="0" cy="0"/>
        </a:xfrm>
      </p:grpSpPr>
      <p:sp>
        <p:nvSpPr>
          <p:cNvPr id="2308" name="Google Shape;2308;p43"/>
          <p:cNvSpPr txBox="1">
            <a:spLocks noGrp="1"/>
          </p:cNvSpPr>
          <p:nvPr>
            <p:ph type="title"/>
          </p:nvPr>
        </p:nvSpPr>
        <p:spPr>
          <a:xfrm>
            <a:off x="1688120" y="406006"/>
            <a:ext cx="5496900" cy="572700"/>
          </a:xfrm>
          <a:prstGeom prst="rect">
            <a:avLst/>
          </a:prstGeom>
        </p:spPr>
        <p:txBody>
          <a:bodyPr spcFirstLastPara="1" wrap="square" lIns="91425" tIns="91425" rIns="91425" bIns="91425" anchor="t" anchorCtr="0">
            <a:noAutofit/>
          </a:bodyPr>
          <a:lstStyle/>
          <a:p>
            <a:r>
              <a:rPr lang="en"/>
              <a:t>Cloud Based Multiplayer Games</a:t>
            </a:r>
            <a:endParaRPr/>
          </a:p>
        </p:txBody>
      </p:sp>
      <p:sp>
        <p:nvSpPr>
          <p:cNvPr id="4" name="Google Shape;1891;p36">
            <a:extLst>
              <a:ext uri="{FF2B5EF4-FFF2-40B4-BE49-F238E27FC236}">
                <a16:creationId xmlns:a16="http://schemas.microsoft.com/office/drawing/2014/main" id="{F4D0B49D-7316-AC3A-C18D-CA41C6CDBACD}"/>
              </a:ext>
            </a:extLst>
          </p:cNvPr>
          <p:cNvSpPr txBox="1">
            <a:spLocks/>
          </p:cNvSpPr>
          <p:nvPr/>
        </p:nvSpPr>
        <p:spPr>
          <a:xfrm>
            <a:off x="1057143" y="1165398"/>
            <a:ext cx="7669553" cy="3529500"/>
          </a:xfrm>
          <a:prstGeom prst="rect">
            <a:avLst/>
          </a:prstGeom>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800">
                <a:solidFill>
                  <a:schemeClr val="accent3">
                    <a:lumMod val="25000"/>
                  </a:schemeClr>
                </a:solidFill>
              </a:rPr>
              <a:t>Following are some examples of cloud based multiplayer games:</a:t>
            </a:r>
            <a:endParaRPr lang="en-US">
              <a:solidFill>
                <a:schemeClr val="accent3">
                  <a:lumMod val="25000"/>
                </a:schemeClr>
              </a:solidFill>
            </a:endParaRPr>
          </a:p>
          <a:p>
            <a:pPr marL="628650" lvl="1" indent="-171450">
              <a:buFont typeface="Courier New"/>
              <a:buChar char="o"/>
            </a:pPr>
            <a:r>
              <a:rPr lang="en-US" sz="1800"/>
              <a:t>Fortnite</a:t>
            </a:r>
            <a:endParaRPr lang="en-US" sz="1800">
              <a:solidFill>
                <a:srgbClr val="034672"/>
              </a:solidFill>
            </a:endParaRPr>
          </a:p>
          <a:p>
            <a:pPr marL="628650" lvl="1" indent="-171450">
              <a:buFont typeface="Courier New"/>
              <a:buChar char="o"/>
            </a:pPr>
            <a:r>
              <a:rPr lang="en-US" sz="1800"/>
              <a:t>Apex Legends</a:t>
            </a:r>
          </a:p>
          <a:p>
            <a:pPr marL="628650" lvl="1" indent="-171450">
              <a:buFont typeface="Courier New"/>
              <a:buChar char="o"/>
            </a:pPr>
            <a:r>
              <a:rPr lang="en-US" sz="1800"/>
              <a:t>League of Legends (</a:t>
            </a:r>
            <a:r>
              <a:rPr lang="en-US" sz="1800" err="1"/>
              <a:t>LoL</a:t>
            </a:r>
            <a:r>
              <a:rPr lang="en-US" sz="1800"/>
              <a:t>)</a:t>
            </a:r>
            <a:endParaRPr lang="en-US" sz="1800">
              <a:solidFill>
                <a:srgbClr val="034672"/>
              </a:solidFill>
            </a:endParaRPr>
          </a:p>
          <a:p>
            <a:pPr marL="628650" lvl="1" indent="-171450">
              <a:buFont typeface="Courier New"/>
              <a:buChar char="o"/>
            </a:pPr>
            <a:r>
              <a:rPr lang="en-US" sz="1800"/>
              <a:t>Call of Duty: Warzone</a:t>
            </a:r>
            <a:endParaRPr lang="en-US" sz="1800">
              <a:solidFill>
                <a:srgbClr val="034672"/>
              </a:solidFill>
            </a:endParaRPr>
          </a:p>
          <a:p>
            <a:pPr marL="628650" lvl="1" indent="-171450">
              <a:buFont typeface="Courier New"/>
              <a:buChar char="o"/>
            </a:pPr>
            <a:r>
              <a:rPr lang="en-US" sz="1800"/>
              <a:t>Minecraft</a:t>
            </a:r>
          </a:p>
          <a:p>
            <a:pPr marL="628650" lvl="1" indent="-171450">
              <a:buFont typeface="Courier New"/>
              <a:buChar char="o"/>
            </a:pPr>
            <a:r>
              <a:rPr lang="en-US" sz="1800"/>
              <a:t>Rocket league</a:t>
            </a:r>
          </a:p>
          <a:p>
            <a:pPr marL="628650" lvl="1" indent="-171450">
              <a:buFont typeface="Courier New"/>
              <a:buChar char="o"/>
            </a:pPr>
            <a:r>
              <a:rPr lang="en-US" sz="1800"/>
              <a:t>Player Unknowns Battlegrounds (PUBG)</a:t>
            </a:r>
            <a:endParaRPr lang="en-US" sz="1800">
              <a:solidFill>
                <a:srgbClr val="034672"/>
              </a:solidFill>
            </a:endParaRPr>
          </a:p>
          <a:p>
            <a:pPr marL="628650" lvl="1" indent="-171450">
              <a:buFont typeface="Courier New"/>
              <a:buChar char="o"/>
            </a:pPr>
            <a:r>
              <a:rPr lang="en-US" sz="1800"/>
              <a:t>Rainbow Six </a:t>
            </a:r>
            <a:r>
              <a:rPr lang="en-US" sz="1800" err="1"/>
              <a:t>Seige</a:t>
            </a:r>
            <a:endParaRPr lang="en-US" sz="1800" err="1">
              <a:solidFill>
                <a:srgbClr val="034672"/>
              </a:solidFill>
            </a:endParaRPr>
          </a:p>
          <a:p>
            <a:pPr marL="628650" lvl="1" indent="-171450">
              <a:buFont typeface="Courier New"/>
              <a:buChar char="o"/>
            </a:pPr>
            <a:r>
              <a:rPr lang="en-US" sz="1800"/>
              <a:t>Overwatch</a:t>
            </a:r>
          </a:p>
          <a:p>
            <a:pPr marL="628650" lvl="1" indent="-171450">
              <a:buFont typeface="Courier New"/>
              <a:buChar char="o"/>
            </a:pPr>
            <a:r>
              <a:rPr lang="en-US" sz="1800"/>
              <a:t>World of Warcraft</a:t>
            </a:r>
            <a:br>
              <a:rPr lang="en-US" sz="1800"/>
            </a:br>
            <a:endParaRPr lang="en-US" sz="1800">
              <a:solidFill>
                <a:schemeClr val="accent3">
                  <a:lumMod val="25000"/>
                </a:schemeClr>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184"/>
        <p:cNvGrpSpPr/>
        <p:nvPr/>
      </p:nvGrpSpPr>
      <p:grpSpPr>
        <a:xfrm>
          <a:off x="0" y="0"/>
          <a:ext cx="0" cy="0"/>
          <a:chOff x="0" y="0"/>
          <a:chExt cx="0" cy="0"/>
        </a:xfrm>
      </p:grpSpPr>
      <p:sp>
        <p:nvSpPr>
          <p:cNvPr id="4" name="Google Shape;2224;p41">
            <a:extLst>
              <a:ext uri="{FF2B5EF4-FFF2-40B4-BE49-F238E27FC236}">
                <a16:creationId xmlns:a16="http://schemas.microsoft.com/office/drawing/2014/main" id="{BC8AF0A6-F11D-B2A6-436C-5E4C54742B3F}"/>
              </a:ext>
            </a:extLst>
          </p:cNvPr>
          <p:cNvSpPr txBox="1">
            <a:spLocks/>
          </p:cNvSpPr>
          <p:nvPr/>
        </p:nvSpPr>
        <p:spPr>
          <a:xfrm>
            <a:off x="2160707" y="220582"/>
            <a:ext cx="4809600" cy="5760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9600"/>
              <a:buFont typeface="Fjalla One"/>
              <a:buNone/>
              <a:defRPr sz="9600" b="0" i="0" u="none" strike="noStrike" cap="none">
                <a:solidFill>
                  <a:schemeClr val="dk2"/>
                </a:solidFill>
                <a:latin typeface="Fjalla One"/>
                <a:ea typeface="Fjalla One"/>
                <a:cs typeface="Fjalla One"/>
                <a:sym typeface="Fjalla One"/>
              </a:defRPr>
            </a:lvl9pPr>
          </a:lstStyle>
          <a:p>
            <a:r>
              <a:rPr lang="en" sz="3600" b="1"/>
              <a:t>Amazon's </a:t>
            </a:r>
            <a:r>
              <a:rPr lang="en" sz="3600" b="1" err="1"/>
              <a:t>GameLift</a:t>
            </a:r>
            <a:endParaRPr lang="en" sz="3600" b="1"/>
          </a:p>
        </p:txBody>
      </p:sp>
      <p:sp>
        <p:nvSpPr>
          <p:cNvPr id="7" name="Subtitle 17">
            <a:extLst>
              <a:ext uri="{FF2B5EF4-FFF2-40B4-BE49-F238E27FC236}">
                <a16:creationId xmlns:a16="http://schemas.microsoft.com/office/drawing/2014/main" id="{7F7A0287-091B-22C0-B981-129376E34E6F}"/>
              </a:ext>
            </a:extLst>
          </p:cNvPr>
          <p:cNvSpPr txBox="1">
            <a:spLocks/>
          </p:cNvSpPr>
          <p:nvPr/>
        </p:nvSpPr>
        <p:spPr>
          <a:xfrm>
            <a:off x="2734597" y="1203217"/>
            <a:ext cx="3548459" cy="2329638"/>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l"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400" b="1"/>
              <a:t>Amazon </a:t>
            </a:r>
            <a:r>
              <a:rPr lang="en-US" sz="1400" b="1" err="1"/>
              <a:t>GameLift</a:t>
            </a:r>
            <a:r>
              <a:rPr lang="en-US" sz="1400" b="1"/>
              <a:t> is a managed service offered by Amazon Web Services (AWS) that helps developers deploy, operate, and scale dedicated, low-cost servers in the cloud for session-based multiplayer games.  </a:t>
            </a:r>
            <a:endParaRPr lang="en-US" sz="1400"/>
          </a:p>
          <a:p>
            <a:br>
              <a:rPr lang="en-US" sz="1400" b="1"/>
            </a:br>
            <a:r>
              <a:rPr lang="en-US" sz="1400" b="1"/>
              <a:t>It's designed to simplify the process of setting up server infrastructure for multiplayer games, allowing game developers to focus more on creating engaging gaming experiences rather than managing server infrastructure.</a:t>
            </a:r>
            <a:endParaRPr lang="en-US" sz="14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23"/>
        <p:cNvGrpSpPr/>
        <p:nvPr/>
      </p:nvGrpSpPr>
      <p:grpSpPr>
        <a:xfrm>
          <a:off x="0" y="0"/>
          <a:ext cx="0" cy="0"/>
          <a:chOff x="0" y="0"/>
          <a:chExt cx="0" cy="0"/>
        </a:xfrm>
      </p:grpSpPr>
      <p:sp>
        <p:nvSpPr>
          <p:cNvPr id="18" name="Subtitle 17">
            <a:extLst>
              <a:ext uri="{FF2B5EF4-FFF2-40B4-BE49-F238E27FC236}">
                <a16:creationId xmlns:a16="http://schemas.microsoft.com/office/drawing/2014/main" id="{7018E09B-A9EC-D8B7-A895-24D87F42B690}"/>
              </a:ext>
            </a:extLst>
          </p:cNvPr>
          <p:cNvSpPr>
            <a:spLocks noGrp="1"/>
          </p:cNvSpPr>
          <p:nvPr>
            <p:ph type="subTitle" idx="1"/>
          </p:nvPr>
        </p:nvSpPr>
        <p:spPr>
          <a:xfrm>
            <a:off x="2019923" y="1369675"/>
            <a:ext cx="5476122" cy="2931217"/>
          </a:xfrm>
        </p:spPr>
        <p:txBody>
          <a:bodyPr/>
          <a:lstStyle/>
          <a:p>
            <a:pPr algn="l"/>
            <a:endParaRPr lang="en-US" sz="1200" b="1">
              <a:latin typeface="Segoe UI"/>
              <a:cs typeface="Segoe UI"/>
            </a:endParaRPr>
          </a:p>
          <a:p>
            <a:pPr marL="171450" lvl="3" indent="-171450">
              <a:buFont typeface="Arial"/>
              <a:buChar char="•"/>
            </a:pPr>
            <a:r>
              <a:rPr lang="en-US" sz="1200" b="1">
                <a:latin typeface="Segoe UI"/>
                <a:cs typeface="Segoe UI"/>
              </a:rPr>
              <a:t>Easy Setup: </a:t>
            </a:r>
            <a:r>
              <a:rPr lang="en-US" sz="1200" err="1">
                <a:latin typeface="Segoe UI"/>
                <a:cs typeface="Segoe UI"/>
              </a:rPr>
              <a:t>GameLift</a:t>
            </a:r>
            <a:r>
              <a:rPr lang="en-US" sz="1200">
                <a:solidFill>
                  <a:srgbClr val="494949"/>
                </a:solidFill>
                <a:latin typeface="Segoe UI"/>
                <a:cs typeface="Segoe UI"/>
              </a:rPr>
              <a:t> simplifies the process of setting up server infrastructure, saving developers time and </a:t>
            </a:r>
            <a:r>
              <a:rPr lang="en-US" sz="1200">
                <a:latin typeface="Segoe UI"/>
                <a:cs typeface="Segoe UI"/>
              </a:rPr>
              <a:t>effort</a:t>
            </a:r>
            <a:r>
              <a:rPr lang="en-US" sz="1200">
                <a:solidFill>
                  <a:srgbClr val="494949"/>
                </a:solidFill>
                <a:latin typeface="Segoe UI"/>
                <a:cs typeface="Segoe UI"/>
              </a:rPr>
              <a:t>.</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Scalability: </a:t>
            </a:r>
            <a:r>
              <a:rPr lang="en-US" sz="1200">
                <a:latin typeface="Segoe UI"/>
                <a:cs typeface="Segoe UI"/>
              </a:rPr>
              <a:t>With </a:t>
            </a:r>
            <a:r>
              <a:rPr lang="en-US" sz="1200" err="1">
                <a:latin typeface="Segoe UI"/>
                <a:cs typeface="Segoe UI"/>
              </a:rPr>
              <a:t>GameLift</a:t>
            </a:r>
            <a:r>
              <a:rPr lang="en-US" sz="1200">
                <a:latin typeface="Segoe UI"/>
                <a:cs typeface="Segoe UI"/>
              </a:rPr>
              <a:t>, developers don't need to worry about provisioning and managing servers manually. The service handles scaling up or down based on player demand automatically.</a:t>
            </a:r>
          </a:p>
          <a:p>
            <a:pPr marL="171450" indent="-171450" algn="l">
              <a:buChar char="•"/>
            </a:pPr>
            <a:endParaRPr lang="en-US" sz="1200">
              <a:latin typeface="Segoe UI"/>
              <a:cs typeface="Segoe UI"/>
            </a:endParaRPr>
          </a:p>
          <a:p>
            <a:pPr marL="171450" indent="-171450" algn="l">
              <a:buChar char="•"/>
            </a:pPr>
            <a:r>
              <a:rPr lang="en-US" sz="1200" b="1">
                <a:latin typeface="Segoe UI"/>
                <a:cs typeface="Segoe UI"/>
              </a:rPr>
              <a:t>Cost-Effective: </a:t>
            </a:r>
            <a:r>
              <a:rPr lang="en-US" sz="1200">
                <a:latin typeface="Segoe UI"/>
                <a:cs typeface="Segoe UI"/>
              </a:rPr>
              <a:t>GameLift offers a pay-as-you-go pricing model, so developers only pay for the resources they use, making it cost-effective, especially for smaller studios or indie developers.</a:t>
            </a:r>
          </a:p>
          <a:p>
            <a:pPr marL="171450" indent="-171450" algn="l">
              <a:buChar char="•"/>
            </a:pPr>
            <a:endParaRPr lang="en-US" sz="1200" b="1">
              <a:latin typeface="Segoe UI"/>
              <a:cs typeface="Segoe UI"/>
            </a:endParaRPr>
          </a:p>
          <a:p>
            <a:pPr marL="171450" indent="-171450" algn="l">
              <a:buChar char="•"/>
            </a:pPr>
            <a:r>
              <a:rPr lang="en-US" sz="1200" b="1">
                <a:latin typeface="Segoe UI"/>
                <a:cs typeface="Segoe UI"/>
              </a:rPr>
              <a:t>Security and Reliability: </a:t>
            </a:r>
            <a:r>
              <a:rPr lang="en-US" sz="1200">
                <a:latin typeface="Segoe UI"/>
                <a:cs typeface="Segoe UI"/>
              </a:rPr>
              <a:t>AWS provides robust security measures and a reliable infrastructure, ensuring that game servers are secure and available for players.</a:t>
            </a:r>
          </a:p>
          <a:p>
            <a:endParaRPr lang="en-US" b="1"/>
          </a:p>
        </p:txBody>
      </p:sp>
      <p:sp>
        <p:nvSpPr>
          <p:cNvPr id="2224" name="Google Shape;2224;p41"/>
          <p:cNvSpPr txBox="1">
            <a:spLocks noGrp="1"/>
          </p:cNvSpPr>
          <p:nvPr>
            <p:ph type="title"/>
          </p:nvPr>
        </p:nvSpPr>
        <p:spPr>
          <a:xfrm>
            <a:off x="3084536" y="252181"/>
            <a:ext cx="2974785" cy="576000"/>
          </a:xfrm>
          <a:prstGeom prst="rect">
            <a:avLst/>
          </a:prstGeom>
        </p:spPr>
        <p:txBody>
          <a:bodyPr spcFirstLastPara="1" wrap="square" lIns="91425" tIns="91425" rIns="91425" bIns="91425" anchor="t" anchorCtr="0">
            <a:noAutofit/>
          </a:bodyPr>
          <a:lstStyle/>
          <a:p>
            <a:r>
              <a:rPr lang="en" b="1"/>
              <a:t>Benefits of Amazon's </a:t>
            </a:r>
            <a:r>
              <a:rPr lang="en" b="1" err="1"/>
              <a:t>GameLift</a:t>
            </a:r>
          </a:p>
        </p:txBody>
      </p:sp>
    </p:spTree>
    <p:extLst>
      <p:ext uri="{BB962C8B-B14F-4D97-AF65-F5344CB8AC3E}">
        <p14:creationId xmlns:p14="http://schemas.microsoft.com/office/powerpoint/2010/main" val="25504564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152875" y="568253"/>
            <a:ext cx="6832408" cy="3359842"/>
          </a:xfrm>
        </p:spPr>
        <p:txBody>
          <a:bodyPr/>
          <a:lstStyle/>
          <a:p>
            <a:pPr algn="l"/>
            <a:r>
              <a:rPr lang="en-US" b="1" u="sng" dirty="0"/>
              <a:t>Step 1)  Upload Game Build</a:t>
            </a:r>
            <a:br>
              <a:rPr lang="en-US" dirty="0"/>
            </a:br>
            <a:endParaRPr lang="en-US" dirty="0"/>
          </a:p>
          <a:p>
            <a:pPr algn="l"/>
            <a:r>
              <a:rPr lang="en-US" i="1" dirty="0"/>
              <a:t>A Build in </a:t>
            </a:r>
            <a:r>
              <a:rPr lang="en-US" i="1" dirty="0" err="1"/>
              <a:t>GameLift</a:t>
            </a:r>
            <a:r>
              <a:rPr lang="en-US" i="1" dirty="0"/>
              <a:t> refers to the compiled version of your game server code that you upload to </a:t>
            </a:r>
            <a:r>
              <a:rPr lang="en-US" i="1" dirty="0" err="1"/>
              <a:t>GameLift</a:t>
            </a:r>
            <a:r>
              <a:rPr lang="en-US" i="1" dirty="0"/>
              <a:t>. This build is then used to deploy game server instances. </a:t>
            </a:r>
            <a:br>
              <a:rPr lang="en-US" i="1" dirty="0"/>
            </a:br>
            <a:br>
              <a:rPr lang="en-US" dirty="0"/>
            </a:br>
            <a:r>
              <a:rPr lang="en-US" dirty="0"/>
              <a:t>This build package should contain:</a:t>
            </a:r>
            <a:br>
              <a:rPr lang="en-US" dirty="0"/>
            </a:br>
            <a:endParaRPr lang="en-US" dirty="0"/>
          </a:p>
          <a:p>
            <a:pPr marL="285750" indent="-285750" algn="l">
              <a:buChar char="•"/>
            </a:pPr>
            <a:r>
              <a:rPr lang="en-US" dirty="0"/>
              <a:t>The executable file for your game server</a:t>
            </a:r>
          </a:p>
          <a:p>
            <a:pPr marL="285750" indent="-285750" algn="l">
              <a:buChar char="•"/>
            </a:pPr>
            <a:r>
              <a:rPr lang="en-US" dirty="0"/>
              <a:t>Any dependencies like libraries or assets needed to run the server</a:t>
            </a:r>
          </a:p>
          <a:p>
            <a:pPr marL="285750" indent="-285750" algn="l">
              <a:buChar char="•"/>
            </a:pPr>
            <a:r>
              <a:rPr lang="en-US" dirty="0"/>
              <a:t>A script to launch the game server executable and any arguments</a:t>
            </a:r>
          </a:p>
          <a:p>
            <a:pPr marL="285750" indent="-285750" algn="l">
              <a:buChar char="•"/>
            </a:pPr>
            <a:r>
              <a:rPr lang="en-US" dirty="0"/>
              <a:t>Any configuration files the game server needs</a:t>
            </a:r>
          </a:p>
          <a:p>
            <a:pPr marL="285750" indent="-285750" algn="l">
              <a:buChar char="•"/>
            </a:pPr>
            <a:endParaRPr lang="en-US" dirty="0"/>
          </a:p>
          <a:p>
            <a:pPr algn="l"/>
            <a:endParaRPr lang="en-US" dirty="0"/>
          </a:p>
          <a:p>
            <a:pPr algn="l"/>
            <a:r>
              <a:rPr lang="en-US" i="1" dirty="0"/>
              <a:t>EC2 Instance:</a:t>
            </a:r>
          </a:p>
          <a:p>
            <a:pPr algn="l"/>
            <a:r>
              <a:rPr lang="en-US" i="1" dirty="0"/>
              <a:t>An EC2 instance in the context of </a:t>
            </a:r>
            <a:r>
              <a:rPr lang="en-US" i="1" dirty="0" err="1"/>
              <a:t>GameLift</a:t>
            </a:r>
            <a:r>
              <a:rPr lang="en-US" i="1" dirty="0"/>
              <a:t> is a virtual server that runs the game server executable from your build. </a:t>
            </a:r>
          </a:p>
          <a:p>
            <a:pPr algn="l"/>
            <a:r>
              <a:rPr lang="en-US" i="1" dirty="0"/>
              <a:t>The build or script you uploaded is deployed to each EC2 instance in the fleet.</a:t>
            </a:r>
            <a:br>
              <a:rPr lang="en-US" i="1" dirty="0"/>
            </a:br>
            <a:br>
              <a:rPr lang="en-US" i="1" dirty="0"/>
            </a:br>
            <a:endParaRPr lang="en-US" dirty="0"/>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p>
        </p:txBody>
      </p:sp>
    </p:spTree>
    <p:extLst>
      <p:ext uri="{BB962C8B-B14F-4D97-AF65-F5344CB8AC3E}">
        <p14:creationId xmlns:p14="http://schemas.microsoft.com/office/powerpoint/2010/main" val="39637323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983339" y="567115"/>
            <a:ext cx="7185836" cy="3931342"/>
          </a:xfrm>
        </p:spPr>
        <p:txBody>
          <a:bodyPr/>
          <a:lstStyle/>
          <a:p>
            <a:pPr algn="l"/>
            <a:r>
              <a:rPr lang="en-US" b="1" u="sng" dirty="0"/>
              <a:t>Step 2) Create </a:t>
            </a:r>
            <a:r>
              <a:rPr lang="en-US" b="1" u="sng" dirty="0" err="1"/>
              <a:t>GameLift</a:t>
            </a:r>
            <a:r>
              <a:rPr lang="en-US" b="1" u="sng" dirty="0"/>
              <a:t> Fleet</a:t>
            </a:r>
            <a:br>
              <a:rPr lang="en-US" b="1" u="sng" dirty="0"/>
            </a:br>
            <a:endParaRPr lang="en-US" dirty="0"/>
          </a:p>
          <a:p>
            <a:pPr algn="l"/>
            <a:r>
              <a:rPr lang="en-US" i="1" dirty="0"/>
              <a:t>A fleet is a set of EC2 instances that host your game servers. Fleets are created using a specific build. Fleets can be thought of as groups of game servers that are ready to host game sessions.</a:t>
            </a:r>
          </a:p>
          <a:p>
            <a:pPr algn="l"/>
            <a:endParaRPr lang="en-US" dirty="0"/>
          </a:p>
          <a:p>
            <a:pPr algn="l"/>
            <a:r>
              <a:rPr lang="en-US" dirty="0"/>
              <a:t>When creating a fleet, you need to specify:</a:t>
            </a:r>
          </a:p>
          <a:p>
            <a:pPr algn="l"/>
            <a:endParaRPr lang="en-US" dirty="0"/>
          </a:p>
          <a:p>
            <a:pPr marL="285750" indent="-285750" algn="l">
              <a:buChar char="•"/>
            </a:pPr>
            <a:r>
              <a:rPr lang="en-US" dirty="0"/>
              <a:t>Fleet name — A unique identifier for the fleet.</a:t>
            </a:r>
          </a:p>
          <a:p>
            <a:pPr marL="285750" indent="-285750" algn="l">
              <a:buChar char="•"/>
            </a:pPr>
            <a:r>
              <a:rPr lang="en-US" dirty="0"/>
              <a:t>Instance type — The EC2 instance type to use </a:t>
            </a:r>
            <a:br>
              <a:rPr lang="en-US" dirty="0"/>
            </a:br>
            <a:r>
              <a:rPr lang="en-US" dirty="0"/>
              <a:t>for fleet instances.</a:t>
            </a:r>
            <a:br>
              <a:rPr lang="en-US" dirty="0"/>
            </a:br>
            <a:r>
              <a:rPr lang="en-US" dirty="0"/>
              <a:t>Select based on CPU/memory needs.</a:t>
            </a:r>
          </a:p>
          <a:p>
            <a:pPr marL="285750" indent="-285750" algn="l">
              <a:buChar char="•"/>
            </a:pPr>
            <a:r>
              <a:rPr lang="en-US" dirty="0"/>
              <a:t>Min/max fleet size — The minimum and maximum </a:t>
            </a:r>
            <a:br>
              <a:rPr lang="en-US" dirty="0"/>
            </a:br>
            <a:r>
              <a:rPr lang="en-US" dirty="0"/>
              <a:t>number of instances to scale between.</a:t>
            </a:r>
          </a:p>
          <a:p>
            <a:pPr marL="285750" indent="-285750" algn="l">
              <a:buChar char="•"/>
            </a:pPr>
            <a:r>
              <a:rPr lang="en-US" dirty="0"/>
              <a:t>Build ID — The S3 location of the game server build </a:t>
            </a:r>
            <a:br>
              <a:rPr lang="en-US" dirty="0"/>
            </a:br>
            <a:r>
              <a:rPr lang="en-US" dirty="0"/>
              <a:t>package to deploy.</a:t>
            </a:r>
          </a:p>
          <a:p>
            <a:pPr marL="285750" indent="-285750" algn="l">
              <a:buChar char="•"/>
            </a:pPr>
            <a:r>
              <a:rPr lang="en-US" dirty="0"/>
              <a:t>Location(s) – to deploy instances to.</a:t>
            </a:r>
          </a:p>
          <a:p>
            <a:pPr marL="285750" indent="-285750" algn="l">
              <a:buChar char="•"/>
            </a:pPr>
            <a:r>
              <a:rPr lang="en-US" dirty="0"/>
              <a:t>Runtime configuration — Commands to launch the </a:t>
            </a:r>
            <a:br>
              <a:rPr lang="en-US" dirty="0"/>
            </a:br>
            <a:r>
              <a:rPr lang="en-US" dirty="0"/>
              <a:t>game executable on fleet instances.</a:t>
            </a:r>
          </a:p>
          <a:p>
            <a:pPr marL="285750" indent="-285750" algn="l">
              <a:buChar char="•"/>
            </a:pPr>
            <a:r>
              <a:rPr lang="en-US" dirty="0"/>
              <a:t>Permissions — Allow inbound traffic on game ports.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489"/>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computer&#10;&#10;Description automatically generated">
            <a:extLst>
              <a:ext uri="{FF2B5EF4-FFF2-40B4-BE49-F238E27FC236}">
                <a16:creationId xmlns:a16="http://schemas.microsoft.com/office/drawing/2014/main" id="{9968B992-4D49-AAD9-B13A-1A2BE47E5EA2}"/>
              </a:ext>
            </a:extLst>
          </p:cNvPr>
          <p:cNvPicPr>
            <a:picLocks noChangeAspect="1"/>
          </p:cNvPicPr>
          <p:nvPr/>
        </p:nvPicPr>
        <p:blipFill>
          <a:blip r:embed="rId2"/>
          <a:stretch>
            <a:fillRect/>
          </a:stretch>
        </p:blipFill>
        <p:spPr>
          <a:xfrm>
            <a:off x="5318072" y="2571750"/>
            <a:ext cx="3711519" cy="2571749"/>
          </a:xfrm>
          <a:prstGeom prst="rect">
            <a:avLst/>
          </a:prstGeom>
        </p:spPr>
      </p:pic>
    </p:spTree>
    <p:extLst>
      <p:ext uri="{BB962C8B-B14F-4D97-AF65-F5344CB8AC3E}">
        <p14:creationId xmlns:p14="http://schemas.microsoft.com/office/powerpoint/2010/main" val="35105512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031231" y="474170"/>
            <a:ext cx="6307622" cy="4469988"/>
          </a:xfrm>
        </p:spPr>
        <p:txBody>
          <a:bodyPr/>
          <a:lstStyle/>
          <a:p>
            <a:pPr algn="l"/>
            <a:r>
              <a:rPr lang="en-US" b="1" u="sng"/>
              <a:t>Step 3) Configure Game Queue Setting</a:t>
            </a:r>
            <a:br>
              <a:rPr lang="en-US" b="1" u="sng"/>
            </a:br>
            <a:endParaRPr lang="en-US"/>
          </a:p>
          <a:p>
            <a:pPr algn="l"/>
            <a:r>
              <a:rPr lang="en-US" i="1"/>
              <a:t>A </a:t>
            </a:r>
            <a:r>
              <a:rPr lang="en-US" i="1" err="1"/>
              <a:t>GameLift</a:t>
            </a:r>
            <a:r>
              <a:rPr lang="en-US" i="1"/>
              <a:t> queue is a mechanism that directs incoming player session requests to the most suitable game server instances across multiple fleets and regions using factors </a:t>
            </a:r>
          </a:p>
          <a:p>
            <a:pPr algn="l"/>
            <a:br>
              <a:rPr lang="en-US"/>
            </a:br>
            <a:r>
              <a:rPr lang="en-US"/>
              <a:t>Need?</a:t>
            </a:r>
          </a:p>
          <a:p>
            <a:pPr algn="l"/>
            <a:r>
              <a:rPr lang="en-US"/>
              <a:t>Our game's player population might have groups of players who shouldn't play together. Like if you publish your game in two languages each language should have it's own game</a:t>
            </a:r>
          </a:p>
          <a:p>
            <a:pPr algn="l"/>
            <a:r>
              <a:rPr lang="en-US"/>
              <a:t>Servers.</a:t>
            </a:r>
            <a:br>
              <a:rPr lang="en-US"/>
            </a:br>
            <a:endParaRPr lang="en-US"/>
          </a:p>
          <a:p>
            <a:pPr algn="l"/>
            <a:r>
              <a:rPr lang="en-US"/>
              <a:t>Some common ways to scope queues include:</a:t>
            </a:r>
            <a:br>
              <a:rPr lang="en-US"/>
            </a:br>
            <a:endParaRPr lang="en-US"/>
          </a:p>
          <a:p>
            <a:pPr algn="l"/>
            <a:r>
              <a:rPr lang="en-US"/>
              <a:t>• By geographic locations. When deploying your game servers in multiple geographic areas, you might build queues for players in each location to reduce player latency.</a:t>
            </a:r>
          </a:p>
          <a:p>
            <a:pPr algn="l"/>
            <a:r>
              <a:rPr lang="en-US"/>
              <a:t>• By build or script variations. If you have more than one variation of your game server, you might be supporting player groups that can't play in the same game sessions. For example, game server builds or scripts might support different languages or device types.</a:t>
            </a:r>
          </a:p>
          <a:p>
            <a:pPr algn="l"/>
            <a:r>
              <a:rPr lang="en-US"/>
              <a:t>• By event types. You might create a special queue to manage games for participants in</a:t>
            </a:r>
          </a:p>
          <a:p>
            <a:pPr algn="l"/>
            <a:r>
              <a:rPr lang="en-US"/>
              <a:t>tournaments or other special events.</a:t>
            </a:r>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67128" y="-303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4" name="Picture 3" descr="A screenshot of a phone&#10;&#10;Description automatically generated">
            <a:extLst>
              <a:ext uri="{FF2B5EF4-FFF2-40B4-BE49-F238E27FC236}">
                <a16:creationId xmlns:a16="http://schemas.microsoft.com/office/drawing/2014/main" id="{E70C96C3-E5DD-09E0-C1BA-861F02DA0996}"/>
              </a:ext>
            </a:extLst>
          </p:cNvPr>
          <p:cNvPicPr>
            <a:picLocks noChangeAspect="1"/>
          </p:cNvPicPr>
          <p:nvPr/>
        </p:nvPicPr>
        <p:blipFill>
          <a:blip r:embed="rId2"/>
          <a:stretch>
            <a:fillRect/>
          </a:stretch>
        </p:blipFill>
        <p:spPr>
          <a:xfrm>
            <a:off x="7346022" y="73376"/>
            <a:ext cx="1797978" cy="4998344"/>
          </a:xfrm>
          <a:prstGeom prst="rect">
            <a:avLst/>
          </a:prstGeom>
        </p:spPr>
      </p:pic>
    </p:spTree>
    <p:extLst>
      <p:ext uri="{BB962C8B-B14F-4D97-AF65-F5344CB8AC3E}">
        <p14:creationId xmlns:p14="http://schemas.microsoft.com/office/powerpoint/2010/main" val="7630608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ubtitle 1">
            <a:extLst>
              <a:ext uri="{FF2B5EF4-FFF2-40B4-BE49-F238E27FC236}">
                <a16:creationId xmlns:a16="http://schemas.microsoft.com/office/drawing/2014/main" id="{D8142CF1-189B-696E-2EDE-43587414BC36}"/>
              </a:ext>
            </a:extLst>
          </p:cNvPr>
          <p:cNvSpPr>
            <a:spLocks noGrp="1"/>
          </p:cNvSpPr>
          <p:nvPr>
            <p:ph type="subTitle" idx="1"/>
          </p:nvPr>
        </p:nvSpPr>
        <p:spPr>
          <a:xfrm>
            <a:off x="1204602" y="573039"/>
            <a:ext cx="6727132" cy="4344927"/>
          </a:xfrm>
        </p:spPr>
        <p:txBody>
          <a:bodyPr/>
          <a:lstStyle/>
          <a:p>
            <a:pPr algn="l"/>
            <a:r>
              <a:rPr lang="en-US" b="1" u="sng"/>
              <a:t>Step 4)  Assign aliases </a:t>
            </a:r>
            <a:br>
              <a:rPr lang="en-US" b="1" u="sng"/>
            </a:br>
            <a:r>
              <a:rPr lang="en-US"/>
              <a:t> </a:t>
            </a:r>
            <a:br>
              <a:rPr lang="en-US"/>
            </a:br>
            <a:r>
              <a:rPr lang="en-US" i="1"/>
              <a:t>Aliases abstract fleet identities, making periodic fleet replacement efficient by seamlessly switching player traffic from one fleet to another by changing the alias's target location.</a:t>
            </a:r>
            <a:br>
              <a:rPr lang="en-US" i="1"/>
            </a:br>
            <a:br>
              <a:rPr lang="en-US"/>
            </a:br>
            <a:r>
              <a:rPr lang="en-US"/>
              <a:t>In Game using Queues switching fleets is a simple matter of creating a new fleet, adding it to the queue, and removing the old fleet, none of which is visible to players. </a:t>
            </a:r>
            <a:br>
              <a:rPr lang="en-US"/>
            </a:br>
            <a:br>
              <a:rPr lang="en-US"/>
            </a:br>
            <a:br>
              <a:rPr lang="en-US"/>
            </a:br>
            <a:endParaRPr lang="en-US"/>
          </a:p>
          <a:p>
            <a:pPr algn="l"/>
            <a:r>
              <a:rPr lang="en-US"/>
              <a:t>In contrast, game clients (using AWS SDK architecture) that don't use queues must specify which fleet to use when communicating with the Amazon </a:t>
            </a:r>
            <a:r>
              <a:rPr lang="en-US" err="1"/>
              <a:t>GameLift</a:t>
            </a:r>
            <a:r>
              <a:rPr lang="en-US"/>
              <a:t> service. Without aliases, a fleet switch requires updates to your game code and possibly distribution of an updated game clients to players.</a:t>
            </a:r>
            <a:br>
              <a:rPr lang="en-US"/>
            </a:br>
            <a:br>
              <a:rPr lang="en-US"/>
            </a:br>
            <a:br>
              <a:rPr lang="en-US"/>
            </a:br>
            <a:endParaRPr lang="en-US"/>
          </a:p>
          <a:p>
            <a:pPr algn="l"/>
            <a:endParaRPr lang="en-US"/>
          </a:p>
          <a:p>
            <a:pPr algn="l"/>
            <a:endParaRPr lang="en-US"/>
          </a:p>
        </p:txBody>
      </p:sp>
      <p:sp>
        <p:nvSpPr>
          <p:cNvPr id="3" name="Title 2">
            <a:extLst>
              <a:ext uri="{FF2B5EF4-FFF2-40B4-BE49-F238E27FC236}">
                <a16:creationId xmlns:a16="http://schemas.microsoft.com/office/drawing/2014/main" id="{C2143C3B-9BB4-0458-7EC5-53F6F56435FB}"/>
              </a:ext>
            </a:extLst>
          </p:cNvPr>
          <p:cNvSpPr>
            <a:spLocks noGrp="1"/>
          </p:cNvSpPr>
          <p:nvPr>
            <p:ph type="title"/>
          </p:nvPr>
        </p:nvSpPr>
        <p:spPr>
          <a:xfrm>
            <a:off x="2158469" y="-983"/>
            <a:ext cx="4809600" cy="576000"/>
          </a:xfrm>
        </p:spPr>
        <p:txBody>
          <a:bodyPr/>
          <a:lstStyle/>
          <a:p>
            <a:r>
              <a:rPr lang="en-US" b="1"/>
              <a:t>Setting up </a:t>
            </a:r>
            <a:r>
              <a:rPr lang="en-US" b="1" err="1"/>
              <a:t>GameLift</a:t>
            </a:r>
            <a:endParaRPr lang="en-US" b="1">
              <a:solidFill>
                <a:srgbClr val="000000"/>
              </a:solidFill>
            </a:endParaRPr>
          </a:p>
          <a:p>
            <a:endParaRPr lang="en-US" b="1"/>
          </a:p>
        </p:txBody>
      </p:sp>
      <p:pic>
        <p:nvPicPr>
          <p:cNvPr id="6" name="Picture 5" descr="A diagram of a flowchart&#10;&#10;Description automatically generated">
            <a:extLst>
              <a:ext uri="{FF2B5EF4-FFF2-40B4-BE49-F238E27FC236}">
                <a16:creationId xmlns:a16="http://schemas.microsoft.com/office/drawing/2014/main" id="{3378B44B-8824-EAD8-F958-15DEA215A4CA}"/>
              </a:ext>
            </a:extLst>
          </p:cNvPr>
          <p:cNvPicPr>
            <a:picLocks noChangeAspect="1"/>
          </p:cNvPicPr>
          <p:nvPr/>
        </p:nvPicPr>
        <p:blipFill rotWithShape="1">
          <a:blip r:embed="rId2"/>
          <a:srcRect r="176" b="84677"/>
          <a:stretch/>
        </p:blipFill>
        <p:spPr>
          <a:xfrm>
            <a:off x="2366460" y="2339595"/>
            <a:ext cx="4253173" cy="286749"/>
          </a:xfrm>
          <a:prstGeom prst="rect">
            <a:avLst/>
          </a:prstGeom>
          <a:ln>
            <a:solidFill>
              <a:schemeClr val="tx1"/>
            </a:solidFill>
          </a:ln>
        </p:spPr>
      </p:pic>
      <p:pic>
        <p:nvPicPr>
          <p:cNvPr id="9" name="Picture 8" descr="A diagram of a flowchart&#10;&#10;Description automatically generated">
            <a:extLst>
              <a:ext uri="{FF2B5EF4-FFF2-40B4-BE49-F238E27FC236}">
                <a16:creationId xmlns:a16="http://schemas.microsoft.com/office/drawing/2014/main" id="{957C48FD-3246-31B2-F37C-89B2C17DC38E}"/>
              </a:ext>
            </a:extLst>
          </p:cNvPr>
          <p:cNvPicPr>
            <a:picLocks noChangeAspect="1"/>
          </p:cNvPicPr>
          <p:nvPr/>
        </p:nvPicPr>
        <p:blipFill rotWithShape="1">
          <a:blip r:embed="rId2"/>
          <a:srcRect t="35887" r="176" b="-403"/>
          <a:stretch/>
        </p:blipFill>
        <p:spPr>
          <a:xfrm>
            <a:off x="2366460" y="3852884"/>
            <a:ext cx="4253173" cy="1207367"/>
          </a:xfrm>
          <a:prstGeom prst="rect">
            <a:avLst/>
          </a:prstGeom>
          <a:ln>
            <a:solidFill>
              <a:schemeClr val="tx1"/>
            </a:solidFill>
          </a:ln>
        </p:spPr>
      </p:pic>
    </p:spTree>
    <p:extLst>
      <p:ext uri="{BB962C8B-B14F-4D97-AF65-F5344CB8AC3E}">
        <p14:creationId xmlns:p14="http://schemas.microsoft.com/office/powerpoint/2010/main" val="2871775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diagram of a game&#10;&#10;Description automatically generated">
            <a:extLst>
              <a:ext uri="{FF2B5EF4-FFF2-40B4-BE49-F238E27FC236}">
                <a16:creationId xmlns:a16="http://schemas.microsoft.com/office/drawing/2014/main" id="{AB1DA22F-FB68-3D7A-D39D-633A081A9A3C}"/>
              </a:ext>
            </a:extLst>
          </p:cNvPr>
          <p:cNvPicPr>
            <a:picLocks noChangeAspect="1"/>
          </p:cNvPicPr>
          <p:nvPr/>
        </p:nvPicPr>
        <p:blipFill>
          <a:blip r:embed="rId2"/>
          <a:stretch>
            <a:fillRect/>
          </a:stretch>
        </p:blipFill>
        <p:spPr>
          <a:xfrm>
            <a:off x="1204803" y="571500"/>
            <a:ext cx="6726875" cy="4511843"/>
          </a:xfrm>
          <a:prstGeom prst="rect">
            <a:avLst/>
          </a:prstGeom>
        </p:spPr>
      </p:pic>
      <p:sp>
        <p:nvSpPr>
          <p:cNvPr id="6" name="Title 2">
            <a:extLst>
              <a:ext uri="{FF2B5EF4-FFF2-40B4-BE49-F238E27FC236}">
                <a16:creationId xmlns:a16="http://schemas.microsoft.com/office/drawing/2014/main" id="{4AA6A033-00FB-4058-6247-5446B41F6205}"/>
              </a:ext>
            </a:extLst>
          </p:cNvPr>
          <p:cNvSpPr>
            <a:spLocks noGrp="1"/>
          </p:cNvSpPr>
          <p:nvPr>
            <p:ph type="title"/>
          </p:nvPr>
        </p:nvSpPr>
        <p:spPr>
          <a:xfrm>
            <a:off x="2158469" y="-983"/>
            <a:ext cx="4809600" cy="576000"/>
          </a:xfrm>
        </p:spPr>
        <p:txBody>
          <a:bodyPr/>
          <a:lstStyle/>
          <a:p>
            <a:r>
              <a:rPr lang="en-US"/>
              <a:t>Setting up </a:t>
            </a:r>
            <a:r>
              <a:rPr lang="en-US" err="1"/>
              <a:t>GameLift</a:t>
            </a:r>
            <a:endParaRPr lang="en-US" err="1">
              <a:solidFill>
                <a:srgbClr val="000000"/>
              </a:solidFill>
            </a:endParaRPr>
          </a:p>
          <a:p>
            <a:endParaRPr lang="en-US"/>
          </a:p>
        </p:txBody>
      </p:sp>
    </p:spTree>
    <p:extLst>
      <p:ext uri="{BB962C8B-B14F-4D97-AF65-F5344CB8AC3E}">
        <p14:creationId xmlns:p14="http://schemas.microsoft.com/office/powerpoint/2010/main" val="38567728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122108" y="1329203"/>
            <a:ext cx="3117465"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buAutoNum type="arabicPeriod"/>
            </a:pPr>
            <a:r>
              <a:rPr lang="en-US" sz="1200"/>
              <a:t>Game client requests an Amazon Cognito identity from a Cognito Identity Pool. </a:t>
            </a:r>
            <a:br>
              <a:rPr lang="en-US" sz="1200"/>
            </a:br>
            <a:r>
              <a:rPr lang="en-US" sz="1200"/>
              <a:t>Optionally, this can be connected to external identity providers such as Google, Apple, Xbox Live, and Steam identities</a:t>
            </a:r>
            <a:endParaRPr lang="en-US"/>
          </a:p>
          <a:p>
            <a:pPr marL="228600" indent="-228600">
              <a:buAutoNum type="arabicPeriod"/>
            </a:pPr>
            <a:endParaRPr lang="en-US" sz="1200"/>
          </a:p>
          <a:p>
            <a:pPr marL="228600" indent="-228600">
              <a:buAutoNum type="arabicPeriod"/>
            </a:pPr>
            <a:r>
              <a:rPr lang="en-US" sz="1200"/>
              <a:t>The game client receives temporary access credentials and requests a game session through  an API hosted with AWS API Gateway by signing the request with these credentials.</a:t>
            </a:r>
          </a:p>
          <a:p>
            <a:pPr marL="228600" indent="-228600">
              <a:buAutoNum type="arabicPeriod"/>
            </a:pPr>
            <a:endParaRPr lang="en-US" sz="1200"/>
          </a:p>
        </p:txBody>
      </p:sp>
    </p:spTree>
    <p:extLst>
      <p:ext uri="{BB962C8B-B14F-4D97-AF65-F5344CB8AC3E}">
        <p14:creationId xmlns:p14="http://schemas.microsoft.com/office/powerpoint/2010/main" val="38092116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19864" y="1695164"/>
            <a:ext cx="359694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3. API Gateway invokes an AWS Lambda function.</a:t>
            </a:r>
            <a:endParaRPr lang="en-US"/>
          </a:p>
          <a:p>
            <a:endParaRPr lang="en-US" sz="1200"/>
          </a:p>
          <a:p>
            <a:r>
              <a:rPr lang="en-US" sz="1200"/>
              <a:t>4. The Lambda function requests player data from the Amazon DynamoDB NoSQL table. </a:t>
            </a:r>
            <a:br>
              <a:rPr lang="en-US" sz="1200"/>
            </a:br>
            <a:r>
              <a:rPr lang="en-US" sz="1200"/>
              <a:t>The Cognito identity can be used to securely request the correct player data, as the authenticated identity is provided in the request  context data.</a:t>
            </a:r>
            <a:endParaRPr lang="en-US"/>
          </a:p>
        </p:txBody>
      </p:sp>
    </p:spTree>
    <p:extLst>
      <p:ext uri="{BB962C8B-B14F-4D97-AF65-F5344CB8AC3E}">
        <p14:creationId xmlns:p14="http://schemas.microsoft.com/office/powerpoint/2010/main" val="40352567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509127" y="1038992"/>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74292" y="1038082"/>
            <a:ext cx="2883280"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dirty="0"/>
              <a:t>5. With the correct player data for any additional information, like player skill level, the Lambda function requests a match through </a:t>
            </a:r>
            <a:r>
              <a:rPr lang="en-US" sz="1200" dirty="0" err="1"/>
              <a:t>FlexMatch</a:t>
            </a:r>
            <a:r>
              <a:rPr lang="en-US" sz="1200" dirty="0"/>
              <a:t> matchmaking. </a:t>
            </a:r>
            <a:br>
              <a:rPr lang="en-US" sz="1200" dirty="0"/>
            </a:br>
            <a:br>
              <a:rPr lang="en-US" sz="1200" dirty="0"/>
            </a:br>
            <a:r>
              <a:rPr lang="en-US" sz="1200" dirty="0" err="1"/>
              <a:t>FlexMatch</a:t>
            </a:r>
            <a:r>
              <a:rPr lang="en-US" sz="1200" dirty="0"/>
              <a:t> allows you to define matchmaking configuration with JSON-based configuration documents. The game client can send latency data against the different Regions in addition to allowing latency-based matchmaking</a:t>
            </a:r>
            <a:endParaRPr lang="en-US" dirty="0"/>
          </a:p>
        </p:txBody>
      </p:sp>
      <p:pic>
        <p:nvPicPr>
          <p:cNvPr id="4" name="Picture 3" descr="A diagram of a software system&#10;&#10;Description automatically generated">
            <a:extLst>
              <a:ext uri="{FF2B5EF4-FFF2-40B4-BE49-F238E27FC236}">
                <a16:creationId xmlns:a16="http://schemas.microsoft.com/office/drawing/2014/main" id="{277C0B7F-13EA-F614-38DD-BE17659312CD}"/>
              </a:ext>
            </a:extLst>
          </p:cNvPr>
          <p:cNvPicPr>
            <a:picLocks noChangeAspect="1"/>
          </p:cNvPicPr>
          <p:nvPr/>
        </p:nvPicPr>
        <p:blipFill rotWithShape="1">
          <a:blip r:embed="rId3"/>
          <a:srcRect r="80622" b="55027"/>
          <a:stretch/>
        </p:blipFill>
        <p:spPr>
          <a:xfrm>
            <a:off x="885467" y="3348827"/>
            <a:ext cx="1313887" cy="1671231"/>
          </a:xfrm>
          <a:prstGeom prst="rect">
            <a:avLst/>
          </a:prstGeom>
        </p:spPr>
      </p:pic>
    </p:spTree>
    <p:extLst>
      <p:ext uri="{BB962C8B-B14F-4D97-AF65-F5344CB8AC3E}">
        <p14:creationId xmlns:p14="http://schemas.microsoft.com/office/powerpoint/2010/main" val="10064181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544287"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6. Once </a:t>
            </a:r>
            <a:r>
              <a:rPr lang="en-US" sz="1200" err="1"/>
              <a:t>FlexMatch</a:t>
            </a:r>
            <a:r>
              <a:rPr lang="en-US" sz="1200"/>
              <a:t> has matched a suitable group of players with proper latency to a Region, it will request a game session placement through a </a:t>
            </a:r>
            <a:r>
              <a:rPr lang="en-US" sz="1200" err="1"/>
              <a:t>GameLift</a:t>
            </a:r>
            <a:r>
              <a:rPr lang="en-US" sz="1200"/>
              <a:t> queue that has fleets with one or more Regional locations registered to it.</a:t>
            </a:r>
            <a:endParaRPr lang="en-US"/>
          </a:p>
          <a:p>
            <a:endParaRPr lang="en-US" sz="1200"/>
          </a:p>
          <a:p>
            <a:r>
              <a:rPr lang="en-US" sz="1200"/>
              <a:t>7. Once the session is placed on one of the fleets, an event notification is sent to an Amazon SNS</a:t>
            </a:r>
            <a:endParaRPr lang="en-US"/>
          </a:p>
        </p:txBody>
      </p:sp>
      <p:pic>
        <p:nvPicPr>
          <p:cNvPr id="4" name="Picture 3" descr="A diagram of a process&#10;&#10;Description automatically generated">
            <a:extLst>
              <a:ext uri="{FF2B5EF4-FFF2-40B4-BE49-F238E27FC236}">
                <a16:creationId xmlns:a16="http://schemas.microsoft.com/office/drawing/2014/main" id="{F167FF3D-9C02-AEB8-9B55-8A0F9C65C0AD}"/>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793782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35430" y="1156607"/>
            <a:ext cx="2898320" cy="212365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8. A Lambda function will receive the SNS event and process it. </a:t>
            </a:r>
            <a:endParaRPr lang="en-US"/>
          </a:p>
          <a:p>
            <a:endParaRPr lang="en-US" sz="1200"/>
          </a:p>
          <a:p>
            <a:r>
              <a:rPr lang="en-US" sz="1200"/>
              <a:t>9. If the ticket is a </a:t>
            </a:r>
            <a:r>
              <a:rPr lang="en-US" sz="1200" err="1"/>
              <a:t>MatchmakingSucceeded</a:t>
            </a:r>
            <a:r>
              <a:rPr lang="en-US" sz="1200"/>
              <a:t> event, the Lambda function writes the result to DynamoDB with the server port and IP. A time-to-live (TTL) value is used to make sure the tickets are deleted from DynamoDB when they are no longer needed</a:t>
            </a:r>
            <a:endParaRPr lang="en-US"/>
          </a:p>
        </p:txBody>
      </p:sp>
      <p:pic>
        <p:nvPicPr>
          <p:cNvPr id="4" name="Picture 3" descr="A diagram of a process&#10;&#10;Description automatically generated">
            <a:extLst>
              <a:ext uri="{FF2B5EF4-FFF2-40B4-BE49-F238E27FC236}">
                <a16:creationId xmlns:a16="http://schemas.microsoft.com/office/drawing/2014/main" id="{29ED7EC2-6355-8355-9096-A327A9D24792}"/>
              </a:ext>
            </a:extLst>
          </p:cNvPr>
          <p:cNvPicPr>
            <a:picLocks noChangeAspect="1"/>
          </p:cNvPicPr>
          <p:nvPr/>
        </p:nvPicPr>
        <p:blipFill>
          <a:blip r:embed="rId3"/>
          <a:stretch>
            <a:fillRect/>
          </a:stretch>
        </p:blipFill>
        <p:spPr>
          <a:xfrm>
            <a:off x="306161" y="3336303"/>
            <a:ext cx="3374572" cy="1192323"/>
          </a:xfrm>
          <a:prstGeom prst="rect">
            <a:avLst/>
          </a:prstGeom>
        </p:spPr>
      </p:pic>
    </p:spTree>
    <p:extLst>
      <p:ext uri="{BB962C8B-B14F-4D97-AF65-F5344CB8AC3E}">
        <p14:creationId xmlns:p14="http://schemas.microsoft.com/office/powerpoint/2010/main" val="55801358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462644" y="1694089"/>
            <a:ext cx="2898320" cy="15696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10. The game client makes a signed request to API Gateway to check the status of the matchmaking ticket on a specific interval. </a:t>
            </a:r>
            <a:endParaRPr lang="en-US"/>
          </a:p>
          <a:p>
            <a:endParaRPr lang="en-US" sz="1200"/>
          </a:p>
          <a:p>
            <a:r>
              <a:rPr lang="en-US" sz="1200"/>
              <a:t>11. A Lambda function for checking the matchmaking ticket status is invoked by API Gateway</a:t>
            </a:r>
            <a:endParaRPr lang="en-US"/>
          </a:p>
        </p:txBody>
      </p:sp>
    </p:spTree>
    <p:extLst>
      <p:ext uri="{BB962C8B-B14F-4D97-AF65-F5344CB8AC3E}">
        <p14:creationId xmlns:p14="http://schemas.microsoft.com/office/powerpoint/2010/main" val="34806298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computer process&#10;&#10;Description automatically generated">
            <a:extLst>
              <a:ext uri="{FF2B5EF4-FFF2-40B4-BE49-F238E27FC236}">
                <a16:creationId xmlns:a16="http://schemas.microsoft.com/office/drawing/2014/main" id="{07B1A101-9302-72A5-2204-37306224AC40}"/>
              </a:ext>
            </a:extLst>
          </p:cNvPr>
          <p:cNvPicPr>
            <a:picLocks noChangeAspect="1"/>
          </p:cNvPicPr>
          <p:nvPr/>
        </p:nvPicPr>
        <p:blipFill rotWithShape="1">
          <a:blip r:embed="rId2"/>
          <a:srcRect l="5736" r="6501" b="-339"/>
          <a:stretch/>
        </p:blipFill>
        <p:spPr>
          <a:xfrm>
            <a:off x="3824956" y="1159307"/>
            <a:ext cx="5217760" cy="3372016"/>
          </a:xfrm>
          <a:prstGeom prst="rect">
            <a:avLst/>
          </a:prstGeom>
        </p:spPr>
      </p:pic>
      <p:sp>
        <p:nvSpPr>
          <p:cNvPr id="5" name="TextBox 4">
            <a:extLst>
              <a:ext uri="{FF2B5EF4-FFF2-40B4-BE49-F238E27FC236}">
                <a16:creationId xmlns:a16="http://schemas.microsoft.com/office/drawing/2014/main" id="{BB17358B-207B-9311-30C4-F0BED5AE992B}"/>
              </a:ext>
            </a:extLst>
          </p:cNvPr>
          <p:cNvSpPr txBox="1"/>
          <p:nvPr/>
        </p:nvSpPr>
        <p:spPr>
          <a:xfrm>
            <a:off x="3245304" y="210910"/>
            <a:ext cx="319087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latin typeface="Barlow Semi Condensed Medium"/>
              </a:rPr>
              <a:t>Architecture of </a:t>
            </a:r>
            <a:r>
              <a:rPr lang="en-US" sz="2400" b="1" err="1">
                <a:latin typeface="Barlow Semi Condensed Medium"/>
              </a:rPr>
              <a:t>GameLift</a:t>
            </a:r>
            <a:endParaRPr lang="en-US" sz="2400" b="1">
              <a:latin typeface="Barlow Semi Condensed Medium"/>
            </a:endParaRPr>
          </a:p>
        </p:txBody>
      </p:sp>
      <p:sp>
        <p:nvSpPr>
          <p:cNvPr id="6" name="TextBox 5">
            <a:extLst>
              <a:ext uri="{FF2B5EF4-FFF2-40B4-BE49-F238E27FC236}">
                <a16:creationId xmlns:a16="http://schemas.microsoft.com/office/drawing/2014/main" id="{256758E9-5330-7D09-51A8-AF8510AA1D82}"/>
              </a:ext>
            </a:extLst>
          </p:cNvPr>
          <p:cNvSpPr txBox="1"/>
          <p:nvPr/>
        </p:nvSpPr>
        <p:spPr>
          <a:xfrm>
            <a:off x="258537" y="1319893"/>
            <a:ext cx="324530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t>12. From DynamoDB, the Lambda function checks if the ticket has already succeeded. In case it has, it will send the IP, port, and player session ID back to the client. Otherwise, it will send a response that the match is not yet ready. </a:t>
            </a:r>
            <a:endParaRPr lang="en-US"/>
          </a:p>
          <a:p>
            <a:endParaRPr lang="en-US" sz="1200"/>
          </a:p>
          <a:p>
            <a:r>
              <a:rPr lang="en-US" sz="1200"/>
              <a:t>13. The game client will connect to the game server using Transmission Control Protocol (TCP) or User Datagram Protocol (UDP) by using the port and IP provided by the backend. It will also send the player session ID to the game server, which can validate it using the </a:t>
            </a:r>
            <a:r>
              <a:rPr lang="en-US" sz="1200" err="1"/>
              <a:t>GameLift</a:t>
            </a:r>
            <a:r>
              <a:rPr lang="en-US" sz="1200"/>
              <a:t> Server SDK.</a:t>
            </a:r>
            <a:endParaRPr lang="en-US"/>
          </a:p>
        </p:txBody>
      </p:sp>
    </p:spTree>
    <p:extLst>
      <p:ext uri="{BB962C8B-B14F-4D97-AF65-F5344CB8AC3E}">
        <p14:creationId xmlns:p14="http://schemas.microsoft.com/office/powerpoint/2010/main" val="517361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731"/>
        <p:cNvGrpSpPr/>
        <p:nvPr/>
      </p:nvGrpSpPr>
      <p:grpSpPr>
        <a:xfrm>
          <a:off x="0" y="0"/>
          <a:ext cx="0" cy="0"/>
          <a:chOff x="0" y="0"/>
          <a:chExt cx="0" cy="0"/>
        </a:xfrm>
      </p:grpSpPr>
      <p:sp>
        <p:nvSpPr>
          <p:cNvPr id="4" name="Google Shape;1890;p36">
            <a:extLst>
              <a:ext uri="{FF2B5EF4-FFF2-40B4-BE49-F238E27FC236}">
                <a16:creationId xmlns:a16="http://schemas.microsoft.com/office/drawing/2014/main" id="{8E8DDD15-1BB9-A4D5-3F21-43326D6E5A04}"/>
              </a:ext>
            </a:extLst>
          </p:cNvPr>
          <p:cNvSpPr txBox="1">
            <a:spLocks/>
          </p:cNvSpPr>
          <p:nvPr/>
        </p:nvSpPr>
        <p:spPr>
          <a:xfrm>
            <a:off x="3104466" y="1793"/>
            <a:ext cx="3163232" cy="36589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1pPr>
            <a:lvl2pPr marR="0" lvl="1"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2pPr>
            <a:lvl3pPr marR="0" lvl="2"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3pPr>
            <a:lvl4pPr marR="0" lvl="3"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4pPr>
            <a:lvl5pPr marR="0" lvl="4"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5pPr>
            <a:lvl6pPr marR="0" lvl="5"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6pPr>
            <a:lvl7pPr marR="0" lvl="6"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7pPr>
            <a:lvl8pPr marR="0" lvl="7"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8pPr>
            <a:lvl9pPr marR="0" lvl="8" algn="ctr" rtl="0">
              <a:lnSpc>
                <a:spcPct val="100000"/>
              </a:lnSpc>
              <a:spcBef>
                <a:spcPts val="0"/>
              </a:spcBef>
              <a:spcAft>
                <a:spcPts val="0"/>
              </a:spcAft>
              <a:buClr>
                <a:schemeClr val="dk2"/>
              </a:buClr>
              <a:buSzPts val="6000"/>
              <a:buFont typeface="Fjalla One"/>
              <a:buNone/>
              <a:defRPr sz="6000" b="0" i="0" u="none" strike="noStrike" cap="none">
                <a:solidFill>
                  <a:schemeClr val="dk2"/>
                </a:solidFill>
                <a:latin typeface="Fjalla One"/>
                <a:ea typeface="Fjalla One"/>
                <a:cs typeface="Fjalla One"/>
                <a:sym typeface="Fjalla One"/>
              </a:defRPr>
            </a:lvl9pPr>
          </a:lstStyle>
          <a:p>
            <a:r>
              <a:rPr lang="en" sz="2400" b="1">
                <a:solidFill>
                  <a:schemeClr val="accent2">
                    <a:lumMod val="10000"/>
                  </a:schemeClr>
                </a:solidFill>
              </a:rPr>
              <a:t>What is </a:t>
            </a:r>
            <a:r>
              <a:rPr lang="en" sz="2400" b="1" err="1">
                <a:solidFill>
                  <a:schemeClr val="accent2">
                    <a:lumMod val="10000"/>
                  </a:schemeClr>
                </a:solidFill>
              </a:rPr>
              <a:t>Playfab</a:t>
            </a:r>
            <a:r>
              <a:rPr lang="en" sz="2400" b="1">
                <a:solidFill>
                  <a:schemeClr val="accent2">
                    <a:lumMod val="10000"/>
                  </a:schemeClr>
                </a:solidFill>
              </a:rPr>
              <a:t> ?</a:t>
            </a:r>
          </a:p>
        </p:txBody>
      </p:sp>
      <p:sp>
        <p:nvSpPr>
          <p:cNvPr id="7" name="Google Shape;1891;p36">
            <a:extLst>
              <a:ext uri="{FF2B5EF4-FFF2-40B4-BE49-F238E27FC236}">
                <a16:creationId xmlns:a16="http://schemas.microsoft.com/office/drawing/2014/main" id="{7F32CD9D-0C1E-BE55-18BF-71FFCC3CD80A}"/>
              </a:ext>
            </a:extLst>
          </p:cNvPr>
          <p:cNvSpPr txBox="1">
            <a:spLocks/>
          </p:cNvSpPr>
          <p:nvPr/>
        </p:nvSpPr>
        <p:spPr>
          <a:xfrm>
            <a:off x="3402732" y="1283982"/>
            <a:ext cx="2961025" cy="208095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1pPr>
            <a:lvl2pPr marR="0" lvl="1"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2pPr>
            <a:lvl3pPr marR="0" lvl="2"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3pPr>
            <a:lvl4pPr marR="0" lvl="3"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4pPr>
            <a:lvl5pPr marR="0" lvl="4"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5pPr>
            <a:lvl6pPr marR="0" lvl="5"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6pPr>
            <a:lvl7pPr marR="0" lvl="6"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7pPr>
            <a:lvl8pPr marR="0" lvl="7"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8pPr>
            <a:lvl9pPr marR="0" lvl="8" algn="ctr" rtl="0">
              <a:lnSpc>
                <a:spcPct val="100000"/>
              </a:lnSpc>
              <a:spcBef>
                <a:spcPts val="0"/>
              </a:spcBef>
              <a:spcAft>
                <a:spcPts val="0"/>
              </a:spcAft>
              <a:buClr>
                <a:srgbClr val="000000"/>
              </a:buClr>
              <a:buFont typeface="Arial"/>
              <a:buNone/>
              <a:defRPr sz="1600" b="0" i="0" u="none" strike="noStrike" cap="none">
                <a:solidFill>
                  <a:schemeClr val="dk2"/>
                </a:solidFill>
                <a:latin typeface="Barlow Semi Condensed"/>
                <a:ea typeface="Barlow Semi Condensed"/>
                <a:cs typeface="Barlow Semi Condensed"/>
                <a:sym typeface="Barlow Semi Condensed"/>
              </a:defRPr>
            </a:lvl9pPr>
          </a:lstStyle>
          <a:p>
            <a:r>
              <a:rPr lang="en-US" sz="1200" b="1" dirty="0" err="1">
                <a:solidFill>
                  <a:srgbClr val="161616"/>
                </a:solidFill>
                <a:latin typeface="Segoe UI"/>
                <a:cs typeface="Segoe UI"/>
              </a:rPr>
              <a:t>PlayFab</a:t>
            </a:r>
            <a:r>
              <a:rPr lang="en-US" sz="1200" b="1" dirty="0">
                <a:solidFill>
                  <a:srgbClr val="161616"/>
                </a:solidFill>
                <a:latin typeface="Segoe UI"/>
                <a:cs typeface="Segoe UI"/>
              </a:rPr>
              <a:t> is a complete backend platform for live games with managed game services, real-time analytics, and LiveOps.</a:t>
            </a:r>
          </a:p>
          <a:p>
            <a:r>
              <a:rPr lang="en-US" sz="1200" b="1" dirty="0" err="1">
                <a:solidFill>
                  <a:srgbClr val="161616"/>
                </a:solidFill>
                <a:latin typeface="Segoe UI"/>
                <a:cs typeface="Segoe UI"/>
              </a:rPr>
              <a:t>PlayFab's</a:t>
            </a:r>
            <a:r>
              <a:rPr lang="en-US" sz="1200" b="1" dirty="0">
                <a:solidFill>
                  <a:srgbClr val="161616"/>
                </a:solidFill>
                <a:latin typeface="Segoe UI"/>
                <a:cs typeface="Segoe UI"/>
              </a:rPr>
              <a:t> backend services reduce the barriers to launch for game developers, offering both large and small studios cost-effective development solutions that scale with their games and help them engage, retain, and monetize players. </a:t>
            </a:r>
            <a:endParaRPr lang="en-US" b="1" dirty="0">
              <a:solidFill>
                <a:srgbClr val="494949"/>
              </a:solidFill>
              <a:cs typeface="Segoe UI"/>
            </a:endParaRPr>
          </a:p>
          <a:p>
            <a:endParaRPr lang="en-US" sz="1200" b="1" dirty="0">
              <a:solidFill>
                <a:srgbClr val="161616"/>
              </a:solidFill>
              <a:latin typeface="Segoe UI"/>
              <a:cs typeface="Segoe UI"/>
            </a:endParaRPr>
          </a:p>
          <a:p>
            <a:r>
              <a:rPr lang="en-US" sz="1200" b="1" dirty="0" err="1">
                <a:solidFill>
                  <a:srgbClr val="161616"/>
                </a:solidFill>
                <a:latin typeface="Segoe UI"/>
                <a:cs typeface="Segoe UI"/>
              </a:rPr>
              <a:t>PlayFab</a:t>
            </a:r>
            <a:r>
              <a:rPr lang="en-US" sz="1200" b="1" dirty="0">
                <a:solidFill>
                  <a:srgbClr val="161616"/>
                </a:solidFill>
                <a:latin typeface="Segoe UI"/>
                <a:cs typeface="Segoe UI"/>
              </a:rPr>
              <a:t> enables developers to use the intelligent cloud to build and operate games, analyze gaming data and improve overall gaming experiences. </a:t>
            </a:r>
            <a:endParaRPr lang="en-US" b="1"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849395" y="900931"/>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355499" y="159924"/>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8646" y="903240"/>
            <a:ext cx="2749078" cy="457200"/>
          </a:xfrm>
          <a:prstGeom prst="rect">
            <a:avLst/>
          </a:prstGeom>
        </p:spPr>
        <p:txBody>
          <a:bodyPr spcFirstLastPara="1" wrap="square" lIns="91425" tIns="91425" rIns="91425" bIns="91425" anchor="t" anchorCtr="0">
            <a:noAutofit/>
          </a:bodyPr>
          <a:lstStyle/>
          <a:p>
            <a:r>
              <a:rPr lang="en" b="1" dirty="0"/>
              <a:t>1. Cross Network Identity  and Data</a:t>
            </a:r>
          </a:p>
        </p:txBody>
      </p:sp>
      <p:sp>
        <p:nvSpPr>
          <p:cNvPr id="3151" name="Google Shape;3151;p53"/>
          <p:cNvSpPr txBox="1">
            <a:spLocks noGrp="1"/>
          </p:cNvSpPr>
          <p:nvPr>
            <p:ph type="subTitle" idx="2"/>
          </p:nvPr>
        </p:nvSpPr>
        <p:spPr>
          <a:xfrm>
            <a:off x="1116003" y="1521074"/>
            <a:ext cx="2835966" cy="3306022"/>
          </a:xfrm>
          <a:prstGeom prst="rect">
            <a:avLst/>
          </a:prstGeom>
        </p:spPr>
        <p:txBody>
          <a:bodyPr spcFirstLastPara="1" wrap="square" lIns="91425" tIns="91425" rIns="91425" bIns="91425" anchor="t" anchorCtr="0">
            <a:noAutofit/>
          </a:bodyPr>
          <a:lstStyle/>
          <a:p>
            <a:pPr>
              <a:buChar char="•"/>
            </a:pPr>
            <a:r>
              <a:rPr lang="en" sz="1200" b="1" dirty="0">
                <a:solidFill>
                  <a:srgbClr val="161616"/>
                </a:solidFill>
                <a:latin typeface="Segoe UI"/>
                <a:cs typeface="Segoe UI"/>
              </a:rPr>
              <a:t>Player Authentication</a:t>
            </a:r>
            <a:r>
              <a:rPr lang="en" sz="1200" dirty="0">
                <a:solidFill>
                  <a:srgbClr val="161616"/>
                </a:solidFill>
                <a:latin typeface="Segoe UI"/>
                <a:cs typeface="Segoe UI"/>
              </a:rPr>
              <a:t>: Start with frictionless authentication and let players link accounts to roam across Windows, Xbox, Steam, PlayStation™Network, Nintendo, Facebook, iOS, Android, and more.</a:t>
            </a:r>
            <a:endParaRPr lang="en-US" dirty="0"/>
          </a:p>
          <a:p>
            <a:pPr>
              <a:buChar char="•"/>
            </a:pPr>
            <a:endParaRPr lang="en" sz="1200" dirty="0">
              <a:solidFill>
                <a:srgbClr val="161616"/>
              </a:solidFill>
              <a:latin typeface="Segoe UI"/>
              <a:cs typeface="Segoe UI"/>
            </a:endParaRPr>
          </a:p>
          <a:p>
            <a:pPr>
              <a:buChar char="•"/>
            </a:pPr>
            <a:r>
              <a:rPr lang="en" sz="1200" b="1" dirty="0">
                <a:solidFill>
                  <a:srgbClr val="161616"/>
                </a:solidFill>
                <a:latin typeface="Segoe UI"/>
                <a:cs typeface="Segoe UI"/>
              </a:rPr>
              <a:t>Player Data Management</a:t>
            </a:r>
            <a:r>
              <a:rPr lang="en" sz="1200" dirty="0">
                <a:solidFill>
                  <a:srgbClr val="161616"/>
                </a:solidFill>
                <a:latin typeface="Segoe UI"/>
                <a:cs typeface="Segoe UI"/>
              </a:rPr>
              <a:t>: Share player information and game state across devices.</a:t>
            </a:r>
            <a:endParaRPr lang="en" dirty="0"/>
          </a:p>
          <a:p>
            <a:pPr>
              <a:buChar char="•"/>
            </a:pPr>
            <a:endParaRPr lang="en" sz="1200" dirty="0">
              <a:solidFill>
                <a:srgbClr val="161616"/>
              </a:solidFill>
              <a:latin typeface="Segoe UI"/>
              <a:cs typeface="Segoe UI"/>
            </a:endParaRPr>
          </a:p>
          <a:p>
            <a:pPr>
              <a:buChar char="•"/>
            </a:pPr>
            <a:r>
              <a:rPr lang="en" sz="1200" b="1" dirty="0">
                <a:solidFill>
                  <a:srgbClr val="161616"/>
                </a:solidFill>
                <a:latin typeface="Segoe UI"/>
                <a:cs typeface="Segoe UI"/>
              </a:rPr>
              <a:t>Matchmaking</a:t>
            </a:r>
            <a:r>
              <a:rPr lang="en" sz="1200" dirty="0">
                <a:solidFill>
                  <a:srgbClr val="161616"/>
                </a:solidFill>
                <a:latin typeface="Segoe UI"/>
                <a:cs typeface="Segoe UI"/>
              </a:rPr>
              <a:t> - Use the proven capabilities of Xbox Live's SmartMatch on any platform </a:t>
            </a:r>
            <a:r>
              <a:rPr lang="en" sz="1200" dirty="0">
                <a:solidFill>
                  <a:srgbClr val="161616"/>
                </a:solidFill>
                <a:latin typeface="Segoe UI"/>
                <a:cs typeface="Segoe UI"/>
                <a:sym typeface="Barlow Semi Condensed"/>
              </a:rPr>
              <a:t>to </a:t>
            </a:r>
            <a:r>
              <a:rPr lang="en" sz="1200" dirty="0">
                <a:solidFill>
                  <a:srgbClr val="161616"/>
                </a:solidFill>
                <a:latin typeface="Segoe UI"/>
                <a:cs typeface="Segoe UI"/>
              </a:rPr>
              <a:t>help players find opponents.</a:t>
            </a:r>
            <a:endParaRPr lang="en" dirty="0"/>
          </a:p>
          <a:p>
            <a:pPr>
              <a:buChar char="•"/>
            </a:pPr>
            <a:endParaRPr lang="en" sz="1200" dirty="0">
              <a:solidFill>
                <a:srgbClr val="161616"/>
              </a:solidFill>
              <a:latin typeface="Segoe UI"/>
              <a:cs typeface="Segoe UI"/>
            </a:endParaRPr>
          </a:p>
          <a:p>
            <a:pPr marL="171450" lvl="0" indent="-171450" algn="l">
              <a:spcBef>
                <a:spcPts val="0"/>
              </a:spcBef>
              <a:spcAft>
                <a:spcPts val="0"/>
              </a:spcAft>
              <a:buChar char="•"/>
            </a:pPr>
            <a:endParaRPr lang="en" sz="1200" dirty="0">
              <a:solidFill>
                <a:srgbClr val="161616"/>
              </a:solidFill>
              <a:latin typeface="Segoe UI"/>
              <a:ea typeface="Barlow Semi Condensed"/>
              <a:cs typeface="Segoe UI"/>
            </a:endParaRPr>
          </a:p>
        </p:txBody>
      </p:sp>
      <p:grpSp>
        <p:nvGrpSpPr>
          <p:cNvPr id="3210" name="Google Shape;1690;p35">
            <a:extLst>
              <a:ext uri="{FF2B5EF4-FFF2-40B4-BE49-F238E27FC236}">
                <a16:creationId xmlns:a16="http://schemas.microsoft.com/office/drawing/2014/main" id="{12E9C257-30CF-FF6D-308E-E76AD6973001}"/>
              </a:ext>
            </a:extLst>
          </p:cNvPr>
          <p:cNvGrpSpPr/>
          <p:nvPr/>
        </p:nvGrpSpPr>
        <p:grpSpPr>
          <a:xfrm>
            <a:off x="4854798" y="1401952"/>
            <a:ext cx="3638396" cy="2675840"/>
            <a:chOff x="469775" y="238125"/>
            <a:chExt cx="6679425" cy="5229600"/>
          </a:xfrm>
        </p:grpSpPr>
        <p:sp>
          <p:nvSpPr>
            <p:cNvPr id="5" name="Google Shape;1691;p35">
              <a:extLst>
                <a:ext uri="{FF2B5EF4-FFF2-40B4-BE49-F238E27FC236}">
                  <a16:creationId xmlns:a16="http://schemas.microsoft.com/office/drawing/2014/main" id="{3C59A001-4378-4BE0-75C2-EA622A8DA812}"/>
                </a:ext>
              </a:extLst>
            </p:cNvPr>
            <p:cNvSpPr/>
            <p:nvPr/>
          </p:nvSpPr>
          <p:spPr>
            <a:xfrm>
              <a:off x="830950" y="238200"/>
              <a:ext cx="6001825" cy="5109175"/>
            </a:xfrm>
            <a:custGeom>
              <a:avLst/>
              <a:gdLst/>
              <a:ahLst/>
              <a:cxnLst/>
              <a:rect l="l" t="t" r="r" b="b"/>
              <a:pathLst>
                <a:path w="240073" h="204367" extrusionOk="0">
                  <a:moveTo>
                    <a:pt x="98444" y="0"/>
                  </a:moveTo>
                  <a:cubicBezTo>
                    <a:pt x="66611" y="0"/>
                    <a:pt x="32985" y="23173"/>
                    <a:pt x="18273" y="58560"/>
                  </a:cubicBezTo>
                  <a:cubicBezTo>
                    <a:pt x="0" y="102473"/>
                    <a:pt x="9686" y="134990"/>
                    <a:pt x="9686" y="134990"/>
                  </a:cubicBezTo>
                  <a:cubicBezTo>
                    <a:pt x="9686" y="134990"/>
                    <a:pt x="19372" y="174100"/>
                    <a:pt x="57750" y="192861"/>
                  </a:cubicBezTo>
                  <a:cubicBezTo>
                    <a:pt x="75386" y="201502"/>
                    <a:pt x="94579" y="204367"/>
                    <a:pt x="113787" y="204367"/>
                  </a:cubicBezTo>
                  <a:cubicBezTo>
                    <a:pt x="136375" y="204367"/>
                    <a:pt x="158984" y="200405"/>
                    <a:pt x="179108" y="197216"/>
                  </a:cubicBezTo>
                  <a:cubicBezTo>
                    <a:pt x="216346" y="191315"/>
                    <a:pt x="240073" y="163925"/>
                    <a:pt x="237549" y="131408"/>
                  </a:cubicBezTo>
                  <a:cubicBezTo>
                    <a:pt x="235026" y="98851"/>
                    <a:pt x="204951" y="96002"/>
                    <a:pt x="182038" y="63525"/>
                  </a:cubicBezTo>
                  <a:cubicBezTo>
                    <a:pt x="159085" y="31090"/>
                    <a:pt x="157905" y="18962"/>
                    <a:pt x="120952" y="4230"/>
                  </a:cubicBezTo>
                  <a:cubicBezTo>
                    <a:pt x="113750" y="1358"/>
                    <a:pt x="106150" y="0"/>
                    <a:pt x="9844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692;p35">
              <a:extLst>
                <a:ext uri="{FF2B5EF4-FFF2-40B4-BE49-F238E27FC236}">
                  <a16:creationId xmlns:a16="http://schemas.microsoft.com/office/drawing/2014/main" id="{6BB558E6-6580-AF12-02D9-A4FECE642846}"/>
                </a:ext>
              </a:extLst>
            </p:cNvPr>
            <p:cNvSpPr/>
            <p:nvPr/>
          </p:nvSpPr>
          <p:spPr>
            <a:xfrm>
              <a:off x="1009000" y="238125"/>
              <a:ext cx="5764775" cy="5102425"/>
            </a:xfrm>
            <a:custGeom>
              <a:avLst/>
              <a:gdLst/>
              <a:ahLst/>
              <a:cxnLst/>
              <a:rect l="l" t="t" r="r" b="b"/>
              <a:pathLst>
                <a:path w="230591" h="204097" extrusionOk="0">
                  <a:moveTo>
                    <a:pt x="87011" y="99545"/>
                  </a:moveTo>
                  <a:cubicBezTo>
                    <a:pt x="86604" y="100766"/>
                    <a:pt x="86115" y="101947"/>
                    <a:pt x="85708" y="103005"/>
                  </a:cubicBezTo>
                  <a:lnTo>
                    <a:pt x="120749" y="103005"/>
                  </a:lnTo>
                  <a:cubicBezTo>
                    <a:pt x="120830" y="103005"/>
                    <a:pt x="120911" y="103045"/>
                    <a:pt x="120993" y="103086"/>
                  </a:cubicBezTo>
                  <a:cubicBezTo>
                    <a:pt x="121034" y="103167"/>
                    <a:pt x="121074" y="103249"/>
                    <a:pt x="121074" y="103330"/>
                  </a:cubicBezTo>
                  <a:lnTo>
                    <a:pt x="121074" y="156766"/>
                  </a:lnTo>
                  <a:cubicBezTo>
                    <a:pt x="121074" y="156847"/>
                    <a:pt x="121034" y="156928"/>
                    <a:pt x="120993" y="157010"/>
                  </a:cubicBezTo>
                  <a:cubicBezTo>
                    <a:pt x="120911" y="157051"/>
                    <a:pt x="120830" y="157091"/>
                    <a:pt x="120749" y="157091"/>
                  </a:cubicBezTo>
                  <a:lnTo>
                    <a:pt x="89697" y="157091"/>
                  </a:lnTo>
                  <a:cubicBezTo>
                    <a:pt x="90470" y="159940"/>
                    <a:pt x="91284" y="162870"/>
                    <a:pt x="92057" y="165556"/>
                  </a:cubicBezTo>
                  <a:cubicBezTo>
                    <a:pt x="92993" y="165068"/>
                    <a:pt x="93807" y="164783"/>
                    <a:pt x="94580" y="164254"/>
                  </a:cubicBezTo>
                  <a:cubicBezTo>
                    <a:pt x="95110" y="163888"/>
                    <a:pt x="95598" y="163806"/>
                    <a:pt x="96046" y="163806"/>
                  </a:cubicBezTo>
                  <a:cubicBezTo>
                    <a:pt x="96493" y="163806"/>
                    <a:pt x="96859" y="163888"/>
                    <a:pt x="97104" y="164010"/>
                  </a:cubicBezTo>
                  <a:cubicBezTo>
                    <a:pt x="97389" y="163725"/>
                    <a:pt x="98040" y="163237"/>
                    <a:pt x="98894" y="162992"/>
                  </a:cubicBezTo>
                  <a:lnTo>
                    <a:pt x="99139" y="162992"/>
                  </a:lnTo>
                  <a:cubicBezTo>
                    <a:pt x="99546" y="162992"/>
                    <a:pt x="99871" y="163155"/>
                    <a:pt x="100156" y="163359"/>
                  </a:cubicBezTo>
                  <a:cubicBezTo>
                    <a:pt x="100441" y="163603"/>
                    <a:pt x="100726" y="163888"/>
                    <a:pt x="100970" y="164173"/>
                  </a:cubicBezTo>
                  <a:cubicBezTo>
                    <a:pt x="101255" y="164498"/>
                    <a:pt x="101458" y="164824"/>
                    <a:pt x="101621" y="165027"/>
                  </a:cubicBezTo>
                  <a:cubicBezTo>
                    <a:pt x="101906" y="164946"/>
                    <a:pt x="102435" y="164783"/>
                    <a:pt x="103290" y="164702"/>
                  </a:cubicBezTo>
                  <a:lnTo>
                    <a:pt x="103656" y="164702"/>
                  </a:lnTo>
                  <a:cubicBezTo>
                    <a:pt x="105040" y="164702"/>
                    <a:pt x="106586" y="165353"/>
                    <a:pt x="107726" y="166207"/>
                  </a:cubicBezTo>
                  <a:cubicBezTo>
                    <a:pt x="108133" y="166533"/>
                    <a:pt x="108295" y="166940"/>
                    <a:pt x="108295" y="167347"/>
                  </a:cubicBezTo>
                  <a:cubicBezTo>
                    <a:pt x="108295" y="167428"/>
                    <a:pt x="108295" y="167510"/>
                    <a:pt x="108255" y="167591"/>
                  </a:cubicBezTo>
                  <a:lnTo>
                    <a:pt x="121725" y="167591"/>
                  </a:lnTo>
                  <a:cubicBezTo>
                    <a:pt x="121929" y="167306"/>
                    <a:pt x="122132" y="167062"/>
                    <a:pt x="122377" y="166859"/>
                  </a:cubicBezTo>
                  <a:cubicBezTo>
                    <a:pt x="122946" y="166248"/>
                    <a:pt x="123557" y="165963"/>
                    <a:pt x="124167" y="165963"/>
                  </a:cubicBezTo>
                  <a:cubicBezTo>
                    <a:pt x="124330" y="165963"/>
                    <a:pt x="124493" y="166004"/>
                    <a:pt x="124656" y="166045"/>
                  </a:cubicBezTo>
                  <a:cubicBezTo>
                    <a:pt x="125510" y="166207"/>
                    <a:pt x="126243" y="166248"/>
                    <a:pt x="126528" y="166289"/>
                  </a:cubicBezTo>
                  <a:lnTo>
                    <a:pt x="126568" y="166289"/>
                  </a:lnTo>
                  <a:cubicBezTo>
                    <a:pt x="127016" y="166045"/>
                    <a:pt x="129051" y="164824"/>
                    <a:pt x="130638" y="164091"/>
                  </a:cubicBezTo>
                  <a:cubicBezTo>
                    <a:pt x="131208" y="163806"/>
                    <a:pt x="131737" y="163603"/>
                    <a:pt x="132103" y="163521"/>
                  </a:cubicBezTo>
                  <a:lnTo>
                    <a:pt x="132347" y="163521"/>
                  </a:lnTo>
                  <a:cubicBezTo>
                    <a:pt x="132795" y="163521"/>
                    <a:pt x="133243" y="163725"/>
                    <a:pt x="133690" y="164010"/>
                  </a:cubicBezTo>
                  <a:cubicBezTo>
                    <a:pt x="134138" y="164295"/>
                    <a:pt x="134586" y="164661"/>
                    <a:pt x="134993" y="165068"/>
                  </a:cubicBezTo>
                  <a:cubicBezTo>
                    <a:pt x="135685" y="165719"/>
                    <a:pt x="136254" y="166370"/>
                    <a:pt x="136376" y="166492"/>
                  </a:cubicBezTo>
                  <a:cubicBezTo>
                    <a:pt x="136498" y="166614"/>
                    <a:pt x="137068" y="167062"/>
                    <a:pt x="137719" y="167591"/>
                  </a:cubicBezTo>
                  <a:lnTo>
                    <a:pt x="176056" y="167591"/>
                  </a:lnTo>
                  <a:lnTo>
                    <a:pt x="176056" y="99545"/>
                  </a:lnTo>
                  <a:close/>
                  <a:moveTo>
                    <a:pt x="88801" y="89371"/>
                  </a:moveTo>
                  <a:cubicBezTo>
                    <a:pt x="89086" y="89982"/>
                    <a:pt x="89331" y="90714"/>
                    <a:pt x="89331" y="91569"/>
                  </a:cubicBezTo>
                  <a:cubicBezTo>
                    <a:pt x="89331" y="92016"/>
                    <a:pt x="89208" y="92708"/>
                    <a:pt x="88964" y="93563"/>
                  </a:cubicBezTo>
                  <a:cubicBezTo>
                    <a:pt x="88761" y="94418"/>
                    <a:pt x="88435" y="95435"/>
                    <a:pt x="88069" y="96534"/>
                  </a:cubicBezTo>
                  <a:cubicBezTo>
                    <a:pt x="87825" y="97307"/>
                    <a:pt x="87540" y="98080"/>
                    <a:pt x="87296" y="98854"/>
                  </a:cubicBezTo>
                  <a:lnTo>
                    <a:pt x="176748" y="98854"/>
                  </a:lnTo>
                  <a:lnTo>
                    <a:pt x="176748" y="167591"/>
                  </a:lnTo>
                  <a:lnTo>
                    <a:pt x="185009" y="167591"/>
                  </a:lnTo>
                  <a:lnTo>
                    <a:pt x="185009" y="89371"/>
                  </a:lnTo>
                  <a:close/>
                  <a:moveTo>
                    <a:pt x="91365" y="0"/>
                  </a:moveTo>
                  <a:cubicBezTo>
                    <a:pt x="59500" y="0"/>
                    <a:pt x="25884" y="23157"/>
                    <a:pt x="11151" y="58563"/>
                  </a:cubicBezTo>
                  <a:cubicBezTo>
                    <a:pt x="2279" y="79889"/>
                    <a:pt x="0" y="98528"/>
                    <a:pt x="0" y="112080"/>
                  </a:cubicBezTo>
                  <a:cubicBezTo>
                    <a:pt x="0" y="126406"/>
                    <a:pt x="2564" y="134993"/>
                    <a:pt x="2564" y="134993"/>
                  </a:cubicBezTo>
                  <a:cubicBezTo>
                    <a:pt x="2564" y="134993"/>
                    <a:pt x="7896" y="156481"/>
                    <a:pt x="26250" y="175242"/>
                  </a:cubicBezTo>
                  <a:cubicBezTo>
                    <a:pt x="26657" y="171783"/>
                    <a:pt x="27064" y="168039"/>
                    <a:pt x="27430" y="164254"/>
                  </a:cubicBezTo>
                  <a:cubicBezTo>
                    <a:pt x="28692" y="152167"/>
                    <a:pt x="29872" y="139795"/>
                    <a:pt x="29994" y="136417"/>
                  </a:cubicBezTo>
                  <a:cubicBezTo>
                    <a:pt x="30157" y="132999"/>
                    <a:pt x="30320" y="129092"/>
                    <a:pt x="31215" y="125388"/>
                  </a:cubicBezTo>
                  <a:cubicBezTo>
                    <a:pt x="32110" y="121725"/>
                    <a:pt x="33738" y="118266"/>
                    <a:pt x="36831" y="115824"/>
                  </a:cubicBezTo>
                  <a:cubicBezTo>
                    <a:pt x="41186" y="112406"/>
                    <a:pt x="46680" y="108539"/>
                    <a:pt x="49447" y="106627"/>
                  </a:cubicBezTo>
                  <a:lnTo>
                    <a:pt x="52662" y="101255"/>
                  </a:lnTo>
                  <a:cubicBezTo>
                    <a:pt x="52662" y="101255"/>
                    <a:pt x="52988" y="101173"/>
                    <a:pt x="53680" y="101173"/>
                  </a:cubicBezTo>
                  <a:cubicBezTo>
                    <a:pt x="54250" y="101173"/>
                    <a:pt x="55104" y="101255"/>
                    <a:pt x="56203" y="101458"/>
                  </a:cubicBezTo>
                  <a:cubicBezTo>
                    <a:pt x="56285" y="101295"/>
                    <a:pt x="56407" y="101173"/>
                    <a:pt x="56529" y="100970"/>
                  </a:cubicBezTo>
                  <a:cubicBezTo>
                    <a:pt x="57343" y="99790"/>
                    <a:pt x="58319" y="98162"/>
                    <a:pt x="58889" y="96290"/>
                  </a:cubicBezTo>
                  <a:cubicBezTo>
                    <a:pt x="59174" y="95435"/>
                    <a:pt x="59296" y="94418"/>
                    <a:pt x="59296" y="93359"/>
                  </a:cubicBezTo>
                  <a:cubicBezTo>
                    <a:pt x="59296" y="90551"/>
                    <a:pt x="58482" y="87621"/>
                    <a:pt x="58279" y="86929"/>
                  </a:cubicBezTo>
                  <a:cubicBezTo>
                    <a:pt x="58238" y="86848"/>
                    <a:pt x="58238" y="86807"/>
                    <a:pt x="58238" y="86807"/>
                  </a:cubicBezTo>
                  <a:lnTo>
                    <a:pt x="58238" y="86726"/>
                  </a:lnTo>
                  <a:cubicBezTo>
                    <a:pt x="58238" y="86726"/>
                    <a:pt x="58034" y="85423"/>
                    <a:pt x="58034" y="83551"/>
                  </a:cubicBezTo>
                  <a:cubicBezTo>
                    <a:pt x="58034" y="81354"/>
                    <a:pt x="58279" y="78383"/>
                    <a:pt x="59255" y="75534"/>
                  </a:cubicBezTo>
                  <a:cubicBezTo>
                    <a:pt x="60232" y="72726"/>
                    <a:pt x="61941" y="70081"/>
                    <a:pt x="64994" y="68656"/>
                  </a:cubicBezTo>
                  <a:cubicBezTo>
                    <a:pt x="68290" y="67110"/>
                    <a:pt x="72156" y="66540"/>
                    <a:pt x="75778" y="66540"/>
                  </a:cubicBezTo>
                  <a:cubicBezTo>
                    <a:pt x="80052" y="66540"/>
                    <a:pt x="83999" y="67354"/>
                    <a:pt x="86238" y="68290"/>
                  </a:cubicBezTo>
                  <a:cubicBezTo>
                    <a:pt x="87011" y="68575"/>
                    <a:pt x="87581" y="68900"/>
                    <a:pt x="87947" y="69267"/>
                  </a:cubicBezTo>
                  <a:cubicBezTo>
                    <a:pt x="89005" y="70325"/>
                    <a:pt x="89493" y="71871"/>
                    <a:pt x="89738" y="73133"/>
                  </a:cubicBezTo>
                  <a:cubicBezTo>
                    <a:pt x="89982" y="74313"/>
                    <a:pt x="90022" y="75290"/>
                    <a:pt x="90022" y="75412"/>
                  </a:cubicBezTo>
                  <a:cubicBezTo>
                    <a:pt x="90022" y="75493"/>
                    <a:pt x="90063" y="76226"/>
                    <a:pt x="90063" y="77203"/>
                  </a:cubicBezTo>
                  <a:cubicBezTo>
                    <a:pt x="90063" y="78017"/>
                    <a:pt x="90022" y="78953"/>
                    <a:pt x="89941" y="79889"/>
                  </a:cubicBezTo>
                  <a:cubicBezTo>
                    <a:pt x="89860" y="80865"/>
                    <a:pt x="89697" y="81761"/>
                    <a:pt x="89453" y="82493"/>
                  </a:cubicBezTo>
                  <a:cubicBezTo>
                    <a:pt x="89046" y="83633"/>
                    <a:pt x="88598" y="84528"/>
                    <a:pt x="88232" y="85301"/>
                  </a:cubicBezTo>
                  <a:cubicBezTo>
                    <a:pt x="87865" y="86075"/>
                    <a:pt x="87621" y="86685"/>
                    <a:pt x="87662" y="87092"/>
                  </a:cubicBezTo>
                  <a:cubicBezTo>
                    <a:pt x="87662" y="87255"/>
                    <a:pt x="87703" y="87499"/>
                    <a:pt x="87865" y="87784"/>
                  </a:cubicBezTo>
                  <a:cubicBezTo>
                    <a:pt x="88028" y="88028"/>
                    <a:pt x="88191" y="88354"/>
                    <a:pt x="88395" y="88679"/>
                  </a:cubicBezTo>
                  <a:lnTo>
                    <a:pt x="185701" y="88679"/>
                  </a:lnTo>
                  <a:lnTo>
                    <a:pt x="185701" y="167591"/>
                  </a:lnTo>
                  <a:lnTo>
                    <a:pt x="218300" y="167591"/>
                  </a:lnTo>
                  <a:cubicBezTo>
                    <a:pt x="218462" y="167591"/>
                    <a:pt x="218584" y="167713"/>
                    <a:pt x="218625" y="167835"/>
                  </a:cubicBezTo>
                  <a:cubicBezTo>
                    <a:pt x="218625" y="167876"/>
                    <a:pt x="218625" y="167917"/>
                    <a:pt x="218625" y="167957"/>
                  </a:cubicBezTo>
                  <a:lnTo>
                    <a:pt x="218625" y="169382"/>
                  </a:lnTo>
                  <a:cubicBezTo>
                    <a:pt x="218625" y="169504"/>
                    <a:pt x="218584" y="169585"/>
                    <a:pt x="218503" y="169667"/>
                  </a:cubicBezTo>
                  <a:lnTo>
                    <a:pt x="190829" y="190911"/>
                  </a:lnTo>
                  <a:cubicBezTo>
                    <a:pt x="190788" y="190992"/>
                    <a:pt x="190707" y="190992"/>
                    <a:pt x="190626" y="190992"/>
                  </a:cubicBezTo>
                  <a:lnTo>
                    <a:pt x="185701" y="190992"/>
                  </a:lnTo>
                  <a:lnTo>
                    <a:pt x="185701" y="193882"/>
                  </a:lnTo>
                  <a:cubicBezTo>
                    <a:pt x="213294" y="184684"/>
                    <a:pt x="230590" y="162423"/>
                    <a:pt x="230590" y="136132"/>
                  </a:cubicBezTo>
                  <a:cubicBezTo>
                    <a:pt x="230590" y="134545"/>
                    <a:pt x="230549" y="132999"/>
                    <a:pt x="230427" y="131411"/>
                  </a:cubicBezTo>
                  <a:cubicBezTo>
                    <a:pt x="227904" y="98854"/>
                    <a:pt x="197829" y="96005"/>
                    <a:pt x="174916" y="63528"/>
                  </a:cubicBezTo>
                  <a:cubicBezTo>
                    <a:pt x="151963" y="31093"/>
                    <a:pt x="150783" y="18965"/>
                    <a:pt x="113830" y="4233"/>
                  </a:cubicBezTo>
                  <a:cubicBezTo>
                    <a:pt x="106667" y="1343"/>
                    <a:pt x="99057" y="0"/>
                    <a:pt x="91365" y="0"/>
                  </a:cubicBezTo>
                  <a:close/>
                  <a:moveTo>
                    <a:pt x="176748" y="190992"/>
                  </a:moveTo>
                  <a:lnTo>
                    <a:pt x="176748" y="196323"/>
                  </a:lnTo>
                  <a:cubicBezTo>
                    <a:pt x="179597" y="195713"/>
                    <a:pt x="182364" y="194980"/>
                    <a:pt x="185009" y="194126"/>
                  </a:cubicBezTo>
                  <a:lnTo>
                    <a:pt x="185009" y="190992"/>
                  </a:lnTo>
                  <a:close/>
                  <a:moveTo>
                    <a:pt x="75697" y="190992"/>
                  </a:moveTo>
                  <a:cubicBezTo>
                    <a:pt x="75697" y="191643"/>
                    <a:pt x="75575" y="192172"/>
                    <a:pt x="75371" y="192620"/>
                  </a:cubicBezTo>
                  <a:cubicBezTo>
                    <a:pt x="75331" y="192701"/>
                    <a:pt x="75290" y="192783"/>
                    <a:pt x="75209" y="192905"/>
                  </a:cubicBezTo>
                  <a:lnTo>
                    <a:pt x="76226" y="197056"/>
                  </a:lnTo>
                  <a:cubicBezTo>
                    <a:pt x="76674" y="197137"/>
                    <a:pt x="77813" y="197259"/>
                    <a:pt x="79360" y="197422"/>
                  </a:cubicBezTo>
                  <a:lnTo>
                    <a:pt x="79360" y="190992"/>
                  </a:lnTo>
                  <a:close/>
                  <a:moveTo>
                    <a:pt x="80052" y="190992"/>
                  </a:moveTo>
                  <a:lnTo>
                    <a:pt x="80052" y="197504"/>
                  </a:lnTo>
                  <a:cubicBezTo>
                    <a:pt x="81679" y="197707"/>
                    <a:pt x="83714" y="197951"/>
                    <a:pt x="85953" y="198236"/>
                  </a:cubicBezTo>
                  <a:cubicBezTo>
                    <a:pt x="85179" y="196730"/>
                    <a:pt x="83836" y="194166"/>
                    <a:pt x="82209" y="190992"/>
                  </a:cubicBezTo>
                  <a:close/>
                  <a:moveTo>
                    <a:pt x="110656" y="190992"/>
                  </a:moveTo>
                  <a:cubicBezTo>
                    <a:pt x="106749" y="193800"/>
                    <a:pt x="101784" y="197300"/>
                    <a:pt x="98121" y="199783"/>
                  </a:cubicBezTo>
                  <a:cubicBezTo>
                    <a:pt x="104144" y="200597"/>
                    <a:pt x="109679" y="201411"/>
                    <a:pt x="112162" y="202021"/>
                  </a:cubicBezTo>
                  <a:cubicBezTo>
                    <a:pt x="114074" y="202469"/>
                    <a:pt x="115824" y="203242"/>
                    <a:pt x="117412" y="204097"/>
                  </a:cubicBezTo>
                  <a:cubicBezTo>
                    <a:pt x="136336" y="203120"/>
                    <a:pt x="155056" y="199905"/>
                    <a:pt x="171986" y="197219"/>
                  </a:cubicBezTo>
                  <a:cubicBezTo>
                    <a:pt x="173370" y="197015"/>
                    <a:pt x="174713" y="196771"/>
                    <a:pt x="176056" y="196486"/>
                  </a:cubicBezTo>
                  <a:lnTo>
                    <a:pt x="176056" y="190992"/>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693;p35">
              <a:extLst>
                <a:ext uri="{FF2B5EF4-FFF2-40B4-BE49-F238E27FC236}">
                  <a16:creationId xmlns:a16="http://schemas.microsoft.com/office/drawing/2014/main" id="{29820D13-D690-9302-D887-1E202EA58581}"/>
                </a:ext>
              </a:extLst>
            </p:cNvPr>
            <p:cNvSpPr/>
            <p:nvPr/>
          </p:nvSpPr>
          <p:spPr>
            <a:xfrm>
              <a:off x="6155150" y="3211050"/>
              <a:ext cx="888225" cy="2247525"/>
            </a:xfrm>
            <a:custGeom>
              <a:avLst/>
              <a:gdLst/>
              <a:ahLst/>
              <a:cxnLst/>
              <a:rect l="l" t="t" r="r" b="b"/>
              <a:pathLst>
                <a:path w="35529" h="89901" extrusionOk="0">
                  <a:moveTo>
                    <a:pt x="7122" y="6430"/>
                  </a:moveTo>
                  <a:cubicBezTo>
                    <a:pt x="8221" y="11843"/>
                    <a:pt x="12698" y="13959"/>
                    <a:pt x="12779" y="13959"/>
                  </a:cubicBezTo>
                  <a:lnTo>
                    <a:pt x="12576" y="14407"/>
                  </a:lnTo>
                  <a:cubicBezTo>
                    <a:pt x="12535" y="14366"/>
                    <a:pt x="7814" y="12169"/>
                    <a:pt x="6675" y="6512"/>
                  </a:cubicBezTo>
                  <a:lnTo>
                    <a:pt x="7122" y="6430"/>
                  </a:lnTo>
                  <a:close/>
                  <a:moveTo>
                    <a:pt x="18314" y="31785"/>
                  </a:moveTo>
                  <a:lnTo>
                    <a:pt x="18314" y="31785"/>
                  </a:lnTo>
                  <a:cubicBezTo>
                    <a:pt x="18311" y="31785"/>
                    <a:pt x="18308" y="31785"/>
                    <a:pt x="18306" y="31785"/>
                  </a:cubicBezTo>
                  <a:lnTo>
                    <a:pt x="18306" y="31785"/>
                  </a:lnTo>
                  <a:cubicBezTo>
                    <a:pt x="18309" y="31787"/>
                    <a:pt x="18312" y="31788"/>
                    <a:pt x="18315" y="31789"/>
                  </a:cubicBezTo>
                  <a:lnTo>
                    <a:pt x="18315" y="31789"/>
                  </a:lnTo>
                  <a:cubicBezTo>
                    <a:pt x="18315" y="31788"/>
                    <a:pt x="18314" y="31786"/>
                    <a:pt x="18314" y="31785"/>
                  </a:cubicBezTo>
                  <a:close/>
                  <a:moveTo>
                    <a:pt x="6919" y="39599"/>
                  </a:moveTo>
                  <a:cubicBezTo>
                    <a:pt x="10012" y="45622"/>
                    <a:pt x="17012" y="48267"/>
                    <a:pt x="17093" y="48267"/>
                  </a:cubicBezTo>
                  <a:lnTo>
                    <a:pt x="16930" y="48715"/>
                  </a:lnTo>
                  <a:cubicBezTo>
                    <a:pt x="16849" y="48674"/>
                    <a:pt x="9686" y="45988"/>
                    <a:pt x="6512" y="39843"/>
                  </a:cubicBezTo>
                  <a:lnTo>
                    <a:pt x="6919" y="39599"/>
                  </a:lnTo>
                  <a:close/>
                  <a:moveTo>
                    <a:pt x="31052" y="0"/>
                  </a:moveTo>
                  <a:cubicBezTo>
                    <a:pt x="31052" y="0"/>
                    <a:pt x="29913" y="2930"/>
                    <a:pt x="27878" y="6512"/>
                  </a:cubicBezTo>
                  <a:cubicBezTo>
                    <a:pt x="25843" y="10134"/>
                    <a:pt x="19535" y="15750"/>
                    <a:pt x="18395" y="21855"/>
                  </a:cubicBezTo>
                  <a:cubicBezTo>
                    <a:pt x="18110" y="23564"/>
                    <a:pt x="17988" y="25110"/>
                    <a:pt x="17988" y="26453"/>
                  </a:cubicBezTo>
                  <a:cubicBezTo>
                    <a:pt x="16930" y="22913"/>
                    <a:pt x="15628" y="19576"/>
                    <a:pt x="14326" y="16483"/>
                  </a:cubicBezTo>
                  <a:cubicBezTo>
                    <a:pt x="13959" y="15669"/>
                    <a:pt x="13674" y="14733"/>
                    <a:pt x="13430" y="13797"/>
                  </a:cubicBezTo>
                  <a:lnTo>
                    <a:pt x="13227" y="13675"/>
                  </a:lnTo>
                  <a:cubicBezTo>
                    <a:pt x="13268" y="13634"/>
                    <a:pt x="17337" y="6756"/>
                    <a:pt x="17337" y="4803"/>
                  </a:cubicBezTo>
                  <a:lnTo>
                    <a:pt x="17785" y="4803"/>
                  </a:lnTo>
                  <a:cubicBezTo>
                    <a:pt x="17785" y="6634"/>
                    <a:pt x="14692" y="12087"/>
                    <a:pt x="13837" y="13552"/>
                  </a:cubicBezTo>
                  <a:cubicBezTo>
                    <a:pt x="15262" y="12698"/>
                    <a:pt x="17581" y="10948"/>
                    <a:pt x="18436" y="8262"/>
                  </a:cubicBezTo>
                  <a:cubicBezTo>
                    <a:pt x="19738" y="4233"/>
                    <a:pt x="17826" y="570"/>
                    <a:pt x="17826" y="570"/>
                  </a:cubicBezTo>
                  <a:cubicBezTo>
                    <a:pt x="17826" y="570"/>
                    <a:pt x="14366" y="5617"/>
                    <a:pt x="13430" y="8832"/>
                  </a:cubicBezTo>
                  <a:cubicBezTo>
                    <a:pt x="12861" y="10866"/>
                    <a:pt x="12698" y="12454"/>
                    <a:pt x="12657" y="13349"/>
                  </a:cubicBezTo>
                  <a:cubicBezTo>
                    <a:pt x="12006" y="11680"/>
                    <a:pt x="10988" y="9401"/>
                    <a:pt x="9849" y="7896"/>
                  </a:cubicBezTo>
                  <a:cubicBezTo>
                    <a:pt x="7814" y="5169"/>
                    <a:pt x="6471" y="1140"/>
                    <a:pt x="6471" y="1140"/>
                  </a:cubicBezTo>
                  <a:cubicBezTo>
                    <a:pt x="6471" y="1140"/>
                    <a:pt x="3989" y="5413"/>
                    <a:pt x="5779" y="9890"/>
                  </a:cubicBezTo>
                  <a:cubicBezTo>
                    <a:pt x="7285" y="13593"/>
                    <a:pt x="11477" y="15018"/>
                    <a:pt x="12942" y="15425"/>
                  </a:cubicBezTo>
                  <a:cubicBezTo>
                    <a:pt x="13105" y="15913"/>
                    <a:pt x="13308" y="16401"/>
                    <a:pt x="13471" y="16849"/>
                  </a:cubicBezTo>
                  <a:cubicBezTo>
                    <a:pt x="15262" y="21041"/>
                    <a:pt x="17052" y="25762"/>
                    <a:pt x="18110" y="30727"/>
                  </a:cubicBezTo>
                  <a:cubicBezTo>
                    <a:pt x="17052" y="29302"/>
                    <a:pt x="15058" y="26860"/>
                    <a:pt x="13186" y="25477"/>
                  </a:cubicBezTo>
                  <a:cubicBezTo>
                    <a:pt x="10460" y="23483"/>
                    <a:pt x="8018" y="19983"/>
                    <a:pt x="8018" y="19983"/>
                  </a:cubicBezTo>
                  <a:lnTo>
                    <a:pt x="8018" y="19983"/>
                  </a:lnTo>
                  <a:cubicBezTo>
                    <a:pt x="8017" y="19983"/>
                    <a:pt x="6878" y="24826"/>
                    <a:pt x="9890" y="28610"/>
                  </a:cubicBezTo>
                  <a:cubicBezTo>
                    <a:pt x="12110" y="31377"/>
                    <a:pt x="15862" y="31799"/>
                    <a:pt x="17735" y="31799"/>
                  </a:cubicBezTo>
                  <a:cubicBezTo>
                    <a:pt x="17952" y="31799"/>
                    <a:pt x="18144" y="31794"/>
                    <a:pt x="18306" y="31785"/>
                  </a:cubicBezTo>
                  <a:lnTo>
                    <a:pt x="18306" y="31785"/>
                  </a:lnTo>
                  <a:cubicBezTo>
                    <a:pt x="16823" y="31118"/>
                    <a:pt x="12173" y="28894"/>
                    <a:pt x="10093" y="25843"/>
                  </a:cubicBezTo>
                  <a:lnTo>
                    <a:pt x="10459" y="25599"/>
                  </a:lnTo>
                  <a:cubicBezTo>
                    <a:pt x="12616" y="28692"/>
                    <a:pt x="17785" y="31052"/>
                    <a:pt x="18762" y="31500"/>
                  </a:cubicBezTo>
                  <a:cubicBezTo>
                    <a:pt x="19535" y="30279"/>
                    <a:pt x="24419" y="22750"/>
                    <a:pt x="26128" y="17988"/>
                  </a:cubicBezTo>
                  <a:lnTo>
                    <a:pt x="26575" y="18151"/>
                  </a:lnTo>
                  <a:cubicBezTo>
                    <a:pt x="24703" y="23320"/>
                    <a:pt x="19128" y="31826"/>
                    <a:pt x="19047" y="31907"/>
                  </a:cubicBezTo>
                  <a:lnTo>
                    <a:pt x="18965" y="32070"/>
                  </a:lnTo>
                  <a:lnTo>
                    <a:pt x="18762" y="31988"/>
                  </a:lnTo>
                  <a:cubicBezTo>
                    <a:pt x="18726" y="31970"/>
                    <a:pt x="18567" y="31903"/>
                    <a:pt x="18315" y="31789"/>
                  </a:cubicBezTo>
                  <a:lnTo>
                    <a:pt x="18315" y="31789"/>
                  </a:lnTo>
                  <a:cubicBezTo>
                    <a:pt x="19372" y="37241"/>
                    <a:pt x="19494" y="42937"/>
                    <a:pt x="17704" y="48471"/>
                  </a:cubicBezTo>
                  <a:cubicBezTo>
                    <a:pt x="17581" y="47372"/>
                    <a:pt x="16971" y="44482"/>
                    <a:pt x="13430" y="41227"/>
                  </a:cubicBezTo>
                  <a:cubicBezTo>
                    <a:pt x="8954" y="37116"/>
                    <a:pt x="1" y="23972"/>
                    <a:pt x="0" y="23971"/>
                  </a:cubicBezTo>
                  <a:lnTo>
                    <a:pt x="0" y="23971"/>
                  </a:lnTo>
                  <a:cubicBezTo>
                    <a:pt x="0" y="23972"/>
                    <a:pt x="733" y="39477"/>
                    <a:pt x="5006" y="44604"/>
                  </a:cubicBezTo>
                  <a:cubicBezTo>
                    <a:pt x="8275" y="48486"/>
                    <a:pt x="14023" y="48949"/>
                    <a:pt x="16528" y="48949"/>
                  </a:cubicBezTo>
                  <a:cubicBezTo>
                    <a:pt x="17017" y="48949"/>
                    <a:pt x="17382" y="48932"/>
                    <a:pt x="17581" y="48918"/>
                  </a:cubicBezTo>
                  <a:lnTo>
                    <a:pt x="17581" y="48918"/>
                  </a:lnTo>
                  <a:cubicBezTo>
                    <a:pt x="17500" y="49163"/>
                    <a:pt x="17419" y="49407"/>
                    <a:pt x="17297" y="49651"/>
                  </a:cubicBezTo>
                  <a:cubicBezTo>
                    <a:pt x="14488" y="57221"/>
                    <a:pt x="13878" y="62552"/>
                    <a:pt x="13837" y="65360"/>
                  </a:cubicBezTo>
                  <a:lnTo>
                    <a:pt x="8506" y="65360"/>
                  </a:lnTo>
                  <a:lnTo>
                    <a:pt x="8506" y="89900"/>
                  </a:lnTo>
                  <a:lnTo>
                    <a:pt x="23157" y="89900"/>
                  </a:lnTo>
                  <a:lnTo>
                    <a:pt x="23157" y="65360"/>
                  </a:lnTo>
                  <a:lnTo>
                    <a:pt x="14733" y="65360"/>
                  </a:lnTo>
                  <a:cubicBezTo>
                    <a:pt x="14773" y="64180"/>
                    <a:pt x="14895" y="62593"/>
                    <a:pt x="15262" y="60558"/>
                  </a:cubicBezTo>
                  <a:lnTo>
                    <a:pt x="15262" y="60558"/>
                  </a:lnTo>
                  <a:cubicBezTo>
                    <a:pt x="15140" y="60598"/>
                    <a:pt x="15099" y="60598"/>
                    <a:pt x="15099" y="60598"/>
                  </a:cubicBezTo>
                  <a:lnTo>
                    <a:pt x="14977" y="60151"/>
                  </a:lnTo>
                  <a:cubicBezTo>
                    <a:pt x="15058" y="60151"/>
                    <a:pt x="24256" y="57546"/>
                    <a:pt x="30645" y="50953"/>
                  </a:cubicBezTo>
                  <a:lnTo>
                    <a:pt x="30971" y="51279"/>
                  </a:lnTo>
                  <a:cubicBezTo>
                    <a:pt x="25802" y="56610"/>
                    <a:pt x="18884" y="59337"/>
                    <a:pt x="16198" y="60273"/>
                  </a:cubicBezTo>
                  <a:cubicBezTo>
                    <a:pt x="18843" y="59907"/>
                    <a:pt x="25314" y="58971"/>
                    <a:pt x="28325" y="57017"/>
                  </a:cubicBezTo>
                  <a:cubicBezTo>
                    <a:pt x="32151" y="54535"/>
                    <a:pt x="35529" y="47087"/>
                    <a:pt x="35529" y="47087"/>
                  </a:cubicBezTo>
                  <a:lnTo>
                    <a:pt x="35529" y="47087"/>
                  </a:lnTo>
                  <a:cubicBezTo>
                    <a:pt x="35528" y="47087"/>
                    <a:pt x="23157" y="49814"/>
                    <a:pt x="19535" y="54290"/>
                  </a:cubicBezTo>
                  <a:cubicBezTo>
                    <a:pt x="17093" y="57383"/>
                    <a:pt x="15872" y="59093"/>
                    <a:pt x="15384" y="59866"/>
                  </a:cubicBezTo>
                  <a:cubicBezTo>
                    <a:pt x="15872" y="57180"/>
                    <a:pt x="16686" y="53883"/>
                    <a:pt x="18151" y="49976"/>
                  </a:cubicBezTo>
                  <a:cubicBezTo>
                    <a:pt x="19128" y="47413"/>
                    <a:pt x="19657" y="44808"/>
                    <a:pt x="19860" y="42203"/>
                  </a:cubicBezTo>
                  <a:lnTo>
                    <a:pt x="19860" y="42203"/>
                  </a:lnTo>
                  <a:cubicBezTo>
                    <a:pt x="19738" y="42285"/>
                    <a:pt x="19657" y="42325"/>
                    <a:pt x="19657" y="42325"/>
                  </a:cubicBezTo>
                  <a:lnTo>
                    <a:pt x="19453" y="41918"/>
                  </a:lnTo>
                  <a:cubicBezTo>
                    <a:pt x="19535" y="41878"/>
                    <a:pt x="27878" y="37442"/>
                    <a:pt x="30238" y="33250"/>
                  </a:cubicBezTo>
                  <a:lnTo>
                    <a:pt x="30645" y="33494"/>
                  </a:lnTo>
                  <a:cubicBezTo>
                    <a:pt x="28529" y="37279"/>
                    <a:pt x="21895" y="41104"/>
                    <a:pt x="20105" y="42081"/>
                  </a:cubicBezTo>
                  <a:cubicBezTo>
                    <a:pt x="21814" y="41918"/>
                    <a:pt x="27186" y="41104"/>
                    <a:pt x="30360" y="37157"/>
                  </a:cubicBezTo>
                  <a:cubicBezTo>
                    <a:pt x="34186" y="32436"/>
                    <a:pt x="33494" y="26576"/>
                    <a:pt x="33494" y="26576"/>
                  </a:cubicBezTo>
                  <a:lnTo>
                    <a:pt x="33494" y="26576"/>
                  </a:lnTo>
                  <a:cubicBezTo>
                    <a:pt x="33493" y="26576"/>
                    <a:pt x="26290" y="31541"/>
                    <a:pt x="23360" y="35366"/>
                  </a:cubicBezTo>
                  <a:cubicBezTo>
                    <a:pt x="21488" y="37808"/>
                    <a:pt x="20471" y="39884"/>
                    <a:pt x="19942" y="41064"/>
                  </a:cubicBezTo>
                  <a:cubicBezTo>
                    <a:pt x="20105" y="37930"/>
                    <a:pt x="19820" y="34796"/>
                    <a:pt x="19250" y="31744"/>
                  </a:cubicBezTo>
                  <a:cubicBezTo>
                    <a:pt x="21651" y="29872"/>
                    <a:pt x="30523" y="22587"/>
                    <a:pt x="31500" y="17134"/>
                  </a:cubicBezTo>
                  <a:cubicBezTo>
                    <a:pt x="32599" y="10826"/>
                    <a:pt x="31052" y="0"/>
                    <a:pt x="3105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694;p35">
              <a:extLst>
                <a:ext uri="{FF2B5EF4-FFF2-40B4-BE49-F238E27FC236}">
                  <a16:creationId xmlns:a16="http://schemas.microsoft.com/office/drawing/2014/main" id="{5EF4B7E8-A8D4-443B-EFB3-C8D6C6220776}"/>
                </a:ext>
              </a:extLst>
            </p:cNvPr>
            <p:cNvSpPr/>
            <p:nvPr/>
          </p:nvSpPr>
          <p:spPr>
            <a:xfrm>
              <a:off x="2992975" y="2455100"/>
              <a:ext cx="2658575" cy="3012625"/>
            </a:xfrm>
            <a:custGeom>
              <a:avLst/>
              <a:gdLst/>
              <a:ahLst/>
              <a:cxnLst/>
              <a:rect l="l" t="t" r="r" b="b"/>
              <a:pathLst>
                <a:path w="106343" h="120505" extrusionOk="0">
                  <a:moveTo>
                    <a:pt x="105650" y="692"/>
                  </a:moveTo>
                  <a:lnTo>
                    <a:pt x="105650" y="119813"/>
                  </a:lnTo>
                  <a:lnTo>
                    <a:pt x="693" y="119813"/>
                  </a:lnTo>
                  <a:lnTo>
                    <a:pt x="693" y="692"/>
                  </a:lnTo>
                  <a:close/>
                  <a:moveTo>
                    <a:pt x="1" y="0"/>
                  </a:moveTo>
                  <a:lnTo>
                    <a:pt x="1" y="367"/>
                  </a:lnTo>
                  <a:lnTo>
                    <a:pt x="1" y="120505"/>
                  </a:lnTo>
                  <a:lnTo>
                    <a:pt x="106342" y="120505"/>
                  </a:lnTo>
                  <a:lnTo>
                    <a:pt x="106342"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695;p35">
              <a:extLst>
                <a:ext uri="{FF2B5EF4-FFF2-40B4-BE49-F238E27FC236}">
                  <a16:creationId xmlns:a16="http://schemas.microsoft.com/office/drawing/2014/main" id="{FC04FF7C-FCD0-E9FC-9AC5-F5632DB4223C}"/>
                </a:ext>
              </a:extLst>
            </p:cNvPr>
            <p:cNvSpPr/>
            <p:nvPr/>
          </p:nvSpPr>
          <p:spPr>
            <a:xfrm>
              <a:off x="2992975" y="2709450"/>
              <a:ext cx="2434725" cy="2758275"/>
            </a:xfrm>
            <a:custGeom>
              <a:avLst/>
              <a:gdLst/>
              <a:ahLst/>
              <a:cxnLst/>
              <a:rect l="l" t="t" r="r" b="b"/>
              <a:pathLst>
                <a:path w="97389" h="110331" extrusionOk="0">
                  <a:moveTo>
                    <a:pt x="96697" y="692"/>
                  </a:moveTo>
                  <a:lnTo>
                    <a:pt x="96697" y="109639"/>
                  </a:lnTo>
                  <a:lnTo>
                    <a:pt x="693" y="109639"/>
                  </a:lnTo>
                  <a:lnTo>
                    <a:pt x="693" y="692"/>
                  </a:lnTo>
                  <a:close/>
                  <a:moveTo>
                    <a:pt x="1" y="1"/>
                  </a:moveTo>
                  <a:lnTo>
                    <a:pt x="1" y="326"/>
                  </a:lnTo>
                  <a:lnTo>
                    <a:pt x="1" y="110331"/>
                  </a:lnTo>
                  <a:lnTo>
                    <a:pt x="97389" y="110331"/>
                  </a:lnTo>
                  <a:lnTo>
                    <a:pt x="97389"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696;p35">
              <a:extLst>
                <a:ext uri="{FF2B5EF4-FFF2-40B4-BE49-F238E27FC236}">
                  <a16:creationId xmlns:a16="http://schemas.microsoft.com/office/drawing/2014/main" id="{7AE7AD6D-3DB6-95F5-9E08-9CBEE82F1B08}"/>
                </a:ext>
              </a:extLst>
            </p:cNvPr>
            <p:cNvSpPr/>
            <p:nvPr/>
          </p:nvSpPr>
          <p:spPr>
            <a:xfrm>
              <a:off x="5418525" y="2464250"/>
              <a:ext cx="224875" cy="2994325"/>
            </a:xfrm>
            <a:custGeom>
              <a:avLst/>
              <a:gdLst/>
              <a:ahLst/>
              <a:cxnLst/>
              <a:rect l="l" t="t" r="r" b="b"/>
              <a:pathLst>
                <a:path w="8995" h="119773" extrusionOk="0">
                  <a:moveTo>
                    <a:pt x="8995" y="1"/>
                  </a:moveTo>
                  <a:lnTo>
                    <a:pt x="1" y="10134"/>
                  </a:lnTo>
                  <a:lnTo>
                    <a:pt x="1" y="119772"/>
                  </a:lnTo>
                  <a:lnTo>
                    <a:pt x="8995" y="119772"/>
                  </a:lnTo>
                  <a:lnTo>
                    <a:pt x="8995"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697;p35">
              <a:extLst>
                <a:ext uri="{FF2B5EF4-FFF2-40B4-BE49-F238E27FC236}">
                  <a16:creationId xmlns:a16="http://schemas.microsoft.com/office/drawing/2014/main" id="{3D7F6DBA-817F-83A1-B73B-DAC2B3E9295D}"/>
                </a:ext>
              </a:extLst>
            </p:cNvPr>
            <p:cNvSpPr/>
            <p:nvPr/>
          </p:nvSpPr>
          <p:spPr>
            <a:xfrm>
              <a:off x="5533500" y="4907100"/>
              <a:ext cx="109900" cy="551475"/>
            </a:xfrm>
            <a:custGeom>
              <a:avLst/>
              <a:gdLst/>
              <a:ahLst/>
              <a:cxnLst/>
              <a:rect l="l" t="t" r="r" b="b"/>
              <a:pathLst>
                <a:path w="4396" h="22059" extrusionOk="0">
                  <a:moveTo>
                    <a:pt x="0" y="1"/>
                  </a:moveTo>
                  <a:lnTo>
                    <a:pt x="0"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698;p35">
              <a:extLst>
                <a:ext uri="{FF2B5EF4-FFF2-40B4-BE49-F238E27FC236}">
                  <a16:creationId xmlns:a16="http://schemas.microsoft.com/office/drawing/2014/main" id="{1BA706D1-92AC-CAFE-AD38-68ED7466F7DF}"/>
                </a:ext>
              </a:extLst>
            </p:cNvPr>
            <p:cNvSpPr/>
            <p:nvPr/>
          </p:nvSpPr>
          <p:spPr>
            <a:xfrm>
              <a:off x="5525350" y="4898950"/>
              <a:ext cx="126200" cy="568775"/>
            </a:xfrm>
            <a:custGeom>
              <a:avLst/>
              <a:gdLst/>
              <a:ahLst/>
              <a:cxnLst/>
              <a:rect l="l" t="t" r="r" b="b"/>
              <a:pathLst>
                <a:path w="5048" h="22751" extrusionOk="0">
                  <a:moveTo>
                    <a:pt x="4355" y="652"/>
                  </a:moveTo>
                  <a:lnTo>
                    <a:pt x="4355" y="22059"/>
                  </a:lnTo>
                  <a:lnTo>
                    <a:pt x="693" y="22059"/>
                  </a:lnTo>
                  <a:lnTo>
                    <a:pt x="693" y="652"/>
                  </a:lnTo>
                  <a:close/>
                  <a:moveTo>
                    <a:pt x="326" y="1"/>
                  </a:moveTo>
                  <a:cubicBezTo>
                    <a:pt x="245" y="1"/>
                    <a:pt x="164" y="1"/>
                    <a:pt x="123" y="82"/>
                  </a:cubicBezTo>
                  <a:cubicBezTo>
                    <a:pt x="41" y="164"/>
                    <a:pt x="1" y="245"/>
                    <a:pt x="1" y="327"/>
                  </a:cubicBezTo>
                  <a:lnTo>
                    <a:pt x="1" y="22384"/>
                  </a:lnTo>
                  <a:cubicBezTo>
                    <a:pt x="1" y="22466"/>
                    <a:pt x="41" y="22588"/>
                    <a:pt x="123" y="22629"/>
                  </a:cubicBezTo>
                  <a:cubicBezTo>
                    <a:pt x="164" y="22710"/>
                    <a:pt x="245" y="22751"/>
                    <a:pt x="326" y="22751"/>
                  </a:cubicBezTo>
                  <a:lnTo>
                    <a:pt x="4722" y="22751"/>
                  </a:lnTo>
                  <a:cubicBezTo>
                    <a:pt x="4803" y="22751"/>
                    <a:pt x="4884" y="22710"/>
                    <a:pt x="4966" y="22629"/>
                  </a:cubicBezTo>
                  <a:cubicBezTo>
                    <a:pt x="5007" y="22547"/>
                    <a:pt x="5047" y="22466"/>
                    <a:pt x="5047" y="22384"/>
                  </a:cubicBezTo>
                  <a:lnTo>
                    <a:pt x="5047" y="327"/>
                  </a:lnTo>
                  <a:cubicBezTo>
                    <a:pt x="5047" y="245"/>
                    <a:pt x="5007" y="164"/>
                    <a:pt x="4966" y="82"/>
                  </a:cubicBezTo>
                  <a:cubicBezTo>
                    <a:pt x="4884" y="1"/>
                    <a:pt x="4803" y="1"/>
                    <a:pt x="4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699;p35">
              <a:extLst>
                <a:ext uri="{FF2B5EF4-FFF2-40B4-BE49-F238E27FC236}">
                  <a16:creationId xmlns:a16="http://schemas.microsoft.com/office/drawing/2014/main" id="{CC3BB335-8BC6-B21B-2E07-22E485C74199}"/>
                </a:ext>
              </a:extLst>
            </p:cNvPr>
            <p:cNvSpPr/>
            <p:nvPr/>
          </p:nvSpPr>
          <p:spPr>
            <a:xfrm>
              <a:off x="5643375" y="4524550"/>
              <a:ext cx="474150" cy="934025"/>
            </a:xfrm>
            <a:custGeom>
              <a:avLst/>
              <a:gdLst/>
              <a:ahLst/>
              <a:cxnLst/>
              <a:rect l="l" t="t" r="r" b="b"/>
              <a:pathLst>
                <a:path w="18966" h="37361" extrusionOk="0">
                  <a:moveTo>
                    <a:pt x="18965" y="0"/>
                  </a:moveTo>
                  <a:lnTo>
                    <a:pt x="1" y="15303"/>
                  </a:lnTo>
                  <a:lnTo>
                    <a:pt x="1" y="37360"/>
                  </a:lnTo>
                  <a:lnTo>
                    <a:pt x="18965" y="37360"/>
                  </a:lnTo>
                  <a:lnTo>
                    <a:pt x="1896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700;p35">
              <a:extLst>
                <a:ext uri="{FF2B5EF4-FFF2-40B4-BE49-F238E27FC236}">
                  <a16:creationId xmlns:a16="http://schemas.microsoft.com/office/drawing/2014/main" id="{A05A5448-3525-2B3B-0348-87589C3D55B4}"/>
                </a:ext>
              </a:extLst>
            </p:cNvPr>
            <p:cNvSpPr/>
            <p:nvPr/>
          </p:nvSpPr>
          <p:spPr>
            <a:xfrm>
              <a:off x="5634225" y="4516325"/>
              <a:ext cx="491450" cy="951400"/>
            </a:xfrm>
            <a:custGeom>
              <a:avLst/>
              <a:gdLst/>
              <a:ahLst/>
              <a:cxnLst/>
              <a:rect l="l" t="t" r="r" b="b"/>
              <a:pathLst>
                <a:path w="19658" h="38056" extrusionOk="0">
                  <a:moveTo>
                    <a:pt x="19006" y="1062"/>
                  </a:moveTo>
                  <a:lnTo>
                    <a:pt x="19006" y="37364"/>
                  </a:lnTo>
                  <a:lnTo>
                    <a:pt x="692" y="37364"/>
                  </a:lnTo>
                  <a:lnTo>
                    <a:pt x="692" y="15794"/>
                  </a:lnTo>
                  <a:lnTo>
                    <a:pt x="19006" y="1062"/>
                  </a:lnTo>
                  <a:close/>
                  <a:moveTo>
                    <a:pt x="19343" y="0"/>
                  </a:moveTo>
                  <a:cubicBezTo>
                    <a:pt x="19260" y="0"/>
                    <a:pt x="19178" y="35"/>
                    <a:pt x="19128" y="85"/>
                  </a:cubicBezTo>
                  <a:lnTo>
                    <a:pt x="163" y="15347"/>
                  </a:lnTo>
                  <a:cubicBezTo>
                    <a:pt x="82" y="15428"/>
                    <a:pt x="0" y="15509"/>
                    <a:pt x="0" y="15632"/>
                  </a:cubicBezTo>
                  <a:lnTo>
                    <a:pt x="0" y="37689"/>
                  </a:lnTo>
                  <a:cubicBezTo>
                    <a:pt x="0" y="37771"/>
                    <a:pt x="41" y="37893"/>
                    <a:pt x="122" y="37934"/>
                  </a:cubicBezTo>
                  <a:cubicBezTo>
                    <a:pt x="163" y="38015"/>
                    <a:pt x="285" y="38056"/>
                    <a:pt x="367" y="38056"/>
                  </a:cubicBezTo>
                  <a:lnTo>
                    <a:pt x="19331" y="38056"/>
                  </a:lnTo>
                  <a:cubicBezTo>
                    <a:pt x="19413" y="38056"/>
                    <a:pt x="19494" y="38015"/>
                    <a:pt x="19576" y="37934"/>
                  </a:cubicBezTo>
                  <a:cubicBezTo>
                    <a:pt x="19616" y="37852"/>
                    <a:pt x="19657" y="37771"/>
                    <a:pt x="19657" y="37689"/>
                  </a:cubicBezTo>
                  <a:lnTo>
                    <a:pt x="19657" y="329"/>
                  </a:lnTo>
                  <a:cubicBezTo>
                    <a:pt x="19657" y="207"/>
                    <a:pt x="19576" y="85"/>
                    <a:pt x="19494" y="45"/>
                  </a:cubicBezTo>
                  <a:cubicBezTo>
                    <a:pt x="19448" y="13"/>
                    <a:pt x="19395" y="0"/>
                    <a:pt x="193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701;p35">
              <a:extLst>
                <a:ext uri="{FF2B5EF4-FFF2-40B4-BE49-F238E27FC236}">
                  <a16:creationId xmlns:a16="http://schemas.microsoft.com/office/drawing/2014/main" id="{DE5BCB20-F435-D5B2-1390-1CC006A95313}"/>
                </a:ext>
              </a:extLst>
            </p:cNvPr>
            <p:cNvSpPr/>
            <p:nvPr/>
          </p:nvSpPr>
          <p:spPr>
            <a:xfrm>
              <a:off x="1820900" y="4907100"/>
              <a:ext cx="109900" cy="551475"/>
            </a:xfrm>
            <a:custGeom>
              <a:avLst/>
              <a:gdLst/>
              <a:ahLst/>
              <a:cxnLst/>
              <a:rect l="l" t="t" r="r" b="b"/>
              <a:pathLst>
                <a:path w="4396" h="22059" extrusionOk="0">
                  <a:moveTo>
                    <a:pt x="1" y="1"/>
                  </a:moveTo>
                  <a:lnTo>
                    <a:pt x="1" y="22058"/>
                  </a:lnTo>
                  <a:lnTo>
                    <a:pt x="4396" y="22058"/>
                  </a:lnTo>
                  <a:lnTo>
                    <a:pt x="43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702;p35">
              <a:extLst>
                <a:ext uri="{FF2B5EF4-FFF2-40B4-BE49-F238E27FC236}">
                  <a16:creationId xmlns:a16="http://schemas.microsoft.com/office/drawing/2014/main" id="{6170551F-D8DE-DABF-CBEA-0E8C6771825D}"/>
                </a:ext>
              </a:extLst>
            </p:cNvPr>
            <p:cNvSpPr/>
            <p:nvPr/>
          </p:nvSpPr>
          <p:spPr>
            <a:xfrm>
              <a:off x="1812775" y="4898950"/>
              <a:ext cx="126175" cy="568775"/>
            </a:xfrm>
            <a:custGeom>
              <a:avLst/>
              <a:gdLst/>
              <a:ahLst/>
              <a:cxnLst/>
              <a:rect l="l" t="t" r="r" b="b"/>
              <a:pathLst>
                <a:path w="5047" h="22751" extrusionOk="0">
                  <a:moveTo>
                    <a:pt x="4355" y="652"/>
                  </a:moveTo>
                  <a:lnTo>
                    <a:pt x="4355" y="22059"/>
                  </a:lnTo>
                  <a:lnTo>
                    <a:pt x="692" y="22059"/>
                  </a:lnTo>
                  <a:lnTo>
                    <a:pt x="692" y="652"/>
                  </a:lnTo>
                  <a:close/>
                  <a:moveTo>
                    <a:pt x="326" y="1"/>
                  </a:moveTo>
                  <a:cubicBezTo>
                    <a:pt x="244" y="1"/>
                    <a:pt x="163" y="1"/>
                    <a:pt x="82" y="82"/>
                  </a:cubicBezTo>
                  <a:cubicBezTo>
                    <a:pt x="41" y="164"/>
                    <a:pt x="0" y="245"/>
                    <a:pt x="0" y="327"/>
                  </a:cubicBezTo>
                  <a:lnTo>
                    <a:pt x="0" y="22384"/>
                  </a:lnTo>
                  <a:cubicBezTo>
                    <a:pt x="0" y="22466"/>
                    <a:pt x="41" y="22588"/>
                    <a:pt x="82" y="22629"/>
                  </a:cubicBezTo>
                  <a:cubicBezTo>
                    <a:pt x="163" y="22710"/>
                    <a:pt x="244" y="22751"/>
                    <a:pt x="326" y="22751"/>
                  </a:cubicBezTo>
                  <a:lnTo>
                    <a:pt x="4721" y="22751"/>
                  </a:lnTo>
                  <a:cubicBezTo>
                    <a:pt x="4802" y="22751"/>
                    <a:pt x="4884" y="22710"/>
                    <a:pt x="4924" y="22629"/>
                  </a:cubicBezTo>
                  <a:cubicBezTo>
                    <a:pt x="5006" y="22547"/>
                    <a:pt x="5047" y="22466"/>
                    <a:pt x="5047" y="22384"/>
                  </a:cubicBezTo>
                  <a:lnTo>
                    <a:pt x="5047" y="327"/>
                  </a:lnTo>
                  <a:cubicBezTo>
                    <a:pt x="5047" y="245"/>
                    <a:pt x="5006" y="164"/>
                    <a:pt x="4924" y="82"/>
                  </a:cubicBezTo>
                  <a:cubicBezTo>
                    <a:pt x="4884" y="1"/>
                    <a:pt x="4802" y="1"/>
                    <a:pt x="47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03;p35">
              <a:extLst>
                <a:ext uri="{FF2B5EF4-FFF2-40B4-BE49-F238E27FC236}">
                  <a16:creationId xmlns:a16="http://schemas.microsoft.com/office/drawing/2014/main" id="{D539CC06-E7E7-08A7-8CED-CC3FB400233E}"/>
                </a:ext>
              </a:extLst>
            </p:cNvPr>
            <p:cNvSpPr/>
            <p:nvPr/>
          </p:nvSpPr>
          <p:spPr>
            <a:xfrm>
              <a:off x="1930800" y="4524550"/>
              <a:ext cx="474125" cy="934025"/>
            </a:xfrm>
            <a:custGeom>
              <a:avLst/>
              <a:gdLst/>
              <a:ahLst/>
              <a:cxnLst/>
              <a:rect l="l" t="t" r="r" b="b"/>
              <a:pathLst>
                <a:path w="18965" h="37361" extrusionOk="0">
                  <a:moveTo>
                    <a:pt x="18965" y="0"/>
                  </a:moveTo>
                  <a:lnTo>
                    <a:pt x="0" y="15303"/>
                  </a:lnTo>
                  <a:lnTo>
                    <a:pt x="0" y="37360"/>
                  </a:lnTo>
                  <a:lnTo>
                    <a:pt x="18965" y="37360"/>
                  </a:lnTo>
                  <a:lnTo>
                    <a:pt x="1896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704;p35">
              <a:extLst>
                <a:ext uri="{FF2B5EF4-FFF2-40B4-BE49-F238E27FC236}">
                  <a16:creationId xmlns:a16="http://schemas.microsoft.com/office/drawing/2014/main" id="{B9233127-8E5A-C2DE-951C-1C708E5BA9D3}"/>
                </a:ext>
              </a:extLst>
            </p:cNvPr>
            <p:cNvSpPr/>
            <p:nvPr/>
          </p:nvSpPr>
          <p:spPr>
            <a:xfrm>
              <a:off x="1921625" y="4516325"/>
              <a:ext cx="491450" cy="951400"/>
            </a:xfrm>
            <a:custGeom>
              <a:avLst/>
              <a:gdLst/>
              <a:ahLst/>
              <a:cxnLst/>
              <a:rect l="l" t="t" r="r" b="b"/>
              <a:pathLst>
                <a:path w="19658" h="38056" extrusionOk="0">
                  <a:moveTo>
                    <a:pt x="18966" y="1062"/>
                  </a:moveTo>
                  <a:lnTo>
                    <a:pt x="18966" y="37364"/>
                  </a:lnTo>
                  <a:lnTo>
                    <a:pt x="693" y="37364"/>
                  </a:lnTo>
                  <a:lnTo>
                    <a:pt x="693" y="15794"/>
                  </a:lnTo>
                  <a:lnTo>
                    <a:pt x="18966" y="1062"/>
                  </a:lnTo>
                  <a:close/>
                  <a:moveTo>
                    <a:pt x="19314" y="0"/>
                  </a:moveTo>
                  <a:cubicBezTo>
                    <a:pt x="19239" y="0"/>
                    <a:pt x="19163" y="35"/>
                    <a:pt x="19088" y="85"/>
                  </a:cubicBezTo>
                  <a:lnTo>
                    <a:pt x="123" y="15347"/>
                  </a:lnTo>
                  <a:cubicBezTo>
                    <a:pt x="41" y="15428"/>
                    <a:pt x="1" y="15509"/>
                    <a:pt x="1" y="15632"/>
                  </a:cubicBezTo>
                  <a:lnTo>
                    <a:pt x="1" y="37689"/>
                  </a:lnTo>
                  <a:cubicBezTo>
                    <a:pt x="1" y="37771"/>
                    <a:pt x="41" y="37893"/>
                    <a:pt x="123" y="37934"/>
                  </a:cubicBezTo>
                  <a:cubicBezTo>
                    <a:pt x="164" y="38015"/>
                    <a:pt x="245" y="38056"/>
                    <a:pt x="367" y="38056"/>
                  </a:cubicBezTo>
                  <a:lnTo>
                    <a:pt x="19332" y="38056"/>
                  </a:lnTo>
                  <a:cubicBezTo>
                    <a:pt x="19413" y="38056"/>
                    <a:pt x="19495" y="38015"/>
                    <a:pt x="19576" y="37934"/>
                  </a:cubicBezTo>
                  <a:cubicBezTo>
                    <a:pt x="19617" y="37852"/>
                    <a:pt x="19657" y="37771"/>
                    <a:pt x="19657" y="37689"/>
                  </a:cubicBezTo>
                  <a:lnTo>
                    <a:pt x="19657" y="329"/>
                  </a:lnTo>
                  <a:cubicBezTo>
                    <a:pt x="19657" y="207"/>
                    <a:pt x="19576" y="85"/>
                    <a:pt x="19454" y="45"/>
                  </a:cubicBezTo>
                  <a:cubicBezTo>
                    <a:pt x="19407" y="13"/>
                    <a:pt x="19361" y="0"/>
                    <a:pt x="193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05;p35">
              <a:extLst>
                <a:ext uri="{FF2B5EF4-FFF2-40B4-BE49-F238E27FC236}">
                  <a16:creationId xmlns:a16="http://schemas.microsoft.com/office/drawing/2014/main" id="{B6E3196F-69D4-7C0D-605A-707492A35B64}"/>
                </a:ext>
              </a:extLst>
            </p:cNvPr>
            <p:cNvSpPr/>
            <p:nvPr/>
          </p:nvSpPr>
          <p:spPr>
            <a:xfrm>
              <a:off x="1398675" y="4437050"/>
              <a:ext cx="5067825" cy="567750"/>
            </a:xfrm>
            <a:custGeom>
              <a:avLst/>
              <a:gdLst/>
              <a:ahLst/>
              <a:cxnLst/>
              <a:rect l="l" t="t" r="r" b="b"/>
              <a:pathLst>
                <a:path w="202713" h="22710" extrusionOk="0">
                  <a:moveTo>
                    <a:pt x="202713" y="0"/>
                  </a:moveTo>
                  <a:lnTo>
                    <a:pt x="0" y="21285"/>
                  </a:lnTo>
                  <a:lnTo>
                    <a:pt x="82" y="22709"/>
                  </a:lnTo>
                  <a:lnTo>
                    <a:pt x="175039" y="22709"/>
                  </a:lnTo>
                  <a:lnTo>
                    <a:pt x="202713" y="1425"/>
                  </a:lnTo>
                  <a:lnTo>
                    <a:pt x="20271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706;p35">
              <a:extLst>
                <a:ext uri="{FF2B5EF4-FFF2-40B4-BE49-F238E27FC236}">
                  <a16:creationId xmlns:a16="http://schemas.microsoft.com/office/drawing/2014/main" id="{8CA466DF-6BBE-A6F8-E757-10E4E3B78CA2}"/>
                </a:ext>
              </a:extLst>
            </p:cNvPr>
            <p:cNvSpPr/>
            <p:nvPr/>
          </p:nvSpPr>
          <p:spPr>
            <a:xfrm>
              <a:off x="1390525" y="4428500"/>
              <a:ext cx="5084125" cy="584450"/>
            </a:xfrm>
            <a:custGeom>
              <a:avLst/>
              <a:gdLst/>
              <a:ahLst/>
              <a:cxnLst/>
              <a:rect l="l" t="t" r="r" b="b"/>
              <a:pathLst>
                <a:path w="203365" h="23378" extrusionOk="0">
                  <a:moveTo>
                    <a:pt x="202713" y="709"/>
                  </a:moveTo>
                  <a:lnTo>
                    <a:pt x="202713" y="1604"/>
                  </a:lnTo>
                  <a:lnTo>
                    <a:pt x="175214" y="22726"/>
                  </a:lnTo>
                  <a:lnTo>
                    <a:pt x="733" y="22726"/>
                  </a:lnTo>
                  <a:lnTo>
                    <a:pt x="693" y="21912"/>
                  </a:lnTo>
                  <a:lnTo>
                    <a:pt x="202713" y="709"/>
                  </a:lnTo>
                  <a:close/>
                  <a:moveTo>
                    <a:pt x="203071" y="1"/>
                  </a:moveTo>
                  <a:cubicBezTo>
                    <a:pt x="203044" y="1"/>
                    <a:pt x="203020" y="6"/>
                    <a:pt x="202998" y="17"/>
                  </a:cubicBezTo>
                  <a:lnTo>
                    <a:pt x="286" y="21261"/>
                  </a:lnTo>
                  <a:cubicBezTo>
                    <a:pt x="123" y="21302"/>
                    <a:pt x="1" y="21464"/>
                    <a:pt x="1" y="21627"/>
                  </a:cubicBezTo>
                  <a:lnTo>
                    <a:pt x="82" y="23051"/>
                  </a:lnTo>
                  <a:cubicBezTo>
                    <a:pt x="82" y="23255"/>
                    <a:pt x="204" y="23377"/>
                    <a:pt x="408" y="23377"/>
                  </a:cubicBezTo>
                  <a:lnTo>
                    <a:pt x="175365" y="23377"/>
                  </a:lnTo>
                  <a:cubicBezTo>
                    <a:pt x="175446" y="23377"/>
                    <a:pt x="175527" y="23377"/>
                    <a:pt x="175568" y="23296"/>
                  </a:cubicBezTo>
                  <a:lnTo>
                    <a:pt x="203242" y="2052"/>
                  </a:lnTo>
                  <a:cubicBezTo>
                    <a:pt x="203323" y="1970"/>
                    <a:pt x="203364" y="1889"/>
                    <a:pt x="203364" y="1767"/>
                  </a:cubicBezTo>
                  <a:lnTo>
                    <a:pt x="203364" y="342"/>
                  </a:lnTo>
                  <a:cubicBezTo>
                    <a:pt x="203364" y="220"/>
                    <a:pt x="203323" y="139"/>
                    <a:pt x="203283" y="98"/>
                  </a:cubicBezTo>
                  <a:cubicBezTo>
                    <a:pt x="203223" y="39"/>
                    <a:pt x="203142" y="1"/>
                    <a:pt x="2030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707;p35">
              <a:extLst>
                <a:ext uri="{FF2B5EF4-FFF2-40B4-BE49-F238E27FC236}">
                  <a16:creationId xmlns:a16="http://schemas.microsoft.com/office/drawing/2014/main" id="{FDC0D813-FD04-687D-8415-C5E5C8F50070}"/>
                </a:ext>
              </a:extLst>
            </p:cNvPr>
            <p:cNvSpPr/>
            <p:nvPr/>
          </p:nvSpPr>
          <p:spPr>
            <a:xfrm>
              <a:off x="1400700" y="4437050"/>
              <a:ext cx="5065800" cy="531125"/>
            </a:xfrm>
            <a:custGeom>
              <a:avLst/>
              <a:gdLst/>
              <a:ahLst/>
              <a:cxnLst/>
              <a:rect l="l" t="t" r="r" b="b"/>
              <a:pathLst>
                <a:path w="202632" h="21245" extrusionOk="0">
                  <a:moveTo>
                    <a:pt x="44157" y="0"/>
                  </a:moveTo>
                  <a:lnTo>
                    <a:pt x="1" y="21244"/>
                  </a:lnTo>
                  <a:lnTo>
                    <a:pt x="174958" y="21244"/>
                  </a:lnTo>
                  <a:lnTo>
                    <a:pt x="202632"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708;p35">
              <a:extLst>
                <a:ext uri="{FF2B5EF4-FFF2-40B4-BE49-F238E27FC236}">
                  <a16:creationId xmlns:a16="http://schemas.microsoft.com/office/drawing/2014/main" id="{E2F5057B-6109-C599-02D7-5A2888DF9155}"/>
                </a:ext>
              </a:extLst>
            </p:cNvPr>
            <p:cNvSpPr/>
            <p:nvPr/>
          </p:nvSpPr>
          <p:spPr>
            <a:xfrm>
              <a:off x="1391550" y="4427900"/>
              <a:ext cx="5084100" cy="549425"/>
            </a:xfrm>
            <a:custGeom>
              <a:avLst/>
              <a:gdLst/>
              <a:ahLst/>
              <a:cxnLst/>
              <a:rect l="l" t="t" r="r" b="b"/>
              <a:pathLst>
                <a:path w="203364" h="21977" extrusionOk="0">
                  <a:moveTo>
                    <a:pt x="201980" y="692"/>
                  </a:moveTo>
                  <a:lnTo>
                    <a:pt x="175226" y="21285"/>
                  </a:lnTo>
                  <a:lnTo>
                    <a:pt x="1832" y="21285"/>
                  </a:lnTo>
                  <a:lnTo>
                    <a:pt x="44564" y="692"/>
                  </a:lnTo>
                  <a:close/>
                  <a:moveTo>
                    <a:pt x="44523" y="0"/>
                  </a:moveTo>
                  <a:lnTo>
                    <a:pt x="44360" y="41"/>
                  </a:lnTo>
                  <a:lnTo>
                    <a:pt x="204" y="21326"/>
                  </a:lnTo>
                  <a:cubicBezTo>
                    <a:pt x="82" y="21407"/>
                    <a:pt x="1" y="21570"/>
                    <a:pt x="41" y="21692"/>
                  </a:cubicBezTo>
                  <a:cubicBezTo>
                    <a:pt x="82" y="21855"/>
                    <a:pt x="204" y="21977"/>
                    <a:pt x="367" y="21977"/>
                  </a:cubicBezTo>
                  <a:lnTo>
                    <a:pt x="175324" y="21977"/>
                  </a:lnTo>
                  <a:cubicBezTo>
                    <a:pt x="175405" y="21977"/>
                    <a:pt x="175486" y="21936"/>
                    <a:pt x="175527" y="21895"/>
                  </a:cubicBezTo>
                  <a:lnTo>
                    <a:pt x="203201" y="611"/>
                  </a:lnTo>
                  <a:cubicBezTo>
                    <a:pt x="203323" y="529"/>
                    <a:pt x="203364" y="407"/>
                    <a:pt x="203323" y="244"/>
                  </a:cubicBezTo>
                  <a:cubicBezTo>
                    <a:pt x="203282" y="122"/>
                    <a:pt x="203160" y="0"/>
                    <a:pt x="20299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709;p35">
              <a:extLst>
                <a:ext uri="{FF2B5EF4-FFF2-40B4-BE49-F238E27FC236}">
                  <a16:creationId xmlns:a16="http://schemas.microsoft.com/office/drawing/2014/main" id="{93660EEE-3D37-8B43-B095-8740C7C0FCF9}"/>
                </a:ext>
              </a:extLst>
            </p:cNvPr>
            <p:cNvSpPr/>
            <p:nvPr/>
          </p:nvSpPr>
          <p:spPr>
            <a:xfrm>
              <a:off x="5056325" y="4664950"/>
              <a:ext cx="755975" cy="213700"/>
            </a:xfrm>
            <a:custGeom>
              <a:avLst/>
              <a:gdLst/>
              <a:ahLst/>
              <a:cxnLst/>
              <a:rect l="l" t="t" r="r" b="b"/>
              <a:pathLst>
                <a:path w="30239" h="8548" extrusionOk="0">
                  <a:moveTo>
                    <a:pt x="10704" y="1"/>
                  </a:moveTo>
                  <a:lnTo>
                    <a:pt x="0" y="8547"/>
                  </a:lnTo>
                  <a:lnTo>
                    <a:pt x="18558" y="8547"/>
                  </a:lnTo>
                  <a:lnTo>
                    <a:pt x="30238"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710;p35">
              <a:extLst>
                <a:ext uri="{FF2B5EF4-FFF2-40B4-BE49-F238E27FC236}">
                  <a16:creationId xmlns:a16="http://schemas.microsoft.com/office/drawing/2014/main" id="{A77EF06C-72C0-F874-C061-4C1B8931EE17}"/>
                </a:ext>
              </a:extLst>
            </p:cNvPr>
            <p:cNvSpPr/>
            <p:nvPr/>
          </p:nvSpPr>
          <p:spPr>
            <a:xfrm>
              <a:off x="5047175" y="4656825"/>
              <a:ext cx="774275" cy="230975"/>
            </a:xfrm>
            <a:custGeom>
              <a:avLst/>
              <a:gdLst/>
              <a:ahLst/>
              <a:cxnLst/>
              <a:rect l="l" t="t" r="r" b="b"/>
              <a:pathLst>
                <a:path w="30971" h="9239" extrusionOk="0">
                  <a:moveTo>
                    <a:pt x="29546" y="651"/>
                  </a:moveTo>
                  <a:lnTo>
                    <a:pt x="18831" y="8546"/>
                  </a:lnTo>
                  <a:lnTo>
                    <a:pt x="1343" y="8546"/>
                  </a:lnTo>
                  <a:lnTo>
                    <a:pt x="11192" y="651"/>
                  </a:lnTo>
                  <a:close/>
                  <a:moveTo>
                    <a:pt x="11070" y="0"/>
                  </a:moveTo>
                  <a:cubicBezTo>
                    <a:pt x="10988" y="0"/>
                    <a:pt x="10907" y="0"/>
                    <a:pt x="10866" y="41"/>
                  </a:cubicBezTo>
                  <a:lnTo>
                    <a:pt x="163" y="8628"/>
                  </a:lnTo>
                  <a:cubicBezTo>
                    <a:pt x="41" y="8709"/>
                    <a:pt x="0" y="8872"/>
                    <a:pt x="82" y="8994"/>
                  </a:cubicBezTo>
                  <a:cubicBezTo>
                    <a:pt x="122" y="9116"/>
                    <a:pt x="244" y="9238"/>
                    <a:pt x="366" y="9238"/>
                  </a:cubicBezTo>
                  <a:lnTo>
                    <a:pt x="18924" y="9238"/>
                  </a:lnTo>
                  <a:cubicBezTo>
                    <a:pt x="18965" y="9238"/>
                    <a:pt x="19046" y="9198"/>
                    <a:pt x="19128" y="9157"/>
                  </a:cubicBezTo>
                  <a:lnTo>
                    <a:pt x="30808" y="611"/>
                  </a:lnTo>
                  <a:cubicBezTo>
                    <a:pt x="30889" y="529"/>
                    <a:pt x="30971" y="366"/>
                    <a:pt x="30889" y="204"/>
                  </a:cubicBezTo>
                  <a:cubicBezTo>
                    <a:pt x="30849" y="81"/>
                    <a:pt x="30726" y="0"/>
                    <a:pt x="306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711;p35">
              <a:extLst>
                <a:ext uri="{FF2B5EF4-FFF2-40B4-BE49-F238E27FC236}">
                  <a16:creationId xmlns:a16="http://schemas.microsoft.com/office/drawing/2014/main" id="{E8F8A98E-A353-D0B2-F0E4-8C26BA27C54C}"/>
                </a:ext>
              </a:extLst>
            </p:cNvPr>
            <p:cNvSpPr/>
            <p:nvPr/>
          </p:nvSpPr>
          <p:spPr>
            <a:xfrm>
              <a:off x="5774625" y="4437050"/>
              <a:ext cx="691875" cy="567750"/>
            </a:xfrm>
            <a:custGeom>
              <a:avLst/>
              <a:gdLst/>
              <a:ahLst/>
              <a:cxnLst/>
              <a:rect l="l" t="t" r="r" b="b"/>
              <a:pathLst>
                <a:path w="27675" h="22710" extrusionOk="0">
                  <a:moveTo>
                    <a:pt x="27675" y="0"/>
                  </a:moveTo>
                  <a:lnTo>
                    <a:pt x="1" y="21244"/>
                  </a:lnTo>
                  <a:lnTo>
                    <a:pt x="1" y="22709"/>
                  </a:lnTo>
                  <a:lnTo>
                    <a:pt x="27675" y="1425"/>
                  </a:lnTo>
                  <a:lnTo>
                    <a:pt x="27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712;p35">
              <a:extLst>
                <a:ext uri="{FF2B5EF4-FFF2-40B4-BE49-F238E27FC236}">
                  <a16:creationId xmlns:a16="http://schemas.microsoft.com/office/drawing/2014/main" id="{110A56FE-3066-9943-B0D7-0C6EBA2B06C3}"/>
                </a:ext>
              </a:extLst>
            </p:cNvPr>
            <p:cNvSpPr/>
            <p:nvPr/>
          </p:nvSpPr>
          <p:spPr>
            <a:xfrm>
              <a:off x="5766475" y="4428250"/>
              <a:ext cx="708175" cy="584775"/>
            </a:xfrm>
            <a:custGeom>
              <a:avLst/>
              <a:gdLst/>
              <a:ahLst/>
              <a:cxnLst/>
              <a:rect l="l" t="t" r="r" b="b"/>
              <a:pathLst>
                <a:path w="28327" h="23391" extrusionOk="0">
                  <a:moveTo>
                    <a:pt x="27675" y="1044"/>
                  </a:moveTo>
                  <a:lnTo>
                    <a:pt x="27675" y="1614"/>
                  </a:lnTo>
                  <a:lnTo>
                    <a:pt x="652" y="22370"/>
                  </a:lnTo>
                  <a:lnTo>
                    <a:pt x="652" y="22370"/>
                  </a:lnTo>
                  <a:lnTo>
                    <a:pt x="652" y="21800"/>
                  </a:lnTo>
                  <a:lnTo>
                    <a:pt x="27675" y="1044"/>
                  </a:lnTo>
                  <a:close/>
                  <a:moveTo>
                    <a:pt x="27999" y="0"/>
                  </a:moveTo>
                  <a:cubicBezTo>
                    <a:pt x="27920" y="0"/>
                    <a:pt x="27845" y="20"/>
                    <a:pt x="27797" y="68"/>
                  </a:cubicBezTo>
                  <a:lnTo>
                    <a:pt x="123" y="21352"/>
                  </a:lnTo>
                  <a:cubicBezTo>
                    <a:pt x="42" y="21393"/>
                    <a:pt x="1" y="21515"/>
                    <a:pt x="1" y="21596"/>
                  </a:cubicBezTo>
                  <a:lnTo>
                    <a:pt x="1" y="23061"/>
                  </a:lnTo>
                  <a:cubicBezTo>
                    <a:pt x="1" y="23184"/>
                    <a:pt x="82" y="23306"/>
                    <a:pt x="164" y="23346"/>
                  </a:cubicBezTo>
                  <a:cubicBezTo>
                    <a:pt x="210" y="23377"/>
                    <a:pt x="263" y="23391"/>
                    <a:pt x="315" y="23391"/>
                  </a:cubicBezTo>
                  <a:cubicBezTo>
                    <a:pt x="398" y="23391"/>
                    <a:pt x="480" y="23356"/>
                    <a:pt x="530" y="23306"/>
                  </a:cubicBezTo>
                  <a:lnTo>
                    <a:pt x="28204" y="2062"/>
                  </a:lnTo>
                  <a:cubicBezTo>
                    <a:pt x="28285" y="1980"/>
                    <a:pt x="28326" y="1899"/>
                    <a:pt x="28326" y="1777"/>
                  </a:cubicBezTo>
                  <a:lnTo>
                    <a:pt x="28326" y="352"/>
                  </a:lnTo>
                  <a:cubicBezTo>
                    <a:pt x="28326" y="230"/>
                    <a:pt x="28245" y="108"/>
                    <a:pt x="28163" y="27"/>
                  </a:cubicBezTo>
                  <a:cubicBezTo>
                    <a:pt x="28113" y="10"/>
                    <a:pt x="28055" y="0"/>
                    <a:pt x="279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713;p35">
              <a:extLst>
                <a:ext uri="{FF2B5EF4-FFF2-40B4-BE49-F238E27FC236}">
                  <a16:creationId xmlns:a16="http://schemas.microsoft.com/office/drawing/2014/main" id="{576D4B2A-C0D0-3209-FB47-106EDCE4D785}"/>
                </a:ext>
              </a:extLst>
            </p:cNvPr>
            <p:cNvSpPr/>
            <p:nvPr/>
          </p:nvSpPr>
          <p:spPr>
            <a:xfrm>
              <a:off x="5189600" y="4452300"/>
              <a:ext cx="914700" cy="283675"/>
            </a:xfrm>
            <a:custGeom>
              <a:avLst/>
              <a:gdLst/>
              <a:ahLst/>
              <a:cxnLst/>
              <a:rect l="l" t="t" r="r" b="b"/>
              <a:pathLst>
                <a:path w="36588" h="11347" extrusionOk="0">
                  <a:moveTo>
                    <a:pt x="33128" y="1"/>
                  </a:moveTo>
                  <a:cubicBezTo>
                    <a:pt x="32599" y="1"/>
                    <a:pt x="32274" y="42"/>
                    <a:pt x="32233" y="42"/>
                  </a:cubicBezTo>
                  <a:lnTo>
                    <a:pt x="367" y="42"/>
                  </a:lnTo>
                  <a:cubicBezTo>
                    <a:pt x="164" y="42"/>
                    <a:pt x="1" y="204"/>
                    <a:pt x="1" y="367"/>
                  </a:cubicBezTo>
                  <a:cubicBezTo>
                    <a:pt x="1" y="571"/>
                    <a:pt x="164" y="733"/>
                    <a:pt x="367" y="733"/>
                  </a:cubicBezTo>
                  <a:lnTo>
                    <a:pt x="32274" y="733"/>
                  </a:lnTo>
                  <a:lnTo>
                    <a:pt x="32314" y="693"/>
                  </a:lnTo>
                  <a:lnTo>
                    <a:pt x="33128" y="693"/>
                  </a:lnTo>
                  <a:cubicBezTo>
                    <a:pt x="33698" y="693"/>
                    <a:pt x="34430" y="733"/>
                    <a:pt x="35000" y="896"/>
                  </a:cubicBezTo>
                  <a:cubicBezTo>
                    <a:pt x="35285" y="1018"/>
                    <a:pt x="35529" y="1140"/>
                    <a:pt x="35692" y="1263"/>
                  </a:cubicBezTo>
                  <a:cubicBezTo>
                    <a:pt x="35814" y="1385"/>
                    <a:pt x="35896" y="1547"/>
                    <a:pt x="35896" y="1751"/>
                  </a:cubicBezTo>
                  <a:cubicBezTo>
                    <a:pt x="35896" y="1873"/>
                    <a:pt x="35855" y="1995"/>
                    <a:pt x="35814" y="2158"/>
                  </a:cubicBezTo>
                  <a:cubicBezTo>
                    <a:pt x="35611" y="2687"/>
                    <a:pt x="35285" y="3053"/>
                    <a:pt x="34675" y="3379"/>
                  </a:cubicBezTo>
                  <a:cubicBezTo>
                    <a:pt x="33739" y="3867"/>
                    <a:pt x="32274" y="4193"/>
                    <a:pt x="30198" y="4356"/>
                  </a:cubicBezTo>
                  <a:cubicBezTo>
                    <a:pt x="28082" y="4559"/>
                    <a:pt x="25355" y="4640"/>
                    <a:pt x="21936" y="4762"/>
                  </a:cubicBezTo>
                  <a:cubicBezTo>
                    <a:pt x="17256" y="4925"/>
                    <a:pt x="14326" y="6431"/>
                    <a:pt x="12535" y="7896"/>
                  </a:cubicBezTo>
                  <a:cubicBezTo>
                    <a:pt x="10745" y="9402"/>
                    <a:pt x="10094" y="10867"/>
                    <a:pt x="10094" y="10867"/>
                  </a:cubicBezTo>
                  <a:cubicBezTo>
                    <a:pt x="10012" y="11071"/>
                    <a:pt x="10094" y="11274"/>
                    <a:pt x="10256" y="11315"/>
                  </a:cubicBezTo>
                  <a:cubicBezTo>
                    <a:pt x="10311" y="11337"/>
                    <a:pt x="10365" y="11347"/>
                    <a:pt x="10417" y="11347"/>
                  </a:cubicBezTo>
                  <a:cubicBezTo>
                    <a:pt x="10557" y="11347"/>
                    <a:pt x="10674" y="11271"/>
                    <a:pt x="10704" y="11152"/>
                  </a:cubicBezTo>
                  <a:cubicBezTo>
                    <a:pt x="10785" y="11030"/>
                    <a:pt x="11396" y="9646"/>
                    <a:pt x="13105" y="8303"/>
                  </a:cubicBezTo>
                  <a:cubicBezTo>
                    <a:pt x="14814" y="6960"/>
                    <a:pt x="17582" y="5576"/>
                    <a:pt x="21936" y="5454"/>
                  </a:cubicBezTo>
                  <a:cubicBezTo>
                    <a:pt x="26535" y="5292"/>
                    <a:pt x="29872" y="5169"/>
                    <a:pt x="32192" y="4803"/>
                  </a:cubicBezTo>
                  <a:cubicBezTo>
                    <a:pt x="33372" y="4640"/>
                    <a:pt x="34268" y="4356"/>
                    <a:pt x="35000" y="3989"/>
                  </a:cubicBezTo>
                  <a:cubicBezTo>
                    <a:pt x="35692" y="3623"/>
                    <a:pt x="36180" y="3094"/>
                    <a:pt x="36425" y="2402"/>
                  </a:cubicBezTo>
                  <a:cubicBezTo>
                    <a:pt x="36547" y="2199"/>
                    <a:pt x="36587" y="1954"/>
                    <a:pt x="36587" y="1751"/>
                  </a:cubicBezTo>
                  <a:cubicBezTo>
                    <a:pt x="36587" y="1344"/>
                    <a:pt x="36384" y="1018"/>
                    <a:pt x="36140" y="774"/>
                  </a:cubicBezTo>
                  <a:cubicBezTo>
                    <a:pt x="35773" y="408"/>
                    <a:pt x="35244" y="245"/>
                    <a:pt x="34675" y="123"/>
                  </a:cubicBezTo>
                  <a:cubicBezTo>
                    <a:pt x="34146" y="42"/>
                    <a:pt x="33576" y="1"/>
                    <a:pt x="33128"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714;p35">
              <a:extLst>
                <a:ext uri="{FF2B5EF4-FFF2-40B4-BE49-F238E27FC236}">
                  <a16:creationId xmlns:a16="http://schemas.microsoft.com/office/drawing/2014/main" id="{25EDB057-2CC5-FCB0-B1C7-125F8EB23E7D}"/>
                </a:ext>
              </a:extLst>
            </p:cNvPr>
            <p:cNvSpPr/>
            <p:nvPr/>
          </p:nvSpPr>
          <p:spPr>
            <a:xfrm>
              <a:off x="5292375" y="4676900"/>
              <a:ext cx="262500" cy="176300"/>
            </a:xfrm>
            <a:custGeom>
              <a:avLst/>
              <a:gdLst/>
              <a:ahLst/>
              <a:cxnLst/>
              <a:rect l="l" t="t" r="r" b="b"/>
              <a:pathLst>
                <a:path w="10500" h="7052" extrusionOk="0">
                  <a:moveTo>
                    <a:pt x="6975" y="1"/>
                  </a:moveTo>
                  <a:cubicBezTo>
                    <a:pt x="5952" y="1"/>
                    <a:pt x="4660" y="133"/>
                    <a:pt x="3581" y="662"/>
                  </a:cubicBezTo>
                  <a:cubicBezTo>
                    <a:pt x="2279" y="1354"/>
                    <a:pt x="1058" y="3714"/>
                    <a:pt x="366" y="5342"/>
                  </a:cubicBezTo>
                  <a:cubicBezTo>
                    <a:pt x="0" y="6156"/>
                    <a:pt x="611" y="7052"/>
                    <a:pt x="1506" y="7052"/>
                  </a:cubicBezTo>
                  <a:lnTo>
                    <a:pt x="5535" y="7052"/>
                  </a:lnTo>
                  <a:cubicBezTo>
                    <a:pt x="5861" y="7052"/>
                    <a:pt x="6227" y="6930"/>
                    <a:pt x="6430" y="6645"/>
                  </a:cubicBezTo>
                  <a:lnTo>
                    <a:pt x="10500" y="2087"/>
                  </a:lnTo>
                  <a:cubicBezTo>
                    <a:pt x="10500" y="2087"/>
                    <a:pt x="10337" y="337"/>
                    <a:pt x="8750" y="133"/>
                  </a:cubicBezTo>
                  <a:cubicBezTo>
                    <a:pt x="8750" y="133"/>
                    <a:pt x="7997" y="1"/>
                    <a:pt x="69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715;p35">
              <a:extLst>
                <a:ext uri="{FF2B5EF4-FFF2-40B4-BE49-F238E27FC236}">
                  <a16:creationId xmlns:a16="http://schemas.microsoft.com/office/drawing/2014/main" id="{9AA93D03-B77B-D4E7-2F3C-C712C4BF61AD}"/>
                </a:ext>
              </a:extLst>
            </p:cNvPr>
            <p:cNvSpPr/>
            <p:nvPr/>
          </p:nvSpPr>
          <p:spPr>
            <a:xfrm>
              <a:off x="5442950" y="4707275"/>
              <a:ext cx="72250" cy="119475"/>
            </a:xfrm>
            <a:custGeom>
              <a:avLst/>
              <a:gdLst/>
              <a:ahLst/>
              <a:cxnLst/>
              <a:rect l="l" t="t" r="r" b="b"/>
              <a:pathLst>
                <a:path w="2890" h="4779" extrusionOk="0">
                  <a:moveTo>
                    <a:pt x="2677" y="1"/>
                  </a:moveTo>
                  <a:cubicBezTo>
                    <a:pt x="2651" y="1"/>
                    <a:pt x="2627" y="6"/>
                    <a:pt x="2605" y="17"/>
                  </a:cubicBezTo>
                  <a:cubicBezTo>
                    <a:pt x="244" y="1360"/>
                    <a:pt x="0" y="3435"/>
                    <a:pt x="0" y="4249"/>
                  </a:cubicBezTo>
                  <a:cubicBezTo>
                    <a:pt x="0" y="4494"/>
                    <a:pt x="0" y="4616"/>
                    <a:pt x="0" y="4616"/>
                  </a:cubicBezTo>
                  <a:cubicBezTo>
                    <a:pt x="41" y="4738"/>
                    <a:pt x="122" y="4778"/>
                    <a:pt x="204" y="4778"/>
                  </a:cubicBezTo>
                  <a:cubicBezTo>
                    <a:pt x="285" y="4738"/>
                    <a:pt x="367" y="4656"/>
                    <a:pt x="367" y="4575"/>
                  </a:cubicBezTo>
                  <a:lnTo>
                    <a:pt x="326" y="4494"/>
                  </a:lnTo>
                  <a:cubicBezTo>
                    <a:pt x="326" y="4453"/>
                    <a:pt x="326" y="4372"/>
                    <a:pt x="326" y="4249"/>
                  </a:cubicBezTo>
                  <a:cubicBezTo>
                    <a:pt x="326" y="3476"/>
                    <a:pt x="570" y="1563"/>
                    <a:pt x="2768" y="302"/>
                  </a:cubicBezTo>
                  <a:cubicBezTo>
                    <a:pt x="2849" y="261"/>
                    <a:pt x="2890" y="180"/>
                    <a:pt x="2849" y="98"/>
                  </a:cubicBezTo>
                  <a:cubicBezTo>
                    <a:pt x="2819" y="39"/>
                    <a:pt x="2746" y="1"/>
                    <a:pt x="267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716;p35">
              <a:extLst>
                <a:ext uri="{FF2B5EF4-FFF2-40B4-BE49-F238E27FC236}">
                  <a16:creationId xmlns:a16="http://schemas.microsoft.com/office/drawing/2014/main" id="{66DCBA11-89CB-77F4-CAC8-622AA8F90F7E}"/>
                </a:ext>
              </a:extLst>
            </p:cNvPr>
            <p:cNvSpPr/>
            <p:nvPr/>
          </p:nvSpPr>
          <p:spPr>
            <a:xfrm>
              <a:off x="3283975" y="4592725"/>
              <a:ext cx="2022650" cy="316425"/>
            </a:xfrm>
            <a:custGeom>
              <a:avLst/>
              <a:gdLst/>
              <a:ahLst/>
              <a:cxnLst/>
              <a:rect l="l" t="t" r="r" b="b"/>
              <a:pathLst>
                <a:path w="80906" h="12657" extrusionOk="0">
                  <a:moveTo>
                    <a:pt x="15831" y="0"/>
                  </a:moveTo>
                  <a:lnTo>
                    <a:pt x="0" y="12657"/>
                  </a:lnTo>
                  <a:lnTo>
                    <a:pt x="65075" y="12657"/>
                  </a:lnTo>
                  <a:lnTo>
                    <a:pt x="80906"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717;p35">
              <a:extLst>
                <a:ext uri="{FF2B5EF4-FFF2-40B4-BE49-F238E27FC236}">
                  <a16:creationId xmlns:a16="http://schemas.microsoft.com/office/drawing/2014/main" id="{0B423AFD-1F46-7D69-B100-160D686893E7}"/>
                </a:ext>
              </a:extLst>
            </p:cNvPr>
            <p:cNvSpPr/>
            <p:nvPr/>
          </p:nvSpPr>
          <p:spPr>
            <a:xfrm>
              <a:off x="3274800" y="4584575"/>
              <a:ext cx="2041000" cy="332725"/>
            </a:xfrm>
            <a:custGeom>
              <a:avLst/>
              <a:gdLst/>
              <a:ahLst/>
              <a:cxnLst/>
              <a:rect l="l" t="t" r="r" b="b"/>
              <a:pathLst>
                <a:path w="81640" h="13309" extrusionOk="0">
                  <a:moveTo>
                    <a:pt x="80296" y="692"/>
                  </a:moveTo>
                  <a:lnTo>
                    <a:pt x="65340" y="12617"/>
                  </a:lnTo>
                  <a:lnTo>
                    <a:pt x="1344" y="12617"/>
                  </a:lnTo>
                  <a:lnTo>
                    <a:pt x="16320" y="692"/>
                  </a:lnTo>
                  <a:close/>
                  <a:moveTo>
                    <a:pt x="16198" y="1"/>
                  </a:moveTo>
                  <a:cubicBezTo>
                    <a:pt x="16117" y="1"/>
                    <a:pt x="16035" y="41"/>
                    <a:pt x="15995" y="82"/>
                  </a:cubicBezTo>
                  <a:lnTo>
                    <a:pt x="164" y="12698"/>
                  </a:lnTo>
                  <a:cubicBezTo>
                    <a:pt x="42" y="12779"/>
                    <a:pt x="1" y="12942"/>
                    <a:pt x="42" y="13064"/>
                  </a:cubicBezTo>
                  <a:cubicBezTo>
                    <a:pt x="82" y="13227"/>
                    <a:pt x="204" y="13309"/>
                    <a:pt x="367" y="13309"/>
                  </a:cubicBezTo>
                  <a:lnTo>
                    <a:pt x="65442" y="13309"/>
                  </a:lnTo>
                  <a:cubicBezTo>
                    <a:pt x="65523" y="13309"/>
                    <a:pt x="65605" y="13268"/>
                    <a:pt x="65645" y="13227"/>
                  </a:cubicBezTo>
                  <a:lnTo>
                    <a:pt x="81476" y="611"/>
                  </a:lnTo>
                  <a:cubicBezTo>
                    <a:pt x="81598" y="530"/>
                    <a:pt x="81639" y="367"/>
                    <a:pt x="81598" y="245"/>
                  </a:cubicBezTo>
                  <a:cubicBezTo>
                    <a:pt x="81558" y="82"/>
                    <a:pt x="81436" y="1"/>
                    <a:pt x="8127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718;p35">
              <a:extLst>
                <a:ext uri="{FF2B5EF4-FFF2-40B4-BE49-F238E27FC236}">
                  <a16:creationId xmlns:a16="http://schemas.microsoft.com/office/drawing/2014/main" id="{44A48930-2608-D354-F43C-5DA3696E7C34}"/>
                </a:ext>
              </a:extLst>
            </p:cNvPr>
            <p:cNvSpPr/>
            <p:nvPr/>
          </p:nvSpPr>
          <p:spPr>
            <a:xfrm>
              <a:off x="4902700" y="4584475"/>
              <a:ext cx="413100" cy="352825"/>
            </a:xfrm>
            <a:custGeom>
              <a:avLst/>
              <a:gdLst/>
              <a:ahLst/>
              <a:cxnLst/>
              <a:rect l="l" t="t" r="r" b="b"/>
              <a:pathLst>
                <a:path w="16524" h="14113" extrusionOk="0">
                  <a:moveTo>
                    <a:pt x="16180" y="1"/>
                  </a:moveTo>
                  <a:cubicBezTo>
                    <a:pt x="16104" y="1"/>
                    <a:pt x="16029" y="36"/>
                    <a:pt x="15953" y="86"/>
                  </a:cubicBezTo>
                  <a:lnTo>
                    <a:pt x="122" y="12702"/>
                  </a:lnTo>
                  <a:cubicBezTo>
                    <a:pt x="41" y="12783"/>
                    <a:pt x="0" y="12865"/>
                    <a:pt x="0" y="12987"/>
                  </a:cubicBezTo>
                  <a:lnTo>
                    <a:pt x="0" y="13760"/>
                  </a:lnTo>
                  <a:cubicBezTo>
                    <a:pt x="0" y="13882"/>
                    <a:pt x="82" y="14004"/>
                    <a:pt x="204" y="14086"/>
                  </a:cubicBezTo>
                  <a:cubicBezTo>
                    <a:pt x="254" y="14103"/>
                    <a:pt x="305" y="14113"/>
                    <a:pt x="352" y="14113"/>
                  </a:cubicBezTo>
                  <a:cubicBezTo>
                    <a:pt x="420" y="14113"/>
                    <a:pt x="482" y="14093"/>
                    <a:pt x="529" y="14045"/>
                  </a:cubicBezTo>
                  <a:lnTo>
                    <a:pt x="16360" y="1388"/>
                  </a:lnTo>
                  <a:cubicBezTo>
                    <a:pt x="16442" y="1348"/>
                    <a:pt x="16523" y="1225"/>
                    <a:pt x="16523" y="1144"/>
                  </a:cubicBezTo>
                  <a:lnTo>
                    <a:pt x="16523" y="330"/>
                  </a:lnTo>
                  <a:cubicBezTo>
                    <a:pt x="16523" y="208"/>
                    <a:pt x="16442" y="86"/>
                    <a:pt x="16320" y="45"/>
                  </a:cubicBezTo>
                  <a:cubicBezTo>
                    <a:pt x="16273" y="14"/>
                    <a:pt x="16226" y="1"/>
                    <a:pt x="1618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719;p35">
              <a:extLst>
                <a:ext uri="{FF2B5EF4-FFF2-40B4-BE49-F238E27FC236}">
                  <a16:creationId xmlns:a16="http://schemas.microsoft.com/office/drawing/2014/main" id="{D2D52014-3A1D-AFD9-C21F-BB8BC4EB8649}"/>
                </a:ext>
              </a:extLst>
            </p:cNvPr>
            <p:cNvSpPr/>
            <p:nvPr/>
          </p:nvSpPr>
          <p:spPr>
            <a:xfrm>
              <a:off x="3283975" y="4909125"/>
              <a:ext cx="1626875" cy="19375"/>
            </a:xfrm>
            <a:custGeom>
              <a:avLst/>
              <a:gdLst/>
              <a:ahLst/>
              <a:cxnLst/>
              <a:rect l="l" t="t" r="r" b="b"/>
              <a:pathLst>
                <a:path w="65075" h="775" extrusionOk="0">
                  <a:moveTo>
                    <a:pt x="0" y="1"/>
                  </a:moveTo>
                  <a:lnTo>
                    <a:pt x="0" y="774"/>
                  </a:lnTo>
                  <a:lnTo>
                    <a:pt x="65075" y="774"/>
                  </a:lnTo>
                  <a:lnTo>
                    <a:pt x="6507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720;p35">
              <a:extLst>
                <a:ext uri="{FF2B5EF4-FFF2-40B4-BE49-F238E27FC236}">
                  <a16:creationId xmlns:a16="http://schemas.microsoft.com/office/drawing/2014/main" id="{1E19C995-C4C8-7ADA-E252-AF39CB07F473}"/>
                </a:ext>
              </a:extLst>
            </p:cNvPr>
            <p:cNvSpPr/>
            <p:nvPr/>
          </p:nvSpPr>
          <p:spPr>
            <a:xfrm>
              <a:off x="3274800" y="4899975"/>
              <a:ext cx="1645225" cy="37675"/>
            </a:xfrm>
            <a:custGeom>
              <a:avLst/>
              <a:gdLst/>
              <a:ahLst/>
              <a:cxnLst/>
              <a:rect l="l" t="t" r="r" b="b"/>
              <a:pathLst>
                <a:path w="65809" h="1507" extrusionOk="0">
                  <a:moveTo>
                    <a:pt x="65116" y="693"/>
                  </a:moveTo>
                  <a:lnTo>
                    <a:pt x="65116" y="815"/>
                  </a:lnTo>
                  <a:lnTo>
                    <a:pt x="693" y="815"/>
                  </a:lnTo>
                  <a:lnTo>
                    <a:pt x="693" y="693"/>
                  </a:lnTo>
                  <a:close/>
                  <a:moveTo>
                    <a:pt x="367" y="1"/>
                  </a:moveTo>
                  <a:cubicBezTo>
                    <a:pt x="286" y="1"/>
                    <a:pt x="164" y="41"/>
                    <a:pt x="123" y="123"/>
                  </a:cubicBezTo>
                  <a:cubicBezTo>
                    <a:pt x="42" y="163"/>
                    <a:pt x="1" y="286"/>
                    <a:pt x="1" y="367"/>
                  </a:cubicBezTo>
                  <a:lnTo>
                    <a:pt x="1" y="1140"/>
                  </a:lnTo>
                  <a:cubicBezTo>
                    <a:pt x="1" y="1222"/>
                    <a:pt x="42" y="1344"/>
                    <a:pt x="123" y="1384"/>
                  </a:cubicBezTo>
                  <a:cubicBezTo>
                    <a:pt x="164" y="1466"/>
                    <a:pt x="286" y="1506"/>
                    <a:pt x="367" y="1506"/>
                  </a:cubicBezTo>
                  <a:lnTo>
                    <a:pt x="65442" y="1506"/>
                  </a:lnTo>
                  <a:cubicBezTo>
                    <a:pt x="65523" y="1506"/>
                    <a:pt x="65645" y="1466"/>
                    <a:pt x="65686" y="1384"/>
                  </a:cubicBezTo>
                  <a:cubicBezTo>
                    <a:pt x="65767" y="1344"/>
                    <a:pt x="65808" y="1222"/>
                    <a:pt x="65808" y="1140"/>
                  </a:cubicBezTo>
                  <a:lnTo>
                    <a:pt x="65808" y="367"/>
                  </a:lnTo>
                  <a:cubicBezTo>
                    <a:pt x="65808" y="286"/>
                    <a:pt x="65767" y="163"/>
                    <a:pt x="65686" y="123"/>
                  </a:cubicBezTo>
                  <a:cubicBezTo>
                    <a:pt x="65645" y="41"/>
                    <a:pt x="65523" y="1"/>
                    <a:pt x="654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721;p35">
              <a:extLst>
                <a:ext uri="{FF2B5EF4-FFF2-40B4-BE49-F238E27FC236}">
                  <a16:creationId xmlns:a16="http://schemas.microsoft.com/office/drawing/2014/main" id="{092B77F4-084F-1453-0EA9-4B762B2742DE}"/>
                </a:ext>
              </a:extLst>
            </p:cNvPr>
            <p:cNvSpPr/>
            <p:nvPr/>
          </p:nvSpPr>
          <p:spPr>
            <a:xfrm>
              <a:off x="3753000" y="4763650"/>
              <a:ext cx="178075" cy="60050"/>
            </a:xfrm>
            <a:custGeom>
              <a:avLst/>
              <a:gdLst/>
              <a:ahLst/>
              <a:cxnLst/>
              <a:rect l="l" t="t" r="r" b="b"/>
              <a:pathLst>
                <a:path w="7123" h="2402" extrusionOk="0">
                  <a:moveTo>
                    <a:pt x="5779" y="692"/>
                  </a:moveTo>
                  <a:lnTo>
                    <a:pt x="4559" y="1710"/>
                  </a:lnTo>
                  <a:lnTo>
                    <a:pt x="1343" y="1710"/>
                  </a:lnTo>
                  <a:lnTo>
                    <a:pt x="2587" y="692"/>
                  </a:lnTo>
                  <a:close/>
                  <a:moveTo>
                    <a:pt x="2442" y="0"/>
                  </a:moveTo>
                  <a:cubicBezTo>
                    <a:pt x="2361" y="0"/>
                    <a:pt x="2320" y="41"/>
                    <a:pt x="2239" y="82"/>
                  </a:cubicBezTo>
                  <a:lnTo>
                    <a:pt x="163" y="1791"/>
                  </a:lnTo>
                  <a:cubicBezTo>
                    <a:pt x="41" y="1872"/>
                    <a:pt x="0" y="2035"/>
                    <a:pt x="41" y="2157"/>
                  </a:cubicBezTo>
                  <a:cubicBezTo>
                    <a:pt x="82" y="2279"/>
                    <a:pt x="204" y="2401"/>
                    <a:pt x="367" y="2401"/>
                  </a:cubicBezTo>
                  <a:lnTo>
                    <a:pt x="4681"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722;p35">
              <a:extLst>
                <a:ext uri="{FF2B5EF4-FFF2-40B4-BE49-F238E27FC236}">
                  <a16:creationId xmlns:a16="http://schemas.microsoft.com/office/drawing/2014/main" id="{054E6AC0-F4B1-19E2-8655-64CDB805F2CC}"/>
                </a:ext>
              </a:extLst>
            </p:cNvPr>
            <p:cNvSpPr/>
            <p:nvPr/>
          </p:nvSpPr>
          <p:spPr>
            <a:xfrm>
              <a:off x="38608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723;p35">
              <a:extLst>
                <a:ext uri="{FF2B5EF4-FFF2-40B4-BE49-F238E27FC236}">
                  <a16:creationId xmlns:a16="http://schemas.microsoft.com/office/drawing/2014/main" id="{85FDF81B-0BE8-A9FC-F183-1E56F807B2D4}"/>
                </a:ext>
              </a:extLst>
            </p:cNvPr>
            <p:cNvSpPr/>
            <p:nvPr/>
          </p:nvSpPr>
          <p:spPr>
            <a:xfrm>
              <a:off x="36451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700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724;p35">
              <a:extLst>
                <a:ext uri="{FF2B5EF4-FFF2-40B4-BE49-F238E27FC236}">
                  <a16:creationId xmlns:a16="http://schemas.microsoft.com/office/drawing/2014/main" id="{3D07FE0C-6C69-2C56-6219-5419FAEAD75A}"/>
                </a:ext>
              </a:extLst>
            </p:cNvPr>
            <p:cNvSpPr/>
            <p:nvPr/>
          </p:nvSpPr>
          <p:spPr>
            <a:xfrm>
              <a:off x="3698050" y="4721925"/>
              <a:ext cx="178075" cy="59050"/>
            </a:xfrm>
            <a:custGeom>
              <a:avLst/>
              <a:gdLst/>
              <a:ahLst/>
              <a:cxnLst/>
              <a:rect l="l" t="t" r="r" b="b"/>
              <a:pathLst>
                <a:path w="7123" h="2362" extrusionOk="0">
                  <a:moveTo>
                    <a:pt x="5745" y="693"/>
                  </a:moveTo>
                  <a:lnTo>
                    <a:pt x="4518" y="1669"/>
                  </a:lnTo>
                  <a:lnTo>
                    <a:pt x="1303" y="1669"/>
                  </a:lnTo>
                  <a:lnTo>
                    <a:pt x="2565"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84" y="2280"/>
                  </a:cubicBezTo>
                  <a:lnTo>
                    <a:pt x="6960" y="611"/>
                  </a:lnTo>
                  <a:cubicBezTo>
                    <a:pt x="7082" y="489"/>
                    <a:pt x="7123" y="367"/>
                    <a:pt x="7082"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725;p35">
              <a:extLst>
                <a:ext uri="{FF2B5EF4-FFF2-40B4-BE49-F238E27FC236}">
                  <a16:creationId xmlns:a16="http://schemas.microsoft.com/office/drawing/2014/main" id="{0C55F236-BA1E-0761-DC7A-D134B35A546A}"/>
                </a:ext>
              </a:extLst>
            </p:cNvPr>
            <p:cNvSpPr/>
            <p:nvPr/>
          </p:nvSpPr>
          <p:spPr>
            <a:xfrm>
              <a:off x="38578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84"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726;p35">
              <a:extLst>
                <a:ext uri="{FF2B5EF4-FFF2-40B4-BE49-F238E27FC236}">
                  <a16:creationId xmlns:a16="http://schemas.microsoft.com/office/drawing/2014/main" id="{BE57095E-14A3-FE9D-C65C-C7F4C99EEB2E}"/>
                </a:ext>
              </a:extLst>
            </p:cNvPr>
            <p:cNvSpPr/>
            <p:nvPr/>
          </p:nvSpPr>
          <p:spPr>
            <a:xfrm>
              <a:off x="3749950" y="4679200"/>
              <a:ext cx="178075" cy="60050"/>
            </a:xfrm>
            <a:custGeom>
              <a:avLst/>
              <a:gdLst/>
              <a:ahLst/>
              <a:cxnLst/>
              <a:rect l="l" t="t" r="r" b="b"/>
              <a:pathLst>
                <a:path w="7123" h="2402" extrusionOk="0">
                  <a:moveTo>
                    <a:pt x="5805" y="692"/>
                  </a:moveTo>
                  <a:lnTo>
                    <a:pt x="4558" y="1710"/>
                  </a:lnTo>
                  <a:lnTo>
                    <a:pt x="1343" y="1710"/>
                  </a:lnTo>
                  <a:lnTo>
                    <a:pt x="2564" y="692"/>
                  </a:lnTo>
                  <a:close/>
                  <a:moveTo>
                    <a:pt x="2483" y="0"/>
                  </a:moveTo>
                  <a:cubicBezTo>
                    <a:pt x="2402" y="0"/>
                    <a:pt x="2320" y="41"/>
                    <a:pt x="2239" y="82"/>
                  </a:cubicBezTo>
                  <a:lnTo>
                    <a:pt x="163" y="1791"/>
                  </a:lnTo>
                  <a:cubicBezTo>
                    <a:pt x="41" y="1872"/>
                    <a:pt x="0" y="2035"/>
                    <a:pt x="41" y="2157"/>
                  </a:cubicBezTo>
                  <a:cubicBezTo>
                    <a:pt x="82" y="2279"/>
                    <a:pt x="245"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727;p35">
              <a:extLst>
                <a:ext uri="{FF2B5EF4-FFF2-40B4-BE49-F238E27FC236}">
                  <a16:creationId xmlns:a16="http://schemas.microsoft.com/office/drawing/2014/main" id="{D886E034-70F1-DBEA-4C6B-B6BBA9BE3534}"/>
                </a:ext>
              </a:extLst>
            </p:cNvPr>
            <p:cNvSpPr/>
            <p:nvPr/>
          </p:nvSpPr>
          <p:spPr>
            <a:xfrm>
              <a:off x="39676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728;p35">
              <a:extLst>
                <a:ext uri="{FF2B5EF4-FFF2-40B4-BE49-F238E27FC236}">
                  <a16:creationId xmlns:a16="http://schemas.microsoft.com/office/drawing/2014/main" id="{EB168D14-707B-8A8F-B5DA-9247B0576EA4}"/>
                </a:ext>
              </a:extLst>
            </p:cNvPr>
            <p:cNvSpPr/>
            <p:nvPr/>
          </p:nvSpPr>
          <p:spPr>
            <a:xfrm>
              <a:off x="4504875"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39" y="82"/>
                  </a:cubicBezTo>
                  <a:lnTo>
                    <a:pt x="163" y="1791"/>
                  </a:lnTo>
                  <a:cubicBezTo>
                    <a:pt x="41" y="1872"/>
                    <a:pt x="1" y="2035"/>
                    <a:pt x="41" y="2157"/>
                  </a:cubicBezTo>
                  <a:cubicBezTo>
                    <a:pt x="123" y="2279"/>
                    <a:pt x="245" y="2401"/>
                    <a:pt x="367" y="2401"/>
                  </a:cubicBezTo>
                  <a:lnTo>
                    <a:pt x="4681" y="2401"/>
                  </a:lnTo>
                  <a:cubicBezTo>
                    <a:pt x="4762" y="2401"/>
                    <a:pt x="4844" y="2361"/>
                    <a:pt x="4884" y="2320"/>
                  </a:cubicBezTo>
                  <a:lnTo>
                    <a:pt x="6960"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729;p35">
              <a:extLst>
                <a:ext uri="{FF2B5EF4-FFF2-40B4-BE49-F238E27FC236}">
                  <a16:creationId xmlns:a16="http://schemas.microsoft.com/office/drawing/2014/main" id="{18CB1D3F-ABC5-58E3-9238-9A30309D5AD9}"/>
                </a:ext>
              </a:extLst>
            </p:cNvPr>
            <p:cNvSpPr/>
            <p:nvPr/>
          </p:nvSpPr>
          <p:spPr>
            <a:xfrm>
              <a:off x="3964625"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7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7000" y="611"/>
                  </a:lnTo>
                  <a:cubicBezTo>
                    <a:pt x="7082" y="529"/>
                    <a:pt x="7122" y="367"/>
                    <a:pt x="7082" y="245"/>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730;p35">
              <a:extLst>
                <a:ext uri="{FF2B5EF4-FFF2-40B4-BE49-F238E27FC236}">
                  <a16:creationId xmlns:a16="http://schemas.microsoft.com/office/drawing/2014/main" id="{5C2909B5-B55B-07C0-8E16-B5313BAF3740}"/>
                </a:ext>
              </a:extLst>
            </p:cNvPr>
            <p:cNvSpPr/>
            <p:nvPr/>
          </p:nvSpPr>
          <p:spPr>
            <a:xfrm>
              <a:off x="4075525"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63"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731;p35">
              <a:extLst>
                <a:ext uri="{FF2B5EF4-FFF2-40B4-BE49-F238E27FC236}">
                  <a16:creationId xmlns:a16="http://schemas.microsoft.com/office/drawing/2014/main" id="{753070B0-C197-74AC-CD91-4EC5C8FE154D}"/>
                </a:ext>
              </a:extLst>
            </p:cNvPr>
            <p:cNvSpPr/>
            <p:nvPr/>
          </p:nvSpPr>
          <p:spPr>
            <a:xfrm>
              <a:off x="4719550" y="4763650"/>
              <a:ext cx="178075" cy="60050"/>
            </a:xfrm>
            <a:custGeom>
              <a:avLst/>
              <a:gdLst/>
              <a:ahLst/>
              <a:cxnLst/>
              <a:rect l="l" t="t" r="r" b="b"/>
              <a:pathLst>
                <a:path w="7123" h="2402" extrusionOk="0">
                  <a:moveTo>
                    <a:pt x="5820" y="692"/>
                  </a:moveTo>
                  <a:lnTo>
                    <a:pt x="4559" y="1710"/>
                  </a:lnTo>
                  <a:lnTo>
                    <a:pt x="1359" y="1710"/>
                  </a:lnTo>
                  <a:lnTo>
                    <a:pt x="2605"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732;p35">
              <a:extLst>
                <a:ext uri="{FF2B5EF4-FFF2-40B4-BE49-F238E27FC236}">
                  <a16:creationId xmlns:a16="http://schemas.microsoft.com/office/drawing/2014/main" id="{CFB7C0B1-1B40-B64E-8BB2-8E1B818FAF3D}"/>
                </a:ext>
              </a:extLst>
            </p:cNvPr>
            <p:cNvSpPr/>
            <p:nvPr/>
          </p:nvSpPr>
          <p:spPr>
            <a:xfrm>
              <a:off x="4772450" y="4721925"/>
              <a:ext cx="178075" cy="59050"/>
            </a:xfrm>
            <a:custGeom>
              <a:avLst/>
              <a:gdLst/>
              <a:ahLst/>
              <a:cxnLst/>
              <a:rect l="l" t="t" r="r" b="b"/>
              <a:pathLst>
                <a:path w="7123" h="2362" extrusionOk="0">
                  <a:moveTo>
                    <a:pt x="5780" y="693"/>
                  </a:moveTo>
                  <a:lnTo>
                    <a:pt x="4559" y="1669"/>
                  </a:lnTo>
                  <a:lnTo>
                    <a:pt x="1338" y="1669"/>
                  </a:lnTo>
                  <a:lnTo>
                    <a:pt x="2565"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733;p35">
              <a:extLst>
                <a:ext uri="{FF2B5EF4-FFF2-40B4-BE49-F238E27FC236}">
                  <a16:creationId xmlns:a16="http://schemas.microsoft.com/office/drawing/2014/main" id="{D1E53575-3564-20DA-CA9F-7C3E5DC43090}"/>
                </a:ext>
              </a:extLst>
            </p:cNvPr>
            <p:cNvSpPr/>
            <p:nvPr/>
          </p:nvSpPr>
          <p:spPr>
            <a:xfrm>
              <a:off x="4612725" y="4763650"/>
              <a:ext cx="178075" cy="60050"/>
            </a:xfrm>
            <a:custGeom>
              <a:avLst/>
              <a:gdLst/>
              <a:ahLst/>
              <a:cxnLst/>
              <a:rect l="l" t="t" r="r" b="b"/>
              <a:pathLst>
                <a:path w="7123" h="2402" extrusionOk="0">
                  <a:moveTo>
                    <a:pt x="5779" y="692"/>
                  </a:moveTo>
                  <a:lnTo>
                    <a:pt x="4559" y="1710"/>
                  </a:lnTo>
                  <a:lnTo>
                    <a:pt x="1303" y="1710"/>
                  </a:lnTo>
                  <a:lnTo>
                    <a:pt x="2546" y="692"/>
                  </a:lnTo>
                  <a:close/>
                  <a:moveTo>
                    <a:pt x="2442" y="0"/>
                  </a:moveTo>
                  <a:cubicBezTo>
                    <a:pt x="2361" y="0"/>
                    <a:pt x="2280" y="41"/>
                    <a:pt x="2239" y="82"/>
                  </a:cubicBezTo>
                  <a:lnTo>
                    <a:pt x="163" y="1791"/>
                  </a:lnTo>
                  <a:cubicBezTo>
                    <a:pt x="41" y="1872"/>
                    <a:pt x="1"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734;p35">
              <a:extLst>
                <a:ext uri="{FF2B5EF4-FFF2-40B4-BE49-F238E27FC236}">
                  <a16:creationId xmlns:a16="http://schemas.microsoft.com/office/drawing/2014/main" id="{C3D6FAC7-A71D-70F6-F4D7-4BD5401B85AD}"/>
                </a:ext>
              </a:extLst>
            </p:cNvPr>
            <p:cNvSpPr/>
            <p:nvPr/>
          </p:nvSpPr>
          <p:spPr>
            <a:xfrm>
              <a:off x="4398050" y="4763650"/>
              <a:ext cx="178075" cy="60050"/>
            </a:xfrm>
            <a:custGeom>
              <a:avLst/>
              <a:gdLst/>
              <a:ahLst/>
              <a:cxnLst/>
              <a:rect l="l" t="t" r="r" b="b"/>
              <a:pathLst>
                <a:path w="7123" h="2402" extrusionOk="0">
                  <a:moveTo>
                    <a:pt x="5779" y="692"/>
                  </a:moveTo>
                  <a:lnTo>
                    <a:pt x="4518" y="1710"/>
                  </a:lnTo>
                  <a:lnTo>
                    <a:pt x="1303" y="1710"/>
                  </a:lnTo>
                  <a:lnTo>
                    <a:pt x="2546" y="692"/>
                  </a:lnTo>
                  <a:close/>
                  <a:moveTo>
                    <a:pt x="2442" y="0"/>
                  </a:moveTo>
                  <a:cubicBezTo>
                    <a:pt x="2361" y="0"/>
                    <a:pt x="2279" y="41"/>
                    <a:pt x="2239" y="82"/>
                  </a:cubicBezTo>
                  <a:lnTo>
                    <a:pt x="123" y="1791"/>
                  </a:lnTo>
                  <a:cubicBezTo>
                    <a:pt x="41" y="1872"/>
                    <a:pt x="0" y="2035"/>
                    <a:pt x="41" y="2157"/>
                  </a:cubicBezTo>
                  <a:cubicBezTo>
                    <a:pt x="82" y="2279"/>
                    <a:pt x="204" y="2401"/>
                    <a:pt x="367" y="2401"/>
                  </a:cubicBezTo>
                  <a:lnTo>
                    <a:pt x="4640" y="2401"/>
                  </a:lnTo>
                  <a:cubicBezTo>
                    <a:pt x="4721" y="2401"/>
                    <a:pt x="4803" y="2361"/>
                    <a:pt x="4843" y="2320"/>
                  </a:cubicBezTo>
                  <a:lnTo>
                    <a:pt x="6960" y="611"/>
                  </a:lnTo>
                  <a:cubicBezTo>
                    <a:pt x="7082" y="529"/>
                    <a:pt x="7122" y="367"/>
                    <a:pt x="7041" y="244"/>
                  </a:cubicBezTo>
                  <a:cubicBezTo>
                    <a:pt x="7000"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735;p35">
              <a:extLst>
                <a:ext uri="{FF2B5EF4-FFF2-40B4-BE49-F238E27FC236}">
                  <a16:creationId xmlns:a16="http://schemas.microsoft.com/office/drawing/2014/main" id="{4F5E3045-D44D-5B53-C7E4-886ABD0D8491}"/>
                </a:ext>
              </a:extLst>
            </p:cNvPr>
            <p:cNvSpPr/>
            <p:nvPr/>
          </p:nvSpPr>
          <p:spPr>
            <a:xfrm>
              <a:off x="4182350" y="4763650"/>
              <a:ext cx="178075" cy="60050"/>
            </a:xfrm>
            <a:custGeom>
              <a:avLst/>
              <a:gdLst/>
              <a:ahLst/>
              <a:cxnLst/>
              <a:rect l="l" t="t" r="r" b="b"/>
              <a:pathLst>
                <a:path w="7123" h="2402" extrusionOk="0">
                  <a:moveTo>
                    <a:pt x="5820" y="692"/>
                  </a:moveTo>
                  <a:lnTo>
                    <a:pt x="4559" y="1710"/>
                  </a:lnTo>
                  <a:lnTo>
                    <a:pt x="1344" y="1710"/>
                  </a:lnTo>
                  <a:lnTo>
                    <a:pt x="2587" y="692"/>
                  </a:lnTo>
                  <a:close/>
                  <a:moveTo>
                    <a:pt x="2483" y="0"/>
                  </a:moveTo>
                  <a:cubicBezTo>
                    <a:pt x="2402" y="0"/>
                    <a:pt x="2320" y="41"/>
                    <a:pt x="2280" y="82"/>
                  </a:cubicBezTo>
                  <a:lnTo>
                    <a:pt x="163" y="1791"/>
                  </a:lnTo>
                  <a:cubicBezTo>
                    <a:pt x="41" y="1872"/>
                    <a:pt x="1" y="2035"/>
                    <a:pt x="82" y="2157"/>
                  </a:cubicBezTo>
                  <a:cubicBezTo>
                    <a:pt x="123" y="2279"/>
                    <a:pt x="245" y="2401"/>
                    <a:pt x="367" y="2401"/>
                  </a:cubicBezTo>
                  <a:lnTo>
                    <a:pt x="4681" y="2401"/>
                  </a:lnTo>
                  <a:cubicBezTo>
                    <a:pt x="4762" y="2401"/>
                    <a:pt x="4844" y="2361"/>
                    <a:pt x="4884" y="2320"/>
                  </a:cubicBezTo>
                  <a:lnTo>
                    <a:pt x="7001"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736;p35">
              <a:extLst>
                <a:ext uri="{FF2B5EF4-FFF2-40B4-BE49-F238E27FC236}">
                  <a16:creationId xmlns:a16="http://schemas.microsoft.com/office/drawing/2014/main" id="{064F0979-33F2-7C1E-61AA-0D4C6FD3FACC}"/>
                </a:ext>
              </a:extLst>
            </p:cNvPr>
            <p:cNvSpPr/>
            <p:nvPr/>
          </p:nvSpPr>
          <p:spPr>
            <a:xfrm>
              <a:off x="4290200" y="4763650"/>
              <a:ext cx="178075" cy="60050"/>
            </a:xfrm>
            <a:custGeom>
              <a:avLst/>
              <a:gdLst/>
              <a:ahLst/>
              <a:cxnLst/>
              <a:rect l="l" t="t" r="r" b="b"/>
              <a:pathLst>
                <a:path w="7123" h="2402" extrusionOk="0">
                  <a:moveTo>
                    <a:pt x="5780" y="692"/>
                  </a:moveTo>
                  <a:lnTo>
                    <a:pt x="4559" y="1710"/>
                  </a:lnTo>
                  <a:lnTo>
                    <a:pt x="1344" y="1710"/>
                  </a:lnTo>
                  <a:lnTo>
                    <a:pt x="2587" y="692"/>
                  </a:lnTo>
                  <a:close/>
                  <a:moveTo>
                    <a:pt x="2442" y="0"/>
                  </a:moveTo>
                  <a:cubicBezTo>
                    <a:pt x="2402" y="0"/>
                    <a:pt x="2320" y="41"/>
                    <a:pt x="2239" y="82"/>
                  </a:cubicBezTo>
                  <a:lnTo>
                    <a:pt x="163" y="1791"/>
                  </a:lnTo>
                  <a:cubicBezTo>
                    <a:pt x="41" y="1872"/>
                    <a:pt x="1" y="2035"/>
                    <a:pt x="41" y="2157"/>
                  </a:cubicBezTo>
                  <a:cubicBezTo>
                    <a:pt x="82" y="2279"/>
                    <a:pt x="204"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737;p35">
              <a:extLst>
                <a:ext uri="{FF2B5EF4-FFF2-40B4-BE49-F238E27FC236}">
                  <a16:creationId xmlns:a16="http://schemas.microsoft.com/office/drawing/2014/main" id="{3E4FF91E-96B4-E6E2-72CA-1A582135914C}"/>
                </a:ext>
              </a:extLst>
            </p:cNvPr>
            <p:cNvSpPr/>
            <p:nvPr/>
          </p:nvSpPr>
          <p:spPr>
            <a:xfrm>
              <a:off x="4395000"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738;p35">
              <a:extLst>
                <a:ext uri="{FF2B5EF4-FFF2-40B4-BE49-F238E27FC236}">
                  <a16:creationId xmlns:a16="http://schemas.microsoft.com/office/drawing/2014/main" id="{9E536E46-1FD1-18FD-0C08-A25264EAD720}"/>
                </a:ext>
              </a:extLst>
            </p:cNvPr>
            <p:cNvSpPr/>
            <p:nvPr/>
          </p:nvSpPr>
          <p:spPr>
            <a:xfrm>
              <a:off x="45577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739;p35">
              <a:extLst>
                <a:ext uri="{FF2B5EF4-FFF2-40B4-BE49-F238E27FC236}">
                  <a16:creationId xmlns:a16="http://schemas.microsoft.com/office/drawing/2014/main" id="{C799BA7C-FF18-AB99-8DEB-EABD79A92A49}"/>
                </a:ext>
              </a:extLst>
            </p:cNvPr>
            <p:cNvSpPr/>
            <p:nvPr/>
          </p:nvSpPr>
          <p:spPr>
            <a:xfrm>
              <a:off x="4342100" y="4721925"/>
              <a:ext cx="178075" cy="59050"/>
            </a:xfrm>
            <a:custGeom>
              <a:avLst/>
              <a:gdLst/>
              <a:ahLst/>
              <a:cxnLst/>
              <a:rect l="l" t="t" r="r" b="b"/>
              <a:pathLst>
                <a:path w="7123" h="2362" extrusionOk="0">
                  <a:moveTo>
                    <a:pt x="5820" y="693"/>
                  </a:moveTo>
                  <a:lnTo>
                    <a:pt x="4558" y="1669"/>
                  </a:lnTo>
                  <a:lnTo>
                    <a:pt x="1343" y="1669"/>
                  </a:lnTo>
                  <a:lnTo>
                    <a:pt x="2583" y="693"/>
                  </a:lnTo>
                  <a:close/>
                  <a:moveTo>
                    <a:pt x="2483" y="1"/>
                  </a:moveTo>
                  <a:cubicBezTo>
                    <a:pt x="2401" y="1"/>
                    <a:pt x="2320" y="41"/>
                    <a:pt x="2279" y="82"/>
                  </a:cubicBezTo>
                  <a:lnTo>
                    <a:pt x="163" y="1751"/>
                  </a:lnTo>
                  <a:cubicBezTo>
                    <a:pt x="41" y="1832"/>
                    <a:pt x="0" y="1995"/>
                    <a:pt x="8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740;p35">
              <a:extLst>
                <a:ext uri="{FF2B5EF4-FFF2-40B4-BE49-F238E27FC236}">
                  <a16:creationId xmlns:a16="http://schemas.microsoft.com/office/drawing/2014/main" id="{62366E5A-76B1-EEC0-33A3-8CAB8EDFE0EC}"/>
                </a:ext>
              </a:extLst>
            </p:cNvPr>
            <p:cNvSpPr/>
            <p:nvPr/>
          </p:nvSpPr>
          <p:spPr>
            <a:xfrm>
              <a:off x="4127400" y="4721925"/>
              <a:ext cx="178075" cy="59050"/>
            </a:xfrm>
            <a:custGeom>
              <a:avLst/>
              <a:gdLst/>
              <a:ahLst/>
              <a:cxnLst/>
              <a:rect l="l" t="t" r="r" b="b"/>
              <a:pathLst>
                <a:path w="7123" h="2362" extrusionOk="0">
                  <a:moveTo>
                    <a:pt x="5821" y="693"/>
                  </a:moveTo>
                  <a:lnTo>
                    <a:pt x="4559" y="1669"/>
                  </a:lnTo>
                  <a:lnTo>
                    <a:pt x="1344" y="1669"/>
                  </a:lnTo>
                  <a:lnTo>
                    <a:pt x="2584" y="693"/>
                  </a:lnTo>
                  <a:close/>
                  <a:moveTo>
                    <a:pt x="2484"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3" y="2361"/>
                    <a:pt x="4844"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741;p35">
              <a:extLst>
                <a:ext uri="{FF2B5EF4-FFF2-40B4-BE49-F238E27FC236}">
                  <a16:creationId xmlns:a16="http://schemas.microsoft.com/office/drawing/2014/main" id="{3498B75E-2EF4-23D8-E3D3-0931A32450E8}"/>
                </a:ext>
              </a:extLst>
            </p:cNvPr>
            <p:cNvSpPr/>
            <p:nvPr/>
          </p:nvSpPr>
          <p:spPr>
            <a:xfrm>
              <a:off x="44499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402" y="1"/>
                    <a:pt x="2321" y="41"/>
                    <a:pt x="2239" y="82"/>
                  </a:cubicBezTo>
                  <a:lnTo>
                    <a:pt x="164" y="1751"/>
                  </a:lnTo>
                  <a:cubicBezTo>
                    <a:pt x="42" y="1832"/>
                    <a:pt x="1" y="1995"/>
                    <a:pt x="42" y="2117"/>
                  </a:cubicBezTo>
                  <a:cubicBezTo>
                    <a:pt x="82" y="2280"/>
                    <a:pt x="204" y="2361"/>
                    <a:pt x="367" y="2361"/>
                  </a:cubicBezTo>
                  <a:lnTo>
                    <a:pt x="4681" y="2361"/>
                  </a:lnTo>
                  <a:cubicBezTo>
                    <a:pt x="4763" y="2361"/>
                    <a:pt x="4803" y="2320"/>
                    <a:pt x="4885" y="2280"/>
                  </a:cubicBezTo>
                  <a:lnTo>
                    <a:pt x="6960"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742;p35">
              <a:extLst>
                <a:ext uri="{FF2B5EF4-FFF2-40B4-BE49-F238E27FC236}">
                  <a16:creationId xmlns:a16="http://schemas.microsoft.com/office/drawing/2014/main" id="{4BBAF156-2ADD-6AA8-230A-05E865FECC78}"/>
                </a:ext>
              </a:extLst>
            </p:cNvPr>
            <p:cNvSpPr/>
            <p:nvPr/>
          </p:nvSpPr>
          <p:spPr>
            <a:xfrm>
              <a:off x="40724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81"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743;p35">
              <a:extLst>
                <a:ext uri="{FF2B5EF4-FFF2-40B4-BE49-F238E27FC236}">
                  <a16:creationId xmlns:a16="http://schemas.microsoft.com/office/drawing/2014/main" id="{B12C0EB2-932D-7F98-18D2-EB72B793047E}"/>
                </a:ext>
              </a:extLst>
            </p:cNvPr>
            <p:cNvSpPr/>
            <p:nvPr/>
          </p:nvSpPr>
          <p:spPr>
            <a:xfrm>
              <a:off x="3804900" y="4721925"/>
              <a:ext cx="178050" cy="59050"/>
            </a:xfrm>
            <a:custGeom>
              <a:avLst/>
              <a:gdLst/>
              <a:ahLst/>
              <a:cxnLst/>
              <a:rect l="l" t="t" r="r" b="b"/>
              <a:pathLst>
                <a:path w="7122" h="2362" extrusionOk="0">
                  <a:moveTo>
                    <a:pt x="5820" y="693"/>
                  </a:moveTo>
                  <a:lnTo>
                    <a:pt x="4558" y="1669"/>
                  </a:lnTo>
                  <a:lnTo>
                    <a:pt x="1343" y="1669"/>
                  </a:lnTo>
                  <a:lnTo>
                    <a:pt x="2583"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744;p35">
              <a:extLst>
                <a:ext uri="{FF2B5EF4-FFF2-40B4-BE49-F238E27FC236}">
                  <a16:creationId xmlns:a16="http://schemas.microsoft.com/office/drawing/2014/main" id="{091ADD2F-6760-E52E-E7BE-1737BA5E4DFA}"/>
                </a:ext>
              </a:extLst>
            </p:cNvPr>
            <p:cNvSpPr/>
            <p:nvPr/>
          </p:nvSpPr>
          <p:spPr>
            <a:xfrm>
              <a:off x="4020575"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0"/>
                    <a:pt x="4844" y="2280"/>
                  </a:cubicBezTo>
                  <a:lnTo>
                    <a:pt x="6960" y="611"/>
                  </a:lnTo>
                  <a:cubicBezTo>
                    <a:pt x="7082" y="489"/>
                    <a:pt x="7123" y="367"/>
                    <a:pt x="7041" y="204"/>
                  </a:cubicBezTo>
                  <a:cubicBezTo>
                    <a:pt x="7001"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745;p35">
              <a:extLst>
                <a:ext uri="{FF2B5EF4-FFF2-40B4-BE49-F238E27FC236}">
                  <a16:creationId xmlns:a16="http://schemas.microsoft.com/office/drawing/2014/main" id="{0EF4E2AD-56DA-729E-AA58-F04E5274E6FC}"/>
                </a:ext>
              </a:extLst>
            </p:cNvPr>
            <p:cNvSpPr/>
            <p:nvPr/>
          </p:nvSpPr>
          <p:spPr>
            <a:xfrm>
              <a:off x="3912725" y="4721925"/>
              <a:ext cx="178075" cy="59050"/>
            </a:xfrm>
            <a:custGeom>
              <a:avLst/>
              <a:gdLst/>
              <a:ahLst/>
              <a:cxnLst/>
              <a:rect l="l" t="t" r="r" b="b"/>
              <a:pathLst>
                <a:path w="7123" h="2362" extrusionOk="0">
                  <a:moveTo>
                    <a:pt x="5780" y="693"/>
                  </a:moveTo>
                  <a:lnTo>
                    <a:pt x="4559" y="1669"/>
                  </a:lnTo>
                  <a:lnTo>
                    <a:pt x="1344" y="1669"/>
                  </a:lnTo>
                  <a:lnTo>
                    <a:pt x="2584" y="693"/>
                  </a:lnTo>
                  <a:close/>
                  <a:moveTo>
                    <a:pt x="2443" y="1"/>
                  </a:moveTo>
                  <a:cubicBezTo>
                    <a:pt x="2361" y="1"/>
                    <a:pt x="2321" y="41"/>
                    <a:pt x="2239" y="82"/>
                  </a:cubicBezTo>
                  <a:lnTo>
                    <a:pt x="164" y="1751"/>
                  </a:lnTo>
                  <a:cubicBezTo>
                    <a:pt x="42" y="1832"/>
                    <a:pt x="1" y="1995"/>
                    <a:pt x="42" y="2117"/>
                  </a:cubicBezTo>
                  <a:cubicBezTo>
                    <a:pt x="82" y="2280"/>
                    <a:pt x="204" y="2361"/>
                    <a:pt x="367" y="2361"/>
                  </a:cubicBezTo>
                  <a:lnTo>
                    <a:pt x="4681" y="2361"/>
                  </a:lnTo>
                  <a:cubicBezTo>
                    <a:pt x="4722" y="2361"/>
                    <a:pt x="4803" y="2320"/>
                    <a:pt x="4885" y="2280"/>
                  </a:cubicBezTo>
                  <a:lnTo>
                    <a:pt x="6960" y="611"/>
                  </a:lnTo>
                  <a:cubicBezTo>
                    <a:pt x="7082" y="489"/>
                    <a:pt x="7123" y="367"/>
                    <a:pt x="7082" y="204"/>
                  </a:cubicBezTo>
                  <a:cubicBezTo>
                    <a:pt x="7042" y="82"/>
                    <a:pt x="687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746;p35">
              <a:extLst>
                <a:ext uri="{FF2B5EF4-FFF2-40B4-BE49-F238E27FC236}">
                  <a16:creationId xmlns:a16="http://schemas.microsoft.com/office/drawing/2014/main" id="{555EF623-4BE4-C3D9-6A50-E516E3F67AB3}"/>
                </a:ext>
              </a:extLst>
            </p:cNvPr>
            <p:cNvSpPr/>
            <p:nvPr/>
          </p:nvSpPr>
          <p:spPr>
            <a:xfrm>
              <a:off x="4235250" y="4721925"/>
              <a:ext cx="178075" cy="59050"/>
            </a:xfrm>
            <a:custGeom>
              <a:avLst/>
              <a:gdLst/>
              <a:ahLst/>
              <a:cxnLst/>
              <a:rect l="l" t="t" r="r" b="b"/>
              <a:pathLst>
                <a:path w="7123" h="2362" extrusionOk="0">
                  <a:moveTo>
                    <a:pt x="5780" y="693"/>
                  </a:moveTo>
                  <a:lnTo>
                    <a:pt x="4518" y="1669"/>
                  </a:lnTo>
                  <a:lnTo>
                    <a:pt x="1303" y="1669"/>
                  </a:lnTo>
                  <a:lnTo>
                    <a:pt x="2543" y="693"/>
                  </a:lnTo>
                  <a:close/>
                  <a:moveTo>
                    <a:pt x="2443" y="1"/>
                  </a:moveTo>
                  <a:cubicBezTo>
                    <a:pt x="2361" y="1"/>
                    <a:pt x="2280" y="41"/>
                    <a:pt x="2239" y="82"/>
                  </a:cubicBezTo>
                  <a:lnTo>
                    <a:pt x="164" y="1751"/>
                  </a:lnTo>
                  <a:cubicBezTo>
                    <a:pt x="42" y="1832"/>
                    <a:pt x="1" y="1995"/>
                    <a:pt x="42" y="2117"/>
                  </a:cubicBezTo>
                  <a:cubicBezTo>
                    <a:pt x="82" y="2280"/>
                    <a:pt x="204" y="2361"/>
                    <a:pt x="367" y="2361"/>
                  </a:cubicBezTo>
                  <a:lnTo>
                    <a:pt x="4640" y="2361"/>
                  </a:lnTo>
                  <a:cubicBezTo>
                    <a:pt x="4722" y="2361"/>
                    <a:pt x="4803" y="2320"/>
                    <a:pt x="4885" y="2280"/>
                  </a:cubicBezTo>
                  <a:lnTo>
                    <a:pt x="6960" y="611"/>
                  </a:lnTo>
                  <a:cubicBezTo>
                    <a:pt x="7082" y="489"/>
                    <a:pt x="7123" y="367"/>
                    <a:pt x="708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747;p35">
              <a:extLst>
                <a:ext uri="{FF2B5EF4-FFF2-40B4-BE49-F238E27FC236}">
                  <a16:creationId xmlns:a16="http://schemas.microsoft.com/office/drawing/2014/main" id="{6DD5DCAC-E55C-3044-2398-22DB0E31B3F6}"/>
                </a:ext>
              </a:extLst>
            </p:cNvPr>
            <p:cNvSpPr/>
            <p:nvPr/>
          </p:nvSpPr>
          <p:spPr>
            <a:xfrm>
              <a:off x="4287150" y="4679200"/>
              <a:ext cx="178075" cy="60050"/>
            </a:xfrm>
            <a:custGeom>
              <a:avLst/>
              <a:gdLst/>
              <a:ahLst/>
              <a:cxnLst/>
              <a:rect l="l" t="t" r="r" b="b"/>
              <a:pathLst>
                <a:path w="7123" h="2402" extrusionOk="0">
                  <a:moveTo>
                    <a:pt x="5820" y="692"/>
                  </a:moveTo>
                  <a:lnTo>
                    <a:pt x="4577" y="1710"/>
                  </a:lnTo>
                  <a:lnTo>
                    <a:pt x="134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748;p35">
              <a:extLst>
                <a:ext uri="{FF2B5EF4-FFF2-40B4-BE49-F238E27FC236}">
                  <a16:creationId xmlns:a16="http://schemas.microsoft.com/office/drawing/2014/main" id="{BE00E08D-94F3-7BBA-1807-A76C6EC9FE88}"/>
                </a:ext>
              </a:extLst>
            </p:cNvPr>
            <p:cNvSpPr/>
            <p:nvPr/>
          </p:nvSpPr>
          <p:spPr>
            <a:xfrm>
              <a:off x="4824350" y="4679200"/>
              <a:ext cx="178075" cy="60050"/>
            </a:xfrm>
            <a:custGeom>
              <a:avLst/>
              <a:gdLst/>
              <a:ahLst/>
              <a:cxnLst/>
              <a:rect l="l" t="t" r="r" b="b"/>
              <a:pathLst>
                <a:path w="7123" h="2402" extrusionOk="0">
                  <a:moveTo>
                    <a:pt x="5820" y="692"/>
                  </a:moveTo>
                  <a:lnTo>
                    <a:pt x="4559" y="1710"/>
                  </a:lnTo>
                  <a:lnTo>
                    <a:pt x="1333" y="1710"/>
                  </a:lnTo>
                  <a:lnTo>
                    <a:pt x="2605" y="692"/>
                  </a:lnTo>
                  <a:close/>
                  <a:moveTo>
                    <a:pt x="2483" y="0"/>
                  </a:moveTo>
                  <a:cubicBezTo>
                    <a:pt x="2402" y="0"/>
                    <a:pt x="2320" y="41"/>
                    <a:pt x="2239" y="82"/>
                  </a:cubicBezTo>
                  <a:lnTo>
                    <a:pt x="163" y="1791"/>
                  </a:lnTo>
                  <a:cubicBezTo>
                    <a:pt x="41" y="1872"/>
                    <a:pt x="0" y="2035"/>
                    <a:pt x="41" y="2157"/>
                  </a:cubicBezTo>
                  <a:cubicBezTo>
                    <a:pt x="123" y="2279"/>
                    <a:pt x="245" y="2402"/>
                    <a:pt x="367" y="2402"/>
                  </a:cubicBezTo>
                  <a:lnTo>
                    <a:pt x="4681" y="2402"/>
                  </a:lnTo>
                  <a:cubicBezTo>
                    <a:pt x="4762" y="2402"/>
                    <a:pt x="484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749;p35">
              <a:extLst>
                <a:ext uri="{FF2B5EF4-FFF2-40B4-BE49-F238E27FC236}">
                  <a16:creationId xmlns:a16="http://schemas.microsoft.com/office/drawing/2014/main" id="{157AB163-D08F-C64A-9BFE-3D681E9302A4}"/>
                </a:ext>
              </a:extLst>
            </p:cNvPr>
            <p:cNvSpPr/>
            <p:nvPr/>
          </p:nvSpPr>
          <p:spPr>
            <a:xfrm>
              <a:off x="41803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2" y="2361"/>
                    <a:pt x="4843" y="2320"/>
                  </a:cubicBezTo>
                  <a:lnTo>
                    <a:pt x="6959" y="611"/>
                  </a:lnTo>
                  <a:cubicBezTo>
                    <a:pt x="7082" y="529"/>
                    <a:pt x="7122" y="367"/>
                    <a:pt x="7041"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750;p35">
              <a:extLst>
                <a:ext uri="{FF2B5EF4-FFF2-40B4-BE49-F238E27FC236}">
                  <a16:creationId xmlns:a16="http://schemas.microsoft.com/office/drawing/2014/main" id="{E62E0C2C-85BD-F48A-5441-D02E6ABF2515}"/>
                </a:ext>
              </a:extLst>
            </p:cNvPr>
            <p:cNvSpPr/>
            <p:nvPr/>
          </p:nvSpPr>
          <p:spPr>
            <a:xfrm>
              <a:off x="4609675" y="4679200"/>
              <a:ext cx="178075" cy="60050"/>
            </a:xfrm>
            <a:custGeom>
              <a:avLst/>
              <a:gdLst/>
              <a:ahLst/>
              <a:cxnLst/>
              <a:rect l="l" t="t" r="r" b="b"/>
              <a:pathLst>
                <a:path w="7123" h="2402" extrusionOk="0">
                  <a:moveTo>
                    <a:pt x="5779" y="692"/>
                  </a:moveTo>
                  <a:lnTo>
                    <a:pt x="4536" y="1710"/>
                  </a:lnTo>
                  <a:lnTo>
                    <a:pt x="1343" y="1710"/>
                  </a:lnTo>
                  <a:lnTo>
                    <a:pt x="2564" y="692"/>
                  </a:lnTo>
                  <a:close/>
                  <a:moveTo>
                    <a:pt x="2442" y="0"/>
                  </a:moveTo>
                  <a:cubicBezTo>
                    <a:pt x="2402" y="0"/>
                    <a:pt x="2320" y="41"/>
                    <a:pt x="2239" y="82"/>
                  </a:cubicBezTo>
                  <a:lnTo>
                    <a:pt x="163" y="1791"/>
                  </a:lnTo>
                  <a:cubicBezTo>
                    <a:pt x="41" y="1872"/>
                    <a:pt x="0" y="2035"/>
                    <a:pt x="41" y="2157"/>
                  </a:cubicBezTo>
                  <a:cubicBezTo>
                    <a:pt x="82" y="2279"/>
                    <a:pt x="204" y="2402"/>
                    <a:pt x="367" y="2402"/>
                  </a:cubicBezTo>
                  <a:lnTo>
                    <a:pt x="4681" y="2402"/>
                  </a:lnTo>
                  <a:cubicBezTo>
                    <a:pt x="4762" y="2402"/>
                    <a:pt x="4803" y="2361"/>
                    <a:pt x="4884" y="2320"/>
                  </a:cubicBezTo>
                  <a:lnTo>
                    <a:pt x="6960" y="611"/>
                  </a:lnTo>
                  <a:cubicBezTo>
                    <a:pt x="7082" y="529"/>
                    <a:pt x="7122"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751;p35">
              <a:extLst>
                <a:ext uri="{FF2B5EF4-FFF2-40B4-BE49-F238E27FC236}">
                  <a16:creationId xmlns:a16="http://schemas.microsoft.com/office/drawing/2014/main" id="{4812690C-A0E5-C5A1-B0BE-C7EE1E6C16D3}"/>
                </a:ext>
              </a:extLst>
            </p:cNvPr>
            <p:cNvSpPr/>
            <p:nvPr/>
          </p:nvSpPr>
          <p:spPr>
            <a:xfrm>
              <a:off x="4717525" y="4679200"/>
              <a:ext cx="178075" cy="60050"/>
            </a:xfrm>
            <a:custGeom>
              <a:avLst/>
              <a:gdLst/>
              <a:ahLst/>
              <a:cxnLst/>
              <a:rect l="l" t="t" r="r" b="b"/>
              <a:pathLst>
                <a:path w="7123" h="2402" extrusionOk="0">
                  <a:moveTo>
                    <a:pt x="5779" y="692"/>
                  </a:moveTo>
                  <a:lnTo>
                    <a:pt x="4536"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2"/>
                    <a:pt x="367" y="2402"/>
                  </a:cubicBezTo>
                  <a:lnTo>
                    <a:pt x="4640" y="2402"/>
                  </a:lnTo>
                  <a:cubicBezTo>
                    <a:pt x="4721" y="2402"/>
                    <a:pt x="4803" y="2361"/>
                    <a:pt x="4843" y="2320"/>
                  </a:cubicBezTo>
                  <a:lnTo>
                    <a:pt x="6959" y="611"/>
                  </a:lnTo>
                  <a:cubicBezTo>
                    <a:pt x="7082" y="529"/>
                    <a:pt x="7122" y="367"/>
                    <a:pt x="7082" y="245"/>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752;p35">
              <a:extLst>
                <a:ext uri="{FF2B5EF4-FFF2-40B4-BE49-F238E27FC236}">
                  <a16:creationId xmlns:a16="http://schemas.microsoft.com/office/drawing/2014/main" id="{63668D5F-3860-F7A9-18F9-07FACDC74051}"/>
                </a:ext>
              </a:extLst>
            </p:cNvPr>
            <p:cNvSpPr/>
            <p:nvPr/>
          </p:nvSpPr>
          <p:spPr>
            <a:xfrm>
              <a:off x="4664625" y="4721925"/>
              <a:ext cx="178075" cy="59050"/>
            </a:xfrm>
            <a:custGeom>
              <a:avLst/>
              <a:gdLst/>
              <a:ahLst/>
              <a:cxnLst/>
              <a:rect l="l" t="t" r="r" b="b"/>
              <a:pathLst>
                <a:path w="7123" h="2362" extrusionOk="0">
                  <a:moveTo>
                    <a:pt x="5820" y="693"/>
                  </a:moveTo>
                  <a:lnTo>
                    <a:pt x="4558" y="1669"/>
                  </a:lnTo>
                  <a:lnTo>
                    <a:pt x="1352" y="1669"/>
                  </a:lnTo>
                  <a:lnTo>
                    <a:pt x="2605" y="693"/>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753;p35">
              <a:extLst>
                <a:ext uri="{FF2B5EF4-FFF2-40B4-BE49-F238E27FC236}">
                  <a16:creationId xmlns:a16="http://schemas.microsoft.com/office/drawing/2014/main" id="{6678B3E2-AA26-9170-C01E-E60C174B7ED5}"/>
                </a:ext>
              </a:extLst>
            </p:cNvPr>
            <p:cNvSpPr/>
            <p:nvPr/>
          </p:nvSpPr>
          <p:spPr>
            <a:xfrm>
              <a:off x="4501825" y="4679200"/>
              <a:ext cx="178075" cy="60050"/>
            </a:xfrm>
            <a:custGeom>
              <a:avLst/>
              <a:gdLst/>
              <a:ahLst/>
              <a:cxnLst/>
              <a:rect l="l" t="t" r="r" b="b"/>
              <a:pathLst>
                <a:path w="7123" h="2402" extrusionOk="0">
                  <a:moveTo>
                    <a:pt x="5820" y="692"/>
                  </a:moveTo>
                  <a:lnTo>
                    <a:pt x="4577" y="1710"/>
                  </a:lnTo>
                  <a:lnTo>
                    <a:pt x="1344" y="1710"/>
                  </a:lnTo>
                  <a:lnTo>
                    <a:pt x="2605" y="692"/>
                  </a:lnTo>
                  <a:close/>
                  <a:moveTo>
                    <a:pt x="2483" y="0"/>
                  </a:moveTo>
                  <a:cubicBezTo>
                    <a:pt x="2402" y="0"/>
                    <a:pt x="2320" y="41"/>
                    <a:pt x="2280" y="82"/>
                  </a:cubicBezTo>
                  <a:lnTo>
                    <a:pt x="163" y="1791"/>
                  </a:lnTo>
                  <a:cubicBezTo>
                    <a:pt x="41" y="1872"/>
                    <a:pt x="1" y="2035"/>
                    <a:pt x="82" y="2157"/>
                  </a:cubicBezTo>
                  <a:cubicBezTo>
                    <a:pt x="123" y="2279"/>
                    <a:pt x="245" y="2402"/>
                    <a:pt x="367" y="2402"/>
                  </a:cubicBezTo>
                  <a:lnTo>
                    <a:pt x="4681" y="2402"/>
                  </a:lnTo>
                  <a:cubicBezTo>
                    <a:pt x="4762" y="2402"/>
                    <a:pt x="4843" y="2361"/>
                    <a:pt x="4884" y="2320"/>
                  </a:cubicBezTo>
                  <a:lnTo>
                    <a:pt x="7000" y="611"/>
                  </a:lnTo>
                  <a:cubicBezTo>
                    <a:pt x="7082" y="529"/>
                    <a:pt x="7123" y="367"/>
                    <a:pt x="7082" y="245"/>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754;p35">
              <a:extLst>
                <a:ext uri="{FF2B5EF4-FFF2-40B4-BE49-F238E27FC236}">
                  <a16:creationId xmlns:a16="http://schemas.microsoft.com/office/drawing/2014/main" id="{406993F0-BE56-7770-3FE4-71838459DD73}"/>
                </a:ext>
              </a:extLst>
            </p:cNvPr>
            <p:cNvSpPr/>
            <p:nvPr/>
          </p:nvSpPr>
          <p:spPr>
            <a:xfrm>
              <a:off x="4238300" y="4806375"/>
              <a:ext cx="178075" cy="59025"/>
            </a:xfrm>
            <a:custGeom>
              <a:avLst/>
              <a:gdLst/>
              <a:ahLst/>
              <a:cxnLst/>
              <a:rect l="l" t="t" r="r" b="b"/>
              <a:pathLst>
                <a:path w="7123" h="2361" extrusionOk="0">
                  <a:moveTo>
                    <a:pt x="5780" y="692"/>
                  </a:moveTo>
                  <a:lnTo>
                    <a:pt x="4518" y="1669"/>
                  </a:lnTo>
                  <a:lnTo>
                    <a:pt x="1303" y="1669"/>
                  </a:lnTo>
                  <a:lnTo>
                    <a:pt x="2543" y="692"/>
                  </a:lnTo>
                  <a:close/>
                  <a:moveTo>
                    <a:pt x="2443" y="1"/>
                  </a:moveTo>
                  <a:cubicBezTo>
                    <a:pt x="2361" y="1"/>
                    <a:pt x="2280" y="41"/>
                    <a:pt x="2239" y="82"/>
                  </a:cubicBezTo>
                  <a:lnTo>
                    <a:pt x="123" y="1751"/>
                  </a:lnTo>
                  <a:cubicBezTo>
                    <a:pt x="42" y="1832"/>
                    <a:pt x="1" y="1995"/>
                    <a:pt x="42" y="2117"/>
                  </a:cubicBezTo>
                  <a:cubicBezTo>
                    <a:pt x="82" y="2280"/>
                    <a:pt x="204" y="2361"/>
                    <a:pt x="367" y="2361"/>
                  </a:cubicBezTo>
                  <a:lnTo>
                    <a:pt x="4640" y="2361"/>
                  </a:lnTo>
                  <a:cubicBezTo>
                    <a:pt x="4722" y="2361"/>
                    <a:pt x="4803" y="2320"/>
                    <a:pt x="4844" y="2280"/>
                  </a:cubicBezTo>
                  <a:lnTo>
                    <a:pt x="6960" y="611"/>
                  </a:lnTo>
                  <a:cubicBezTo>
                    <a:pt x="7082" y="489"/>
                    <a:pt x="7123" y="367"/>
                    <a:pt x="7042" y="204"/>
                  </a:cubicBezTo>
                  <a:cubicBezTo>
                    <a:pt x="7001" y="82"/>
                    <a:pt x="687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755;p35">
              <a:extLst>
                <a:ext uri="{FF2B5EF4-FFF2-40B4-BE49-F238E27FC236}">
                  <a16:creationId xmlns:a16="http://schemas.microsoft.com/office/drawing/2014/main" id="{0D2352C2-90B9-736E-D841-D3AE2FBF0388}"/>
                </a:ext>
              </a:extLst>
            </p:cNvPr>
            <p:cNvSpPr/>
            <p:nvPr/>
          </p:nvSpPr>
          <p:spPr>
            <a:xfrm>
              <a:off x="43451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9"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756;p35">
              <a:extLst>
                <a:ext uri="{FF2B5EF4-FFF2-40B4-BE49-F238E27FC236}">
                  <a16:creationId xmlns:a16="http://schemas.microsoft.com/office/drawing/2014/main" id="{34AE7C99-91A6-E4A6-5F39-A71D867A7854}"/>
                </a:ext>
              </a:extLst>
            </p:cNvPr>
            <p:cNvSpPr/>
            <p:nvPr/>
          </p:nvSpPr>
          <p:spPr>
            <a:xfrm>
              <a:off x="41304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757;p35">
              <a:extLst>
                <a:ext uri="{FF2B5EF4-FFF2-40B4-BE49-F238E27FC236}">
                  <a16:creationId xmlns:a16="http://schemas.microsoft.com/office/drawing/2014/main" id="{8194F2BD-4DA8-F81E-E1FF-C1B7EA9E10E8}"/>
                </a:ext>
              </a:extLst>
            </p:cNvPr>
            <p:cNvSpPr/>
            <p:nvPr/>
          </p:nvSpPr>
          <p:spPr>
            <a:xfrm>
              <a:off x="4453000" y="4806375"/>
              <a:ext cx="178075" cy="59025"/>
            </a:xfrm>
            <a:custGeom>
              <a:avLst/>
              <a:gdLst/>
              <a:ahLst/>
              <a:cxnLst/>
              <a:rect l="l" t="t" r="r" b="b"/>
              <a:pathLst>
                <a:path w="7123"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4" y="2361"/>
                    <a:pt x="366" y="2361"/>
                  </a:cubicBezTo>
                  <a:lnTo>
                    <a:pt x="464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758;p35">
              <a:extLst>
                <a:ext uri="{FF2B5EF4-FFF2-40B4-BE49-F238E27FC236}">
                  <a16:creationId xmlns:a16="http://schemas.microsoft.com/office/drawing/2014/main" id="{C86F2D11-EFB7-146F-042A-9885C60D62D8}"/>
                </a:ext>
              </a:extLst>
            </p:cNvPr>
            <p:cNvSpPr/>
            <p:nvPr/>
          </p:nvSpPr>
          <p:spPr>
            <a:xfrm>
              <a:off x="40226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759;p35">
              <a:extLst>
                <a:ext uri="{FF2B5EF4-FFF2-40B4-BE49-F238E27FC236}">
                  <a16:creationId xmlns:a16="http://schemas.microsoft.com/office/drawing/2014/main" id="{705D6914-2858-4009-05A7-8CE5C60BF2A0}"/>
                </a:ext>
              </a:extLst>
            </p:cNvPr>
            <p:cNvSpPr/>
            <p:nvPr/>
          </p:nvSpPr>
          <p:spPr>
            <a:xfrm>
              <a:off x="3915800" y="4806375"/>
              <a:ext cx="178050" cy="59025"/>
            </a:xfrm>
            <a:custGeom>
              <a:avLst/>
              <a:gdLst/>
              <a:ahLst/>
              <a:cxnLst/>
              <a:rect l="l" t="t" r="r" b="b"/>
              <a:pathLst>
                <a:path w="7122" h="2361" extrusionOk="0">
                  <a:moveTo>
                    <a:pt x="5779" y="692"/>
                  </a:moveTo>
                  <a:lnTo>
                    <a:pt x="4517" y="1669"/>
                  </a:lnTo>
                  <a:lnTo>
                    <a:pt x="1302" y="1669"/>
                  </a:lnTo>
                  <a:lnTo>
                    <a:pt x="2542" y="692"/>
                  </a:lnTo>
                  <a:close/>
                  <a:moveTo>
                    <a:pt x="2442" y="1"/>
                  </a:moveTo>
                  <a:cubicBezTo>
                    <a:pt x="2360" y="1"/>
                    <a:pt x="2279" y="41"/>
                    <a:pt x="2238" y="82"/>
                  </a:cubicBezTo>
                  <a:lnTo>
                    <a:pt x="163" y="1751"/>
                  </a:lnTo>
                  <a:cubicBezTo>
                    <a:pt x="41" y="1832"/>
                    <a:pt x="0" y="1995"/>
                    <a:pt x="41" y="2117"/>
                  </a:cubicBezTo>
                  <a:cubicBezTo>
                    <a:pt x="81" y="2280"/>
                    <a:pt x="203"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760;p35">
              <a:extLst>
                <a:ext uri="{FF2B5EF4-FFF2-40B4-BE49-F238E27FC236}">
                  <a16:creationId xmlns:a16="http://schemas.microsoft.com/office/drawing/2014/main" id="{A2A8C7AA-DEFB-2253-945B-85FFCDAB1595}"/>
                </a:ext>
              </a:extLst>
            </p:cNvPr>
            <p:cNvSpPr/>
            <p:nvPr/>
          </p:nvSpPr>
          <p:spPr>
            <a:xfrm>
              <a:off x="45598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41" y="1832"/>
                    <a:pt x="0" y="1995"/>
                    <a:pt x="82" y="2117"/>
                  </a:cubicBezTo>
                  <a:cubicBezTo>
                    <a:pt x="122" y="2280"/>
                    <a:pt x="244" y="2361"/>
                    <a:pt x="367" y="2361"/>
                  </a:cubicBezTo>
                  <a:lnTo>
                    <a:pt x="4680" y="2361"/>
                  </a:lnTo>
                  <a:cubicBezTo>
                    <a:pt x="4762" y="2361"/>
                    <a:pt x="4843" y="2320"/>
                    <a:pt x="4884" y="2280"/>
                  </a:cubicBezTo>
                  <a:lnTo>
                    <a:pt x="7000" y="611"/>
                  </a:lnTo>
                  <a:cubicBezTo>
                    <a:pt x="7082" y="489"/>
                    <a:pt x="7122" y="367"/>
                    <a:pt x="7082"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761;p35">
              <a:extLst>
                <a:ext uri="{FF2B5EF4-FFF2-40B4-BE49-F238E27FC236}">
                  <a16:creationId xmlns:a16="http://schemas.microsoft.com/office/drawing/2014/main" id="{9AEFC3E5-1F42-1A90-0940-A94D7138C66F}"/>
                </a:ext>
              </a:extLst>
            </p:cNvPr>
            <p:cNvSpPr/>
            <p:nvPr/>
          </p:nvSpPr>
          <p:spPr>
            <a:xfrm>
              <a:off x="3700100" y="4806375"/>
              <a:ext cx="179075" cy="59025"/>
            </a:xfrm>
            <a:custGeom>
              <a:avLst/>
              <a:gdLst/>
              <a:ahLst/>
              <a:cxnLst/>
              <a:rect l="l" t="t" r="r" b="b"/>
              <a:pathLst>
                <a:path w="7163" h="2361" extrusionOk="0">
                  <a:moveTo>
                    <a:pt x="5820" y="692"/>
                  </a:moveTo>
                  <a:lnTo>
                    <a:pt x="4558" y="1669"/>
                  </a:lnTo>
                  <a:lnTo>
                    <a:pt x="1343" y="1669"/>
                  </a:lnTo>
                  <a:lnTo>
                    <a:pt x="2583" y="692"/>
                  </a:lnTo>
                  <a:close/>
                  <a:moveTo>
                    <a:pt x="2483" y="1"/>
                  </a:moveTo>
                  <a:cubicBezTo>
                    <a:pt x="2401" y="1"/>
                    <a:pt x="2320" y="41"/>
                    <a:pt x="2279" y="82"/>
                  </a:cubicBezTo>
                  <a:lnTo>
                    <a:pt x="163" y="1751"/>
                  </a:lnTo>
                  <a:cubicBezTo>
                    <a:pt x="82" y="1832"/>
                    <a:pt x="0" y="1995"/>
                    <a:pt x="82" y="2117"/>
                  </a:cubicBezTo>
                  <a:cubicBezTo>
                    <a:pt x="122" y="2280"/>
                    <a:pt x="244" y="2361"/>
                    <a:pt x="407" y="2361"/>
                  </a:cubicBezTo>
                  <a:lnTo>
                    <a:pt x="4680" y="2361"/>
                  </a:lnTo>
                  <a:cubicBezTo>
                    <a:pt x="4762" y="2361"/>
                    <a:pt x="4843" y="2320"/>
                    <a:pt x="4884" y="2280"/>
                  </a:cubicBezTo>
                  <a:lnTo>
                    <a:pt x="7000" y="611"/>
                  </a:lnTo>
                  <a:cubicBezTo>
                    <a:pt x="7122" y="489"/>
                    <a:pt x="7163" y="367"/>
                    <a:pt x="7082" y="204"/>
                  </a:cubicBezTo>
                  <a:cubicBezTo>
                    <a:pt x="7041"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762;p35">
              <a:extLst>
                <a:ext uri="{FF2B5EF4-FFF2-40B4-BE49-F238E27FC236}">
                  <a16:creationId xmlns:a16="http://schemas.microsoft.com/office/drawing/2014/main" id="{D1C77F52-D3D5-4409-1AB0-35ACE7125CDD}"/>
                </a:ext>
              </a:extLst>
            </p:cNvPr>
            <p:cNvSpPr/>
            <p:nvPr/>
          </p:nvSpPr>
          <p:spPr>
            <a:xfrm>
              <a:off x="3807950"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43" y="2320"/>
                    <a:pt x="4884" y="2280"/>
                  </a:cubicBezTo>
                  <a:lnTo>
                    <a:pt x="6959"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763;p35">
              <a:extLst>
                <a:ext uri="{FF2B5EF4-FFF2-40B4-BE49-F238E27FC236}">
                  <a16:creationId xmlns:a16="http://schemas.microsoft.com/office/drawing/2014/main" id="{07DB50A9-DAF4-4F31-AB44-707ECD985DC8}"/>
                </a:ext>
              </a:extLst>
            </p:cNvPr>
            <p:cNvSpPr/>
            <p:nvPr/>
          </p:nvSpPr>
          <p:spPr>
            <a:xfrm>
              <a:off x="4879300" y="4721925"/>
              <a:ext cx="179075" cy="59050"/>
            </a:xfrm>
            <a:custGeom>
              <a:avLst/>
              <a:gdLst/>
              <a:ahLst/>
              <a:cxnLst/>
              <a:rect l="l" t="t" r="r" b="b"/>
              <a:pathLst>
                <a:path w="7163" h="2362" extrusionOk="0">
                  <a:moveTo>
                    <a:pt x="5820" y="693"/>
                  </a:moveTo>
                  <a:lnTo>
                    <a:pt x="4558" y="1669"/>
                  </a:lnTo>
                  <a:lnTo>
                    <a:pt x="1378" y="1669"/>
                  </a:lnTo>
                  <a:lnTo>
                    <a:pt x="2605" y="693"/>
                  </a:lnTo>
                  <a:close/>
                  <a:moveTo>
                    <a:pt x="2483" y="1"/>
                  </a:moveTo>
                  <a:cubicBezTo>
                    <a:pt x="2401" y="1"/>
                    <a:pt x="2320" y="41"/>
                    <a:pt x="2279" y="82"/>
                  </a:cubicBezTo>
                  <a:lnTo>
                    <a:pt x="163" y="1751"/>
                  </a:lnTo>
                  <a:cubicBezTo>
                    <a:pt x="41" y="1832"/>
                    <a:pt x="0" y="1995"/>
                    <a:pt x="82" y="2117"/>
                  </a:cubicBezTo>
                  <a:cubicBezTo>
                    <a:pt x="122" y="2280"/>
                    <a:pt x="244" y="2361"/>
                    <a:pt x="366" y="2361"/>
                  </a:cubicBezTo>
                  <a:lnTo>
                    <a:pt x="4680" y="2361"/>
                  </a:lnTo>
                  <a:cubicBezTo>
                    <a:pt x="4762" y="2361"/>
                    <a:pt x="4843" y="2320"/>
                    <a:pt x="4884" y="2280"/>
                  </a:cubicBezTo>
                  <a:lnTo>
                    <a:pt x="7000" y="611"/>
                  </a:lnTo>
                  <a:cubicBezTo>
                    <a:pt x="7081" y="489"/>
                    <a:pt x="7163"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764;p35">
              <a:extLst>
                <a:ext uri="{FF2B5EF4-FFF2-40B4-BE49-F238E27FC236}">
                  <a16:creationId xmlns:a16="http://schemas.microsoft.com/office/drawing/2014/main" id="{5F7CD9AB-36AF-F5F2-B434-75D113BC4BE0}"/>
                </a:ext>
              </a:extLst>
            </p:cNvPr>
            <p:cNvSpPr/>
            <p:nvPr/>
          </p:nvSpPr>
          <p:spPr>
            <a:xfrm>
              <a:off x="4984075" y="4637475"/>
              <a:ext cx="178075" cy="59050"/>
            </a:xfrm>
            <a:custGeom>
              <a:avLst/>
              <a:gdLst/>
              <a:ahLst/>
              <a:cxnLst/>
              <a:rect l="l" t="t" r="r" b="b"/>
              <a:pathLst>
                <a:path w="7123" h="2362" extrusionOk="0">
                  <a:moveTo>
                    <a:pt x="5821" y="693"/>
                  </a:moveTo>
                  <a:lnTo>
                    <a:pt x="4559" y="1669"/>
                  </a:lnTo>
                  <a:lnTo>
                    <a:pt x="1344" y="1669"/>
                  </a:lnTo>
                  <a:lnTo>
                    <a:pt x="2584"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765;p35">
              <a:extLst>
                <a:ext uri="{FF2B5EF4-FFF2-40B4-BE49-F238E27FC236}">
                  <a16:creationId xmlns:a16="http://schemas.microsoft.com/office/drawing/2014/main" id="{02FBE042-BEC8-0B84-50B9-55107202D9E0}"/>
                </a:ext>
              </a:extLst>
            </p:cNvPr>
            <p:cNvSpPr/>
            <p:nvPr/>
          </p:nvSpPr>
          <p:spPr>
            <a:xfrm>
              <a:off x="4932200" y="4679200"/>
              <a:ext cx="178075" cy="60050"/>
            </a:xfrm>
            <a:custGeom>
              <a:avLst/>
              <a:gdLst/>
              <a:ahLst/>
              <a:cxnLst/>
              <a:rect l="l" t="t" r="r" b="b"/>
              <a:pathLst>
                <a:path w="7123" h="2402" extrusionOk="0">
                  <a:moveTo>
                    <a:pt x="5779" y="692"/>
                  </a:moveTo>
                  <a:lnTo>
                    <a:pt x="4558" y="1710"/>
                  </a:lnTo>
                  <a:lnTo>
                    <a:pt x="1318" y="1710"/>
                  </a:lnTo>
                  <a:lnTo>
                    <a:pt x="2564" y="692"/>
                  </a:lnTo>
                  <a:close/>
                  <a:moveTo>
                    <a:pt x="2442" y="0"/>
                  </a:moveTo>
                  <a:cubicBezTo>
                    <a:pt x="2361" y="0"/>
                    <a:pt x="2320" y="41"/>
                    <a:pt x="2239" y="82"/>
                  </a:cubicBezTo>
                  <a:lnTo>
                    <a:pt x="163" y="1791"/>
                  </a:lnTo>
                  <a:cubicBezTo>
                    <a:pt x="41" y="1872"/>
                    <a:pt x="0" y="2035"/>
                    <a:pt x="41" y="2157"/>
                  </a:cubicBezTo>
                  <a:cubicBezTo>
                    <a:pt x="82" y="2279"/>
                    <a:pt x="204" y="2402"/>
                    <a:pt x="367" y="2402"/>
                  </a:cubicBezTo>
                  <a:lnTo>
                    <a:pt x="4640" y="2402"/>
                  </a:lnTo>
                  <a:cubicBezTo>
                    <a:pt x="4721" y="2402"/>
                    <a:pt x="4803" y="2361"/>
                    <a:pt x="4884" y="2320"/>
                  </a:cubicBezTo>
                  <a:lnTo>
                    <a:pt x="6960" y="611"/>
                  </a:lnTo>
                  <a:cubicBezTo>
                    <a:pt x="7082" y="529"/>
                    <a:pt x="7122" y="367"/>
                    <a:pt x="7082" y="245"/>
                  </a:cubicBezTo>
                  <a:cubicBezTo>
                    <a:pt x="7041" y="122"/>
                    <a:pt x="6878"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766;p35">
              <a:extLst>
                <a:ext uri="{FF2B5EF4-FFF2-40B4-BE49-F238E27FC236}">
                  <a16:creationId xmlns:a16="http://schemas.microsoft.com/office/drawing/2014/main" id="{52BCF2B0-AAC9-4C28-AD30-EF4A9104267F}"/>
                </a:ext>
              </a:extLst>
            </p:cNvPr>
            <p:cNvSpPr/>
            <p:nvPr/>
          </p:nvSpPr>
          <p:spPr>
            <a:xfrm>
              <a:off x="35932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360" y="1"/>
                    <a:pt x="2320" y="41"/>
                    <a:pt x="2238" y="82"/>
                  </a:cubicBezTo>
                  <a:lnTo>
                    <a:pt x="163" y="1751"/>
                  </a:lnTo>
                  <a:cubicBezTo>
                    <a:pt x="41" y="1832"/>
                    <a:pt x="0" y="1995"/>
                    <a:pt x="41" y="2117"/>
                  </a:cubicBezTo>
                  <a:cubicBezTo>
                    <a:pt x="81" y="2280"/>
                    <a:pt x="204" y="2361"/>
                    <a:pt x="366" y="2361"/>
                  </a:cubicBezTo>
                  <a:lnTo>
                    <a:pt x="4680" y="2361"/>
                  </a:lnTo>
                  <a:cubicBezTo>
                    <a:pt x="4721" y="2361"/>
                    <a:pt x="4802" y="2320"/>
                    <a:pt x="4884" y="2280"/>
                  </a:cubicBezTo>
                  <a:lnTo>
                    <a:pt x="6959" y="611"/>
                  </a:lnTo>
                  <a:cubicBezTo>
                    <a:pt x="7081" y="489"/>
                    <a:pt x="7122" y="367"/>
                    <a:pt x="7081" y="204"/>
                  </a:cubicBezTo>
                  <a:cubicBezTo>
                    <a:pt x="7041" y="82"/>
                    <a:pt x="6878"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767;p35">
              <a:extLst>
                <a:ext uri="{FF2B5EF4-FFF2-40B4-BE49-F238E27FC236}">
                  <a16:creationId xmlns:a16="http://schemas.microsoft.com/office/drawing/2014/main" id="{359136A0-482B-9E6C-E08B-71CF1568A3B8}"/>
                </a:ext>
              </a:extLst>
            </p:cNvPr>
            <p:cNvSpPr/>
            <p:nvPr/>
          </p:nvSpPr>
          <p:spPr>
            <a:xfrm>
              <a:off x="4667675" y="4806375"/>
              <a:ext cx="178075" cy="59025"/>
            </a:xfrm>
            <a:custGeom>
              <a:avLst/>
              <a:gdLst/>
              <a:ahLst/>
              <a:cxnLst/>
              <a:rect l="l" t="t" r="r" b="b"/>
              <a:pathLst>
                <a:path w="7123" h="2361" extrusionOk="0">
                  <a:moveTo>
                    <a:pt x="5779" y="692"/>
                  </a:moveTo>
                  <a:lnTo>
                    <a:pt x="4558" y="1669"/>
                  </a:lnTo>
                  <a:lnTo>
                    <a:pt x="1343" y="1669"/>
                  </a:lnTo>
                  <a:lnTo>
                    <a:pt x="2583" y="692"/>
                  </a:lnTo>
                  <a:close/>
                  <a:moveTo>
                    <a:pt x="2442" y="1"/>
                  </a:moveTo>
                  <a:cubicBezTo>
                    <a:pt x="2401" y="1"/>
                    <a:pt x="2320" y="41"/>
                    <a:pt x="2238" y="82"/>
                  </a:cubicBezTo>
                  <a:lnTo>
                    <a:pt x="163" y="1751"/>
                  </a:lnTo>
                  <a:cubicBezTo>
                    <a:pt x="41" y="1832"/>
                    <a:pt x="0" y="1995"/>
                    <a:pt x="41" y="2117"/>
                  </a:cubicBezTo>
                  <a:cubicBezTo>
                    <a:pt x="82" y="2280"/>
                    <a:pt x="244" y="2361"/>
                    <a:pt x="366" y="2361"/>
                  </a:cubicBezTo>
                  <a:lnTo>
                    <a:pt x="4680" y="2361"/>
                  </a:lnTo>
                  <a:cubicBezTo>
                    <a:pt x="4762" y="2361"/>
                    <a:pt x="4802" y="2320"/>
                    <a:pt x="4884" y="2280"/>
                  </a:cubicBezTo>
                  <a:lnTo>
                    <a:pt x="6959" y="611"/>
                  </a:lnTo>
                  <a:cubicBezTo>
                    <a:pt x="7081" y="489"/>
                    <a:pt x="7122" y="367"/>
                    <a:pt x="7081" y="204"/>
                  </a:cubicBezTo>
                  <a:cubicBezTo>
                    <a:pt x="7041" y="82"/>
                    <a:pt x="691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768;p35">
              <a:extLst>
                <a:ext uri="{FF2B5EF4-FFF2-40B4-BE49-F238E27FC236}">
                  <a16:creationId xmlns:a16="http://schemas.microsoft.com/office/drawing/2014/main" id="{72BA39A9-89D6-FE6B-EAD0-DA18DC1CE294}"/>
                </a:ext>
              </a:extLst>
            </p:cNvPr>
            <p:cNvSpPr/>
            <p:nvPr/>
          </p:nvSpPr>
          <p:spPr>
            <a:xfrm>
              <a:off x="4775525" y="4806375"/>
              <a:ext cx="178075" cy="59025"/>
            </a:xfrm>
            <a:custGeom>
              <a:avLst/>
              <a:gdLst/>
              <a:ahLst/>
              <a:cxnLst/>
              <a:rect l="l" t="t" r="r" b="b"/>
              <a:pathLst>
                <a:path w="7123" h="2361" extrusionOk="0">
                  <a:moveTo>
                    <a:pt x="5779" y="692"/>
                  </a:moveTo>
                  <a:lnTo>
                    <a:pt x="4517" y="1669"/>
                  </a:lnTo>
                  <a:lnTo>
                    <a:pt x="1337" y="1669"/>
                  </a:lnTo>
                  <a:lnTo>
                    <a:pt x="2564" y="692"/>
                  </a:lnTo>
                  <a:close/>
                  <a:moveTo>
                    <a:pt x="2442" y="1"/>
                  </a:moveTo>
                  <a:cubicBezTo>
                    <a:pt x="2360" y="1"/>
                    <a:pt x="2279" y="41"/>
                    <a:pt x="2238" y="82"/>
                  </a:cubicBezTo>
                  <a:lnTo>
                    <a:pt x="122" y="1751"/>
                  </a:lnTo>
                  <a:cubicBezTo>
                    <a:pt x="41" y="1832"/>
                    <a:pt x="0" y="1995"/>
                    <a:pt x="41" y="2117"/>
                  </a:cubicBezTo>
                  <a:cubicBezTo>
                    <a:pt x="81" y="2280"/>
                    <a:pt x="204" y="2361"/>
                    <a:pt x="366" y="2361"/>
                  </a:cubicBezTo>
                  <a:lnTo>
                    <a:pt x="4639" y="2361"/>
                  </a:lnTo>
                  <a:cubicBezTo>
                    <a:pt x="4721" y="2361"/>
                    <a:pt x="4802" y="2320"/>
                    <a:pt x="4884" y="2280"/>
                  </a:cubicBezTo>
                  <a:lnTo>
                    <a:pt x="6959" y="611"/>
                  </a:lnTo>
                  <a:cubicBezTo>
                    <a:pt x="7081" y="489"/>
                    <a:pt x="7122" y="367"/>
                    <a:pt x="7081" y="204"/>
                  </a:cubicBezTo>
                  <a:cubicBezTo>
                    <a:pt x="7000"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769;p35">
              <a:extLst>
                <a:ext uri="{FF2B5EF4-FFF2-40B4-BE49-F238E27FC236}">
                  <a16:creationId xmlns:a16="http://schemas.microsoft.com/office/drawing/2014/main" id="{2A9B5E33-FD77-B5EF-E735-97F5C644B63D}"/>
                </a:ext>
              </a:extLst>
            </p:cNvPr>
            <p:cNvSpPr/>
            <p:nvPr/>
          </p:nvSpPr>
          <p:spPr>
            <a:xfrm>
              <a:off x="4827400" y="4763650"/>
              <a:ext cx="178075" cy="60050"/>
            </a:xfrm>
            <a:custGeom>
              <a:avLst/>
              <a:gdLst/>
              <a:ahLst/>
              <a:cxnLst/>
              <a:rect l="l" t="t" r="r" b="b"/>
              <a:pathLst>
                <a:path w="7123" h="2402" extrusionOk="0">
                  <a:moveTo>
                    <a:pt x="5780" y="692"/>
                  </a:moveTo>
                  <a:lnTo>
                    <a:pt x="4559" y="1710"/>
                  </a:lnTo>
                  <a:lnTo>
                    <a:pt x="1318" y="1710"/>
                  </a:lnTo>
                  <a:lnTo>
                    <a:pt x="2564" y="692"/>
                  </a:lnTo>
                  <a:close/>
                  <a:moveTo>
                    <a:pt x="2442" y="0"/>
                  </a:moveTo>
                  <a:cubicBezTo>
                    <a:pt x="2402" y="0"/>
                    <a:pt x="2320" y="41"/>
                    <a:pt x="2239" y="82"/>
                  </a:cubicBezTo>
                  <a:lnTo>
                    <a:pt x="163" y="1791"/>
                  </a:lnTo>
                  <a:cubicBezTo>
                    <a:pt x="41" y="1872"/>
                    <a:pt x="1" y="2035"/>
                    <a:pt x="41" y="2157"/>
                  </a:cubicBezTo>
                  <a:cubicBezTo>
                    <a:pt x="82" y="2279"/>
                    <a:pt x="245" y="2401"/>
                    <a:pt x="367" y="2401"/>
                  </a:cubicBezTo>
                  <a:lnTo>
                    <a:pt x="4681" y="2401"/>
                  </a:lnTo>
                  <a:cubicBezTo>
                    <a:pt x="4762" y="2401"/>
                    <a:pt x="4803" y="2361"/>
                    <a:pt x="4884" y="2320"/>
                  </a:cubicBezTo>
                  <a:lnTo>
                    <a:pt x="6960" y="611"/>
                  </a:lnTo>
                  <a:cubicBezTo>
                    <a:pt x="7082" y="529"/>
                    <a:pt x="7123" y="367"/>
                    <a:pt x="7082" y="244"/>
                  </a:cubicBezTo>
                  <a:cubicBezTo>
                    <a:pt x="7041" y="122"/>
                    <a:pt x="6919" y="0"/>
                    <a:pt x="675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770;p35">
              <a:extLst>
                <a:ext uri="{FF2B5EF4-FFF2-40B4-BE49-F238E27FC236}">
                  <a16:creationId xmlns:a16="http://schemas.microsoft.com/office/drawing/2014/main" id="{C44CD6D1-66BB-E798-D716-37EEA75C36A1}"/>
                </a:ext>
              </a:extLst>
            </p:cNvPr>
            <p:cNvSpPr/>
            <p:nvPr/>
          </p:nvSpPr>
          <p:spPr>
            <a:xfrm>
              <a:off x="3590200" y="4721925"/>
              <a:ext cx="178075" cy="59050"/>
            </a:xfrm>
            <a:custGeom>
              <a:avLst/>
              <a:gdLst/>
              <a:ahLst/>
              <a:cxnLst/>
              <a:rect l="l" t="t" r="r" b="b"/>
              <a:pathLst>
                <a:path w="7123" h="2362" extrusionOk="0">
                  <a:moveTo>
                    <a:pt x="5786" y="693"/>
                  </a:moveTo>
                  <a:lnTo>
                    <a:pt x="4559"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0"/>
                    <a:pt x="4885" y="2280"/>
                  </a:cubicBezTo>
                  <a:lnTo>
                    <a:pt x="6960" y="611"/>
                  </a:lnTo>
                  <a:cubicBezTo>
                    <a:pt x="7082" y="489"/>
                    <a:pt x="7123" y="367"/>
                    <a:pt x="7082" y="204"/>
                  </a:cubicBezTo>
                  <a:cubicBezTo>
                    <a:pt x="7042"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771;p35">
              <a:extLst>
                <a:ext uri="{FF2B5EF4-FFF2-40B4-BE49-F238E27FC236}">
                  <a16:creationId xmlns:a16="http://schemas.microsoft.com/office/drawing/2014/main" id="{F01EBF3A-4770-6EA6-52A2-A924AFFCE020}"/>
                </a:ext>
              </a:extLst>
            </p:cNvPr>
            <p:cNvSpPr/>
            <p:nvPr/>
          </p:nvSpPr>
          <p:spPr>
            <a:xfrm>
              <a:off x="43400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41" y="204"/>
                  </a:cubicBezTo>
                  <a:cubicBezTo>
                    <a:pt x="7001" y="82"/>
                    <a:pt x="6878"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772;p35">
              <a:extLst>
                <a:ext uri="{FF2B5EF4-FFF2-40B4-BE49-F238E27FC236}">
                  <a16:creationId xmlns:a16="http://schemas.microsoft.com/office/drawing/2014/main" id="{E04A467B-6675-5629-3E74-EECA6D2C31E4}"/>
                </a:ext>
              </a:extLst>
            </p:cNvPr>
            <p:cNvSpPr/>
            <p:nvPr/>
          </p:nvSpPr>
          <p:spPr>
            <a:xfrm>
              <a:off x="4446875" y="4637475"/>
              <a:ext cx="178075" cy="59050"/>
            </a:xfrm>
            <a:custGeom>
              <a:avLst/>
              <a:gdLst/>
              <a:ahLst/>
              <a:cxnLst/>
              <a:rect l="l" t="t" r="r" b="b"/>
              <a:pathLst>
                <a:path w="7123" h="2362" extrusionOk="0">
                  <a:moveTo>
                    <a:pt x="5821" y="693"/>
                  </a:moveTo>
                  <a:lnTo>
                    <a:pt x="4581" y="1669"/>
                  </a:lnTo>
                  <a:lnTo>
                    <a:pt x="1344" y="1669"/>
                  </a:lnTo>
                  <a:lnTo>
                    <a:pt x="2605" y="693"/>
                  </a:lnTo>
                  <a:close/>
                  <a:moveTo>
                    <a:pt x="2483" y="1"/>
                  </a:moveTo>
                  <a:cubicBezTo>
                    <a:pt x="2402" y="1"/>
                    <a:pt x="2321" y="41"/>
                    <a:pt x="2239" y="82"/>
                  </a:cubicBezTo>
                  <a:lnTo>
                    <a:pt x="164" y="1751"/>
                  </a:lnTo>
                  <a:cubicBezTo>
                    <a:pt x="42" y="1832"/>
                    <a:pt x="1" y="1995"/>
                    <a:pt x="42" y="2117"/>
                  </a:cubicBezTo>
                  <a:cubicBezTo>
                    <a:pt x="123" y="2280"/>
                    <a:pt x="245" y="2361"/>
                    <a:pt x="367" y="2361"/>
                  </a:cubicBezTo>
                  <a:lnTo>
                    <a:pt x="4681" y="2361"/>
                  </a:lnTo>
                  <a:cubicBezTo>
                    <a:pt x="4762" y="2361"/>
                    <a:pt x="4844" y="2321"/>
                    <a:pt x="4885"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773;p35">
              <a:extLst>
                <a:ext uri="{FF2B5EF4-FFF2-40B4-BE49-F238E27FC236}">
                  <a16:creationId xmlns:a16="http://schemas.microsoft.com/office/drawing/2014/main" id="{6AACE7FC-B17F-5430-E2DC-0AB034DDB8C4}"/>
                </a:ext>
              </a:extLst>
            </p:cNvPr>
            <p:cNvSpPr/>
            <p:nvPr/>
          </p:nvSpPr>
          <p:spPr>
            <a:xfrm>
              <a:off x="42322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361" y="1"/>
                    <a:pt x="2321"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774;p35">
              <a:extLst>
                <a:ext uri="{FF2B5EF4-FFF2-40B4-BE49-F238E27FC236}">
                  <a16:creationId xmlns:a16="http://schemas.microsoft.com/office/drawing/2014/main" id="{4DC0F1B7-0981-A64E-7631-B60C82D5CC3C}"/>
                </a:ext>
              </a:extLst>
            </p:cNvPr>
            <p:cNvSpPr/>
            <p:nvPr/>
          </p:nvSpPr>
          <p:spPr>
            <a:xfrm>
              <a:off x="45547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4"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775;p35">
              <a:extLst>
                <a:ext uri="{FF2B5EF4-FFF2-40B4-BE49-F238E27FC236}">
                  <a16:creationId xmlns:a16="http://schemas.microsoft.com/office/drawing/2014/main" id="{669F0FC5-75F9-3F44-7D5D-22768096F979}"/>
                </a:ext>
              </a:extLst>
            </p:cNvPr>
            <p:cNvSpPr/>
            <p:nvPr/>
          </p:nvSpPr>
          <p:spPr>
            <a:xfrm>
              <a:off x="4769400" y="4637475"/>
              <a:ext cx="178075" cy="59050"/>
            </a:xfrm>
            <a:custGeom>
              <a:avLst/>
              <a:gdLst/>
              <a:ahLst/>
              <a:cxnLst/>
              <a:rect l="l" t="t" r="r" b="b"/>
              <a:pathLst>
                <a:path w="7123" h="2362" extrusionOk="0">
                  <a:moveTo>
                    <a:pt x="5780" y="693"/>
                  </a:moveTo>
                  <a:lnTo>
                    <a:pt x="4540" y="1669"/>
                  </a:lnTo>
                  <a:lnTo>
                    <a:pt x="1344" y="1669"/>
                  </a:lnTo>
                  <a:lnTo>
                    <a:pt x="2565" y="693"/>
                  </a:lnTo>
                  <a:close/>
                  <a:moveTo>
                    <a:pt x="244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03" y="2321"/>
                    <a:pt x="4884" y="2280"/>
                  </a:cubicBezTo>
                  <a:lnTo>
                    <a:pt x="6960" y="611"/>
                  </a:lnTo>
                  <a:cubicBezTo>
                    <a:pt x="7082" y="489"/>
                    <a:pt x="7123" y="367"/>
                    <a:pt x="7082" y="204"/>
                  </a:cubicBezTo>
                  <a:cubicBezTo>
                    <a:pt x="7041"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776;p35">
              <a:extLst>
                <a:ext uri="{FF2B5EF4-FFF2-40B4-BE49-F238E27FC236}">
                  <a16:creationId xmlns:a16="http://schemas.microsoft.com/office/drawing/2014/main" id="{EE0CF943-44B0-442A-D36C-EAD7D5B669CA}"/>
                </a:ext>
              </a:extLst>
            </p:cNvPr>
            <p:cNvSpPr/>
            <p:nvPr/>
          </p:nvSpPr>
          <p:spPr>
            <a:xfrm>
              <a:off x="46615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3" y="2361"/>
                    <a:pt x="4844" y="2321"/>
                    <a:pt x="4885" y="2280"/>
                  </a:cubicBezTo>
                  <a:lnTo>
                    <a:pt x="7001" y="611"/>
                  </a:lnTo>
                  <a:cubicBezTo>
                    <a:pt x="7082" y="489"/>
                    <a:pt x="7123" y="367"/>
                    <a:pt x="7082" y="204"/>
                  </a:cubicBezTo>
                  <a:cubicBezTo>
                    <a:pt x="7042" y="82"/>
                    <a:pt x="6919" y="1"/>
                    <a:pt x="67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777;p35">
              <a:extLst>
                <a:ext uri="{FF2B5EF4-FFF2-40B4-BE49-F238E27FC236}">
                  <a16:creationId xmlns:a16="http://schemas.microsoft.com/office/drawing/2014/main" id="{067527F2-6F71-7FEA-01A5-4D912E3B7D1F}"/>
                </a:ext>
              </a:extLst>
            </p:cNvPr>
            <p:cNvSpPr/>
            <p:nvPr/>
          </p:nvSpPr>
          <p:spPr>
            <a:xfrm>
              <a:off x="4124350" y="4637475"/>
              <a:ext cx="178075" cy="59050"/>
            </a:xfrm>
            <a:custGeom>
              <a:avLst/>
              <a:gdLst/>
              <a:ahLst/>
              <a:cxnLst/>
              <a:rect l="l" t="t" r="r" b="b"/>
              <a:pathLst>
                <a:path w="7123" h="2362" extrusionOk="0">
                  <a:moveTo>
                    <a:pt x="5821" y="693"/>
                  </a:moveTo>
                  <a:lnTo>
                    <a:pt x="4581" y="1669"/>
                  </a:lnTo>
                  <a:lnTo>
                    <a:pt x="1344" y="1669"/>
                  </a:lnTo>
                  <a:lnTo>
                    <a:pt x="2606" y="693"/>
                  </a:lnTo>
                  <a:close/>
                  <a:moveTo>
                    <a:pt x="2483" y="1"/>
                  </a:moveTo>
                  <a:cubicBezTo>
                    <a:pt x="2402" y="1"/>
                    <a:pt x="2321" y="41"/>
                    <a:pt x="2280" y="82"/>
                  </a:cubicBezTo>
                  <a:lnTo>
                    <a:pt x="164" y="1751"/>
                  </a:lnTo>
                  <a:cubicBezTo>
                    <a:pt x="42" y="1832"/>
                    <a:pt x="1" y="1995"/>
                    <a:pt x="82" y="2117"/>
                  </a:cubicBezTo>
                  <a:cubicBezTo>
                    <a:pt x="123" y="2280"/>
                    <a:pt x="245" y="2361"/>
                    <a:pt x="367" y="2361"/>
                  </a:cubicBezTo>
                  <a:lnTo>
                    <a:pt x="4681" y="2361"/>
                  </a:lnTo>
                  <a:cubicBezTo>
                    <a:pt x="4762" y="2361"/>
                    <a:pt x="4844" y="2321"/>
                    <a:pt x="4885" y="2280"/>
                  </a:cubicBezTo>
                  <a:lnTo>
                    <a:pt x="7001"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778;p35">
              <a:extLst>
                <a:ext uri="{FF2B5EF4-FFF2-40B4-BE49-F238E27FC236}">
                  <a16:creationId xmlns:a16="http://schemas.microsoft.com/office/drawing/2014/main" id="{BCD4AB48-DC67-909A-DBCD-2FE1DC5A533C}"/>
                </a:ext>
              </a:extLst>
            </p:cNvPr>
            <p:cNvSpPr/>
            <p:nvPr/>
          </p:nvSpPr>
          <p:spPr>
            <a:xfrm>
              <a:off x="3538325" y="4763650"/>
              <a:ext cx="178075" cy="60050"/>
            </a:xfrm>
            <a:custGeom>
              <a:avLst/>
              <a:gdLst/>
              <a:ahLst/>
              <a:cxnLst/>
              <a:rect l="l" t="t" r="r" b="b"/>
              <a:pathLst>
                <a:path w="7123" h="2402" extrusionOk="0">
                  <a:moveTo>
                    <a:pt x="5764" y="692"/>
                  </a:moveTo>
                  <a:lnTo>
                    <a:pt x="4518" y="1710"/>
                  </a:lnTo>
                  <a:lnTo>
                    <a:pt x="1303" y="1710"/>
                  </a:lnTo>
                  <a:lnTo>
                    <a:pt x="2564" y="692"/>
                  </a:lnTo>
                  <a:close/>
                  <a:moveTo>
                    <a:pt x="2442" y="0"/>
                  </a:moveTo>
                  <a:cubicBezTo>
                    <a:pt x="2361" y="0"/>
                    <a:pt x="2279" y="41"/>
                    <a:pt x="2239" y="82"/>
                  </a:cubicBezTo>
                  <a:lnTo>
                    <a:pt x="122" y="1791"/>
                  </a:lnTo>
                  <a:cubicBezTo>
                    <a:pt x="41" y="1872"/>
                    <a:pt x="0" y="2035"/>
                    <a:pt x="41" y="2157"/>
                  </a:cubicBezTo>
                  <a:cubicBezTo>
                    <a:pt x="82" y="2279"/>
                    <a:pt x="204" y="2401"/>
                    <a:pt x="367" y="2401"/>
                  </a:cubicBezTo>
                  <a:lnTo>
                    <a:pt x="4640" y="2401"/>
                  </a:lnTo>
                  <a:cubicBezTo>
                    <a:pt x="4721" y="2401"/>
                    <a:pt x="4803" y="2361"/>
                    <a:pt x="4884" y="2320"/>
                  </a:cubicBezTo>
                  <a:lnTo>
                    <a:pt x="6960" y="611"/>
                  </a:lnTo>
                  <a:cubicBezTo>
                    <a:pt x="7082" y="529"/>
                    <a:pt x="7122" y="367"/>
                    <a:pt x="7082" y="244"/>
                  </a:cubicBezTo>
                  <a:cubicBezTo>
                    <a:pt x="7000" y="122"/>
                    <a:pt x="6878" y="0"/>
                    <a:pt x="67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779;p35">
              <a:extLst>
                <a:ext uri="{FF2B5EF4-FFF2-40B4-BE49-F238E27FC236}">
                  <a16:creationId xmlns:a16="http://schemas.microsoft.com/office/drawing/2014/main" id="{96B6251E-9DE5-F00D-450F-E51B4EE02576}"/>
                </a:ext>
              </a:extLst>
            </p:cNvPr>
            <p:cNvSpPr/>
            <p:nvPr/>
          </p:nvSpPr>
          <p:spPr>
            <a:xfrm>
              <a:off x="3642100" y="4679200"/>
              <a:ext cx="179100" cy="60050"/>
            </a:xfrm>
            <a:custGeom>
              <a:avLst/>
              <a:gdLst/>
              <a:ahLst/>
              <a:cxnLst/>
              <a:rect l="l" t="t" r="r" b="b"/>
              <a:pathLst>
                <a:path w="7164" h="2402" extrusionOk="0">
                  <a:moveTo>
                    <a:pt x="5805" y="692"/>
                  </a:moveTo>
                  <a:lnTo>
                    <a:pt x="4559" y="1710"/>
                  </a:lnTo>
                  <a:lnTo>
                    <a:pt x="1343" y="1710"/>
                  </a:lnTo>
                  <a:lnTo>
                    <a:pt x="2605" y="692"/>
                  </a:lnTo>
                  <a:close/>
                  <a:moveTo>
                    <a:pt x="2483" y="0"/>
                  </a:moveTo>
                  <a:cubicBezTo>
                    <a:pt x="2402" y="0"/>
                    <a:pt x="2320" y="41"/>
                    <a:pt x="2280" y="82"/>
                  </a:cubicBezTo>
                  <a:lnTo>
                    <a:pt x="163" y="1791"/>
                  </a:lnTo>
                  <a:cubicBezTo>
                    <a:pt x="82" y="1872"/>
                    <a:pt x="0" y="2035"/>
                    <a:pt x="82" y="2157"/>
                  </a:cubicBezTo>
                  <a:cubicBezTo>
                    <a:pt x="123" y="2279"/>
                    <a:pt x="245" y="2402"/>
                    <a:pt x="407" y="2402"/>
                  </a:cubicBezTo>
                  <a:lnTo>
                    <a:pt x="4681" y="2402"/>
                  </a:lnTo>
                  <a:cubicBezTo>
                    <a:pt x="4762" y="2402"/>
                    <a:pt x="4843" y="2361"/>
                    <a:pt x="4884" y="2320"/>
                  </a:cubicBezTo>
                  <a:lnTo>
                    <a:pt x="7000" y="611"/>
                  </a:lnTo>
                  <a:cubicBezTo>
                    <a:pt x="7082" y="529"/>
                    <a:pt x="7163" y="367"/>
                    <a:pt x="7082" y="245"/>
                  </a:cubicBezTo>
                  <a:cubicBezTo>
                    <a:pt x="7041" y="122"/>
                    <a:pt x="6919" y="0"/>
                    <a:pt x="67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780;p35">
              <a:extLst>
                <a:ext uri="{FF2B5EF4-FFF2-40B4-BE49-F238E27FC236}">
                  <a16:creationId xmlns:a16="http://schemas.microsoft.com/office/drawing/2014/main" id="{DC41F369-8F4D-092A-B159-8835B77211DE}"/>
                </a:ext>
              </a:extLst>
            </p:cNvPr>
            <p:cNvSpPr/>
            <p:nvPr/>
          </p:nvSpPr>
          <p:spPr>
            <a:xfrm>
              <a:off x="4877250"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23" y="1751"/>
                  </a:lnTo>
                  <a:cubicBezTo>
                    <a:pt x="41" y="1832"/>
                    <a:pt x="1" y="1995"/>
                    <a:pt x="41" y="2117"/>
                  </a:cubicBezTo>
                  <a:cubicBezTo>
                    <a:pt x="82" y="2280"/>
                    <a:pt x="204" y="2361"/>
                    <a:pt x="367" y="2361"/>
                  </a:cubicBezTo>
                  <a:lnTo>
                    <a:pt x="4640" y="2361"/>
                  </a:lnTo>
                  <a:cubicBezTo>
                    <a:pt x="4722" y="2361"/>
                    <a:pt x="4803" y="2321"/>
                    <a:pt x="4844" y="2280"/>
                  </a:cubicBezTo>
                  <a:lnTo>
                    <a:pt x="6960" y="611"/>
                  </a:lnTo>
                  <a:cubicBezTo>
                    <a:pt x="7082" y="489"/>
                    <a:pt x="7123" y="367"/>
                    <a:pt x="7082" y="204"/>
                  </a:cubicBezTo>
                  <a:cubicBezTo>
                    <a:pt x="7001" y="82"/>
                    <a:pt x="6879" y="1"/>
                    <a:pt x="67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781;p35">
              <a:extLst>
                <a:ext uri="{FF2B5EF4-FFF2-40B4-BE49-F238E27FC236}">
                  <a16:creationId xmlns:a16="http://schemas.microsoft.com/office/drawing/2014/main" id="{059B1BF7-5112-34F8-E490-31BEC6C81DA5}"/>
                </a:ext>
              </a:extLst>
            </p:cNvPr>
            <p:cNvSpPr/>
            <p:nvPr/>
          </p:nvSpPr>
          <p:spPr>
            <a:xfrm>
              <a:off x="3485425" y="4806375"/>
              <a:ext cx="178075" cy="59025"/>
            </a:xfrm>
            <a:custGeom>
              <a:avLst/>
              <a:gdLst/>
              <a:ahLst/>
              <a:cxnLst/>
              <a:rect l="l" t="t" r="r" b="b"/>
              <a:pathLst>
                <a:path w="7123" h="2361" extrusionOk="0">
                  <a:moveTo>
                    <a:pt x="5820" y="692"/>
                  </a:moveTo>
                  <a:lnTo>
                    <a:pt x="4558" y="1669"/>
                  </a:lnTo>
                  <a:lnTo>
                    <a:pt x="1343" y="1669"/>
                  </a:lnTo>
                  <a:lnTo>
                    <a:pt x="2583" y="692"/>
                  </a:lnTo>
                  <a:close/>
                  <a:moveTo>
                    <a:pt x="2483" y="1"/>
                  </a:moveTo>
                  <a:cubicBezTo>
                    <a:pt x="2401" y="1"/>
                    <a:pt x="2320" y="41"/>
                    <a:pt x="2238" y="82"/>
                  </a:cubicBezTo>
                  <a:lnTo>
                    <a:pt x="163" y="1751"/>
                  </a:lnTo>
                  <a:cubicBezTo>
                    <a:pt x="41" y="1832"/>
                    <a:pt x="0" y="1995"/>
                    <a:pt x="41" y="2117"/>
                  </a:cubicBezTo>
                  <a:cubicBezTo>
                    <a:pt x="122" y="2280"/>
                    <a:pt x="244" y="2361"/>
                    <a:pt x="366" y="2361"/>
                  </a:cubicBezTo>
                  <a:lnTo>
                    <a:pt x="4680" y="2361"/>
                  </a:lnTo>
                  <a:cubicBezTo>
                    <a:pt x="4762" y="2361"/>
                    <a:pt x="4843" y="2320"/>
                    <a:pt x="4884" y="2280"/>
                  </a:cubicBezTo>
                  <a:lnTo>
                    <a:pt x="7000" y="611"/>
                  </a:lnTo>
                  <a:cubicBezTo>
                    <a:pt x="7081" y="489"/>
                    <a:pt x="7122" y="367"/>
                    <a:pt x="7081" y="204"/>
                  </a:cubicBezTo>
                  <a:cubicBezTo>
                    <a:pt x="7041" y="82"/>
                    <a:pt x="691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782;p35">
              <a:extLst>
                <a:ext uri="{FF2B5EF4-FFF2-40B4-BE49-F238E27FC236}">
                  <a16:creationId xmlns:a16="http://schemas.microsoft.com/office/drawing/2014/main" id="{247A1EF1-671E-8130-1583-501D678AA35F}"/>
                </a:ext>
              </a:extLst>
            </p:cNvPr>
            <p:cNvSpPr/>
            <p:nvPr/>
          </p:nvSpPr>
          <p:spPr>
            <a:xfrm>
              <a:off x="3695000" y="4637475"/>
              <a:ext cx="178075" cy="59050"/>
            </a:xfrm>
            <a:custGeom>
              <a:avLst/>
              <a:gdLst/>
              <a:ahLst/>
              <a:cxnLst/>
              <a:rect l="l" t="t" r="r" b="b"/>
              <a:pathLst>
                <a:path w="7123" h="2362" extrusionOk="0">
                  <a:moveTo>
                    <a:pt x="5786" y="693"/>
                  </a:moveTo>
                  <a:lnTo>
                    <a:pt x="4559" y="1669"/>
                  </a:lnTo>
                  <a:lnTo>
                    <a:pt x="1303" y="1669"/>
                  </a:lnTo>
                  <a:lnTo>
                    <a:pt x="2565" y="693"/>
                  </a:lnTo>
                  <a:close/>
                  <a:moveTo>
                    <a:pt x="2443" y="1"/>
                  </a:moveTo>
                  <a:cubicBezTo>
                    <a:pt x="2361" y="1"/>
                    <a:pt x="2320" y="41"/>
                    <a:pt x="2239" y="82"/>
                  </a:cubicBezTo>
                  <a:lnTo>
                    <a:pt x="164" y="1751"/>
                  </a:lnTo>
                  <a:cubicBezTo>
                    <a:pt x="41" y="1832"/>
                    <a:pt x="1" y="1995"/>
                    <a:pt x="41" y="2117"/>
                  </a:cubicBezTo>
                  <a:cubicBezTo>
                    <a:pt x="82" y="2280"/>
                    <a:pt x="204" y="2361"/>
                    <a:pt x="367" y="2361"/>
                  </a:cubicBezTo>
                  <a:lnTo>
                    <a:pt x="4681" y="2361"/>
                  </a:lnTo>
                  <a:cubicBezTo>
                    <a:pt x="4722" y="2361"/>
                    <a:pt x="4803" y="2321"/>
                    <a:pt x="4884" y="2280"/>
                  </a:cubicBezTo>
                  <a:lnTo>
                    <a:pt x="6960" y="611"/>
                  </a:lnTo>
                  <a:cubicBezTo>
                    <a:pt x="7082" y="489"/>
                    <a:pt x="7123" y="367"/>
                    <a:pt x="7082" y="204"/>
                  </a:cubicBezTo>
                  <a:cubicBezTo>
                    <a:pt x="704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783;p35">
              <a:extLst>
                <a:ext uri="{FF2B5EF4-FFF2-40B4-BE49-F238E27FC236}">
                  <a16:creationId xmlns:a16="http://schemas.microsoft.com/office/drawing/2014/main" id="{B1CBAF43-1EC7-5340-96E2-7E41747BF297}"/>
                </a:ext>
              </a:extLst>
            </p:cNvPr>
            <p:cNvSpPr/>
            <p:nvPr/>
          </p:nvSpPr>
          <p:spPr>
            <a:xfrm>
              <a:off x="3909675" y="4637475"/>
              <a:ext cx="178075" cy="59050"/>
            </a:xfrm>
            <a:custGeom>
              <a:avLst/>
              <a:gdLst/>
              <a:ahLst/>
              <a:cxnLst/>
              <a:rect l="l" t="t" r="r" b="b"/>
              <a:pathLst>
                <a:path w="7123" h="2362" extrusionOk="0">
                  <a:moveTo>
                    <a:pt x="5821" y="693"/>
                  </a:moveTo>
                  <a:lnTo>
                    <a:pt x="4581" y="1669"/>
                  </a:lnTo>
                  <a:lnTo>
                    <a:pt x="1344" y="1669"/>
                  </a:lnTo>
                  <a:lnTo>
                    <a:pt x="2565" y="693"/>
                  </a:lnTo>
                  <a:close/>
                  <a:moveTo>
                    <a:pt x="2483" y="1"/>
                  </a:moveTo>
                  <a:cubicBezTo>
                    <a:pt x="2402" y="1"/>
                    <a:pt x="2321" y="41"/>
                    <a:pt x="2239" y="82"/>
                  </a:cubicBezTo>
                  <a:lnTo>
                    <a:pt x="164" y="1751"/>
                  </a:lnTo>
                  <a:cubicBezTo>
                    <a:pt x="42" y="1832"/>
                    <a:pt x="1" y="1995"/>
                    <a:pt x="42" y="2117"/>
                  </a:cubicBezTo>
                  <a:cubicBezTo>
                    <a:pt x="82" y="2280"/>
                    <a:pt x="245" y="2361"/>
                    <a:pt x="367" y="2361"/>
                  </a:cubicBezTo>
                  <a:lnTo>
                    <a:pt x="4681" y="2361"/>
                  </a:lnTo>
                  <a:cubicBezTo>
                    <a:pt x="4762" y="2361"/>
                    <a:pt x="4844" y="2321"/>
                    <a:pt x="4884" y="2280"/>
                  </a:cubicBezTo>
                  <a:lnTo>
                    <a:pt x="6960" y="611"/>
                  </a:lnTo>
                  <a:cubicBezTo>
                    <a:pt x="7082" y="489"/>
                    <a:pt x="7123" y="367"/>
                    <a:pt x="7082" y="204"/>
                  </a:cubicBezTo>
                  <a:cubicBezTo>
                    <a:pt x="7041" y="82"/>
                    <a:pt x="6919" y="1"/>
                    <a:pt x="67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784;p35">
              <a:extLst>
                <a:ext uri="{FF2B5EF4-FFF2-40B4-BE49-F238E27FC236}">
                  <a16:creationId xmlns:a16="http://schemas.microsoft.com/office/drawing/2014/main" id="{3986043F-A520-835A-7D8B-9503D430822C}"/>
                </a:ext>
              </a:extLst>
            </p:cNvPr>
            <p:cNvSpPr/>
            <p:nvPr/>
          </p:nvSpPr>
          <p:spPr>
            <a:xfrm>
              <a:off x="3801825" y="4637475"/>
              <a:ext cx="179100" cy="59050"/>
            </a:xfrm>
            <a:custGeom>
              <a:avLst/>
              <a:gdLst/>
              <a:ahLst/>
              <a:cxnLst/>
              <a:rect l="l" t="t" r="r" b="b"/>
              <a:pathLst>
                <a:path w="7164" h="2362" extrusionOk="0">
                  <a:moveTo>
                    <a:pt x="5821" y="693"/>
                  </a:moveTo>
                  <a:lnTo>
                    <a:pt x="4581" y="1669"/>
                  </a:lnTo>
                  <a:lnTo>
                    <a:pt x="1344" y="1669"/>
                  </a:lnTo>
                  <a:lnTo>
                    <a:pt x="2606" y="693"/>
                  </a:lnTo>
                  <a:close/>
                  <a:moveTo>
                    <a:pt x="2483" y="1"/>
                  </a:moveTo>
                  <a:cubicBezTo>
                    <a:pt x="2402" y="1"/>
                    <a:pt x="2321" y="41"/>
                    <a:pt x="2280" y="82"/>
                  </a:cubicBezTo>
                  <a:lnTo>
                    <a:pt x="164" y="1751"/>
                  </a:lnTo>
                  <a:cubicBezTo>
                    <a:pt x="82" y="1832"/>
                    <a:pt x="1" y="1995"/>
                    <a:pt x="82" y="2117"/>
                  </a:cubicBezTo>
                  <a:cubicBezTo>
                    <a:pt x="123" y="2280"/>
                    <a:pt x="245" y="2361"/>
                    <a:pt x="408" y="2361"/>
                  </a:cubicBezTo>
                  <a:lnTo>
                    <a:pt x="4681" y="2361"/>
                  </a:lnTo>
                  <a:cubicBezTo>
                    <a:pt x="4762" y="2361"/>
                    <a:pt x="4844" y="2321"/>
                    <a:pt x="4885" y="2280"/>
                  </a:cubicBezTo>
                  <a:lnTo>
                    <a:pt x="7001" y="611"/>
                  </a:lnTo>
                  <a:cubicBezTo>
                    <a:pt x="7123" y="489"/>
                    <a:pt x="7164" y="367"/>
                    <a:pt x="7082" y="204"/>
                  </a:cubicBezTo>
                  <a:cubicBezTo>
                    <a:pt x="7042" y="82"/>
                    <a:pt x="6919" y="1"/>
                    <a:pt x="67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785;p35">
              <a:extLst>
                <a:ext uri="{FF2B5EF4-FFF2-40B4-BE49-F238E27FC236}">
                  <a16:creationId xmlns:a16="http://schemas.microsoft.com/office/drawing/2014/main" id="{C2677CFD-27D0-545D-8666-5FEEB6563CC6}"/>
                </a:ext>
              </a:extLst>
            </p:cNvPr>
            <p:cNvSpPr/>
            <p:nvPr/>
          </p:nvSpPr>
          <p:spPr>
            <a:xfrm>
              <a:off x="4017525" y="4637475"/>
              <a:ext cx="178075" cy="59050"/>
            </a:xfrm>
            <a:custGeom>
              <a:avLst/>
              <a:gdLst/>
              <a:ahLst/>
              <a:cxnLst/>
              <a:rect l="l" t="t" r="r" b="b"/>
              <a:pathLst>
                <a:path w="7123" h="2362" extrusionOk="0">
                  <a:moveTo>
                    <a:pt x="5780" y="693"/>
                  </a:moveTo>
                  <a:lnTo>
                    <a:pt x="4540" y="1669"/>
                  </a:lnTo>
                  <a:lnTo>
                    <a:pt x="1303" y="1669"/>
                  </a:lnTo>
                  <a:lnTo>
                    <a:pt x="2565" y="693"/>
                  </a:lnTo>
                  <a:close/>
                  <a:moveTo>
                    <a:pt x="2443" y="1"/>
                  </a:moveTo>
                  <a:cubicBezTo>
                    <a:pt x="2361" y="1"/>
                    <a:pt x="2280" y="41"/>
                    <a:pt x="2239" y="82"/>
                  </a:cubicBezTo>
                  <a:lnTo>
                    <a:pt x="163" y="1751"/>
                  </a:lnTo>
                  <a:cubicBezTo>
                    <a:pt x="41" y="1832"/>
                    <a:pt x="1" y="1995"/>
                    <a:pt x="41" y="2117"/>
                  </a:cubicBezTo>
                  <a:cubicBezTo>
                    <a:pt x="82" y="2280"/>
                    <a:pt x="204" y="2361"/>
                    <a:pt x="367" y="2361"/>
                  </a:cubicBezTo>
                  <a:lnTo>
                    <a:pt x="4640" y="2361"/>
                  </a:lnTo>
                  <a:cubicBezTo>
                    <a:pt x="4722" y="2361"/>
                    <a:pt x="4803" y="2321"/>
                    <a:pt x="4884" y="2280"/>
                  </a:cubicBezTo>
                  <a:lnTo>
                    <a:pt x="6960" y="611"/>
                  </a:lnTo>
                  <a:cubicBezTo>
                    <a:pt x="7082" y="489"/>
                    <a:pt x="7123" y="367"/>
                    <a:pt x="7082" y="204"/>
                  </a:cubicBezTo>
                  <a:cubicBezTo>
                    <a:pt x="7001" y="82"/>
                    <a:pt x="6879"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786;p35">
              <a:extLst>
                <a:ext uri="{FF2B5EF4-FFF2-40B4-BE49-F238E27FC236}">
                  <a16:creationId xmlns:a16="http://schemas.microsoft.com/office/drawing/2014/main" id="{64C64BFB-1383-3696-0CEB-F059A6BC7368}"/>
                </a:ext>
              </a:extLst>
            </p:cNvPr>
            <p:cNvSpPr/>
            <p:nvPr/>
          </p:nvSpPr>
          <p:spPr>
            <a:xfrm>
              <a:off x="4791800" y="4478775"/>
              <a:ext cx="657275" cy="73275"/>
            </a:xfrm>
            <a:custGeom>
              <a:avLst/>
              <a:gdLst/>
              <a:ahLst/>
              <a:cxnLst/>
              <a:rect l="l" t="t" r="r" b="b"/>
              <a:pathLst>
                <a:path w="26291" h="2931" extrusionOk="0">
                  <a:moveTo>
                    <a:pt x="5087" y="0"/>
                  </a:moveTo>
                  <a:lnTo>
                    <a:pt x="4925" y="41"/>
                  </a:lnTo>
                  <a:lnTo>
                    <a:pt x="326" y="2238"/>
                  </a:lnTo>
                  <a:cubicBezTo>
                    <a:pt x="0" y="2401"/>
                    <a:pt x="122" y="2930"/>
                    <a:pt x="489" y="2930"/>
                  </a:cubicBezTo>
                  <a:lnTo>
                    <a:pt x="22913" y="2930"/>
                  </a:lnTo>
                  <a:cubicBezTo>
                    <a:pt x="22994" y="2930"/>
                    <a:pt x="23075" y="2890"/>
                    <a:pt x="23116" y="2849"/>
                  </a:cubicBezTo>
                  <a:lnTo>
                    <a:pt x="26006" y="651"/>
                  </a:lnTo>
                  <a:cubicBezTo>
                    <a:pt x="26290" y="448"/>
                    <a:pt x="26128" y="0"/>
                    <a:pt x="2580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787;p35">
              <a:extLst>
                <a:ext uri="{FF2B5EF4-FFF2-40B4-BE49-F238E27FC236}">
                  <a16:creationId xmlns:a16="http://schemas.microsoft.com/office/drawing/2014/main" id="{68E920F2-FF97-8D7C-9A25-D992F46E566F}"/>
                </a:ext>
              </a:extLst>
            </p:cNvPr>
            <p:cNvSpPr/>
            <p:nvPr/>
          </p:nvSpPr>
          <p:spPr>
            <a:xfrm>
              <a:off x="4786700" y="4470625"/>
              <a:ext cx="667450" cy="89550"/>
            </a:xfrm>
            <a:custGeom>
              <a:avLst/>
              <a:gdLst/>
              <a:ahLst/>
              <a:cxnLst/>
              <a:rect l="l" t="t" r="r" b="b"/>
              <a:pathLst>
                <a:path w="26698" h="3582" extrusionOk="0">
                  <a:moveTo>
                    <a:pt x="26006"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47" y="41"/>
                  </a:lnTo>
                  <a:lnTo>
                    <a:pt x="5006" y="41"/>
                  </a:lnTo>
                  <a:lnTo>
                    <a:pt x="367" y="2279"/>
                  </a:lnTo>
                  <a:cubicBezTo>
                    <a:pt x="123" y="2402"/>
                    <a:pt x="1" y="2646"/>
                    <a:pt x="1" y="2890"/>
                  </a:cubicBezTo>
                  <a:cubicBezTo>
                    <a:pt x="1" y="3053"/>
                    <a:pt x="41" y="3256"/>
                    <a:pt x="163" y="3378"/>
                  </a:cubicBezTo>
                  <a:cubicBezTo>
                    <a:pt x="286" y="3500"/>
                    <a:pt x="489" y="3582"/>
                    <a:pt x="693" y="3582"/>
                  </a:cubicBezTo>
                  <a:lnTo>
                    <a:pt x="23117" y="3582"/>
                  </a:lnTo>
                  <a:cubicBezTo>
                    <a:pt x="23279" y="3582"/>
                    <a:pt x="23442" y="3541"/>
                    <a:pt x="23524" y="3460"/>
                  </a:cubicBezTo>
                  <a:lnTo>
                    <a:pt x="23564" y="3460"/>
                  </a:lnTo>
                  <a:lnTo>
                    <a:pt x="26454" y="1221"/>
                  </a:lnTo>
                  <a:cubicBezTo>
                    <a:pt x="26617" y="1099"/>
                    <a:pt x="26698" y="896"/>
                    <a:pt x="26698" y="692"/>
                  </a:cubicBezTo>
                  <a:cubicBezTo>
                    <a:pt x="26698" y="489"/>
                    <a:pt x="26657" y="326"/>
                    <a:pt x="26535" y="204"/>
                  </a:cubicBezTo>
                  <a:cubicBezTo>
                    <a:pt x="26413" y="82"/>
                    <a:pt x="26210" y="0"/>
                    <a:pt x="260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788;p35">
              <a:extLst>
                <a:ext uri="{FF2B5EF4-FFF2-40B4-BE49-F238E27FC236}">
                  <a16:creationId xmlns:a16="http://schemas.microsoft.com/office/drawing/2014/main" id="{F48885BA-EE19-5632-E712-B304C1C0286B}"/>
                </a:ext>
              </a:extLst>
            </p:cNvPr>
            <p:cNvSpPr/>
            <p:nvPr/>
          </p:nvSpPr>
          <p:spPr>
            <a:xfrm>
              <a:off x="5097025" y="4128775"/>
              <a:ext cx="102775" cy="392750"/>
            </a:xfrm>
            <a:custGeom>
              <a:avLst/>
              <a:gdLst/>
              <a:ahLst/>
              <a:cxnLst/>
              <a:rect l="l" t="t" r="r" b="b"/>
              <a:pathLst>
                <a:path w="4111" h="15710" extrusionOk="0">
                  <a:moveTo>
                    <a:pt x="0" y="0"/>
                  </a:moveTo>
                  <a:lnTo>
                    <a:pt x="0" y="15709"/>
                  </a:lnTo>
                  <a:lnTo>
                    <a:pt x="4111" y="15709"/>
                  </a:lnTo>
                  <a:lnTo>
                    <a:pt x="41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789;p35">
              <a:extLst>
                <a:ext uri="{FF2B5EF4-FFF2-40B4-BE49-F238E27FC236}">
                  <a16:creationId xmlns:a16="http://schemas.microsoft.com/office/drawing/2014/main" id="{8E19745D-90FA-9569-4FD8-0EF5A02280C3}"/>
                </a:ext>
              </a:extLst>
            </p:cNvPr>
            <p:cNvSpPr/>
            <p:nvPr/>
          </p:nvSpPr>
          <p:spPr>
            <a:xfrm>
              <a:off x="5088875" y="4119600"/>
              <a:ext cx="120075" cy="410050"/>
            </a:xfrm>
            <a:custGeom>
              <a:avLst/>
              <a:gdLst/>
              <a:ahLst/>
              <a:cxnLst/>
              <a:rect l="l" t="t" r="r" b="b"/>
              <a:pathLst>
                <a:path w="4803" h="16402" extrusionOk="0">
                  <a:moveTo>
                    <a:pt x="4111" y="693"/>
                  </a:moveTo>
                  <a:lnTo>
                    <a:pt x="4111" y="15751"/>
                  </a:lnTo>
                  <a:lnTo>
                    <a:pt x="652" y="15751"/>
                  </a:lnTo>
                  <a:lnTo>
                    <a:pt x="652" y="693"/>
                  </a:lnTo>
                  <a:close/>
                  <a:moveTo>
                    <a:pt x="326" y="1"/>
                  </a:moveTo>
                  <a:cubicBezTo>
                    <a:pt x="245" y="1"/>
                    <a:pt x="164" y="42"/>
                    <a:pt x="82" y="123"/>
                  </a:cubicBezTo>
                  <a:cubicBezTo>
                    <a:pt x="41" y="164"/>
                    <a:pt x="1" y="286"/>
                    <a:pt x="1" y="367"/>
                  </a:cubicBezTo>
                  <a:lnTo>
                    <a:pt x="1" y="16076"/>
                  </a:lnTo>
                  <a:cubicBezTo>
                    <a:pt x="1" y="16158"/>
                    <a:pt x="41" y="16239"/>
                    <a:pt x="82" y="16320"/>
                  </a:cubicBezTo>
                  <a:cubicBezTo>
                    <a:pt x="164" y="16361"/>
                    <a:pt x="245" y="16402"/>
                    <a:pt x="326" y="16402"/>
                  </a:cubicBezTo>
                  <a:lnTo>
                    <a:pt x="4437" y="16402"/>
                  </a:lnTo>
                  <a:cubicBezTo>
                    <a:pt x="4559" y="16402"/>
                    <a:pt x="4640" y="16361"/>
                    <a:pt x="4681" y="16320"/>
                  </a:cubicBezTo>
                  <a:cubicBezTo>
                    <a:pt x="4762" y="16239"/>
                    <a:pt x="4803" y="16158"/>
                    <a:pt x="4803" y="16076"/>
                  </a:cubicBezTo>
                  <a:lnTo>
                    <a:pt x="4803" y="367"/>
                  </a:lnTo>
                  <a:cubicBezTo>
                    <a:pt x="4803" y="286"/>
                    <a:pt x="4762"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790;p35">
              <a:extLst>
                <a:ext uri="{FF2B5EF4-FFF2-40B4-BE49-F238E27FC236}">
                  <a16:creationId xmlns:a16="http://schemas.microsoft.com/office/drawing/2014/main" id="{A335C75A-8C0D-DCD1-7C6C-B676514694C4}"/>
                </a:ext>
              </a:extLst>
            </p:cNvPr>
            <p:cNvSpPr/>
            <p:nvPr/>
          </p:nvSpPr>
          <p:spPr>
            <a:xfrm>
              <a:off x="5080750" y="4128775"/>
              <a:ext cx="135325" cy="284900"/>
            </a:xfrm>
            <a:custGeom>
              <a:avLst/>
              <a:gdLst/>
              <a:ahLst/>
              <a:cxnLst/>
              <a:rect l="l" t="t" r="r" b="b"/>
              <a:pathLst>
                <a:path w="5413" h="11396" extrusionOk="0">
                  <a:moveTo>
                    <a:pt x="0" y="0"/>
                  </a:moveTo>
                  <a:lnTo>
                    <a:pt x="0" y="11395"/>
                  </a:lnTo>
                  <a:lnTo>
                    <a:pt x="5413" y="11395"/>
                  </a:lnTo>
                  <a:lnTo>
                    <a:pt x="5413"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791;p35">
              <a:extLst>
                <a:ext uri="{FF2B5EF4-FFF2-40B4-BE49-F238E27FC236}">
                  <a16:creationId xmlns:a16="http://schemas.microsoft.com/office/drawing/2014/main" id="{A303CDDB-CD2F-A309-5586-06E782936C70}"/>
                </a:ext>
              </a:extLst>
            </p:cNvPr>
            <p:cNvSpPr/>
            <p:nvPr/>
          </p:nvSpPr>
          <p:spPr>
            <a:xfrm>
              <a:off x="5072600" y="4119600"/>
              <a:ext cx="152650" cy="302200"/>
            </a:xfrm>
            <a:custGeom>
              <a:avLst/>
              <a:gdLst/>
              <a:ahLst/>
              <a:cxnLst/>
              <a:rect l="l" t="t" r="r" b="b"/>
              <a:pathLst>
                <a:path w="6106" h="12088" extrusionOk="0">
                  <a:moveTo>
                    <a:pt x="5413" y="693"/>
                  </a:moveTo>
                  <a:lnTo>
                    <a:pt x="5413" y="11437"/>
                  </a:lnTo>
                  <a:lnTo>
                    <a:pt x="652" y="11437"/>
                  </a:lnTo>
                  <a:lnTo>
                    <a:pt x="652" y="693"/>
                  </a:lnTo>
                  <a:close/>
                  <a:moveTo>
                    <a:pt x="326" y="1"/>
                  </a:moveTo>
                  <a:cubicBezTo>
                    <a:pt x="245" y="1"/>
                    <a:pt x="163" y="42"/>
                    <a:pt x="82" y="123"/>
                  </a:cubicBezTo>
                  <a:cubicBezTo>
                    <a:pt x="41" y="164"/>
                    <a:pt x="1" y="286"/>
                    <a:pt x="1" y="367"/>
                  </a:cubicBezTo>
                  <a:lnTo>
                    <a:pt x="1" y="11762"/>
                  </a:lnTo>
                  <a:cubicBezTo>
                    <a:pt x="1" y="11844"/>
                    <a:pt x="41" y="11925"/>
                    <a:pt x="82" y="12007"/>
                  </a:cubicBezTo>
                  <a:cubicBezTo>
                    <a:pt x="163" y="12088"/>
                    <a:pt x="245" y="12088"/>
                    <a:pt x="326" y="12088"/>
                  </a:cubicBezTo>
                  <a:lnTo>
                    <a:pt x="5739" y="12088"/>
                  </a:lnTo>
                  <a:cubicBezTo>
                    <a:pt x="5820" y="12088"/>
                    <a:pt x="5942" y="12088"/>
                    <a:pt x="5983" y="12007"/>
                  </a:cubicBezTo>
                  <a:cubicBezTo>
                    <a:pt x="6064" y="11925"/>
                    <a:pt x="6105" y="11844"/>
                    <a:pt x="6105" y="11762"/>
                  </a:cubicBezTo>
                  <a:lnTo>
                    <a:pt x="6105" y="367"/>
                  </a:lnTo>
                  <a:cubicBezTo>
                    <a:pt x="6105" y="286"/>
                    <a:pt x="6064" y="164"/>
                    <a:pt x="5983" y="123"/>
                  </a:cubicBezTo>
                  <a:cubicBezTo>
                    <a:pt x="5942" y="42"/>
                    <a:pt x="5820" y="1"/>
                    <a:pt x="573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1792;p35">
              <a:extLst>
                <a:ext uri="{FF2B5EF4-FFF2-40B4-BE49-F238E27FC236}">
                  <a16:creationId xmlns:a16="http://schemas.microsoft.com/office/drawing/2014/main" id="{4DA020EC-3765-6D5F-4AE5-6BBA72863425}"/>
                </a:ext>
              </a:extLst>
            </p:cNvPr>
            <p:cNvSpPr/>
            <p:nvPr/>
          </p:nvSpPr>
          <p:spPr>
            <a:xfrm>
              <a:off x="4319700" y="2821375"/>
              <a:ext cx="1707275" cy="1335900"/>
            </a:xfrm>
            <a:custGeom>
              <a:avLst/>
              <a:gdLst/>
              <a:ahLst/>
              <a:cxnLst/>
              <a:rect l="l" t="t" r="r" b="b"/>
              <a:pathLst>
                <a:path w="68291" h="53436" extrusionOk="0">
                  <a:moveTo>
                    <a:pt x="1" y="0"/>
                  </a:moveTo>
                  <a:lnTo>
                    <a:pt x="1" y="53436"/>
                  </a:lnTo>
                  <a:lnTo>
                    <a:pt x="68290" y="53436"/>
                  </a:lnTo>
                  <a:lnTo>
                    <a:pt x="6829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1793;p35">
              <a:extLst>
                <a:ext uri="{FF2B5EF4-FFF2-40B4-BE49-F238E27FC236}">
                  <a16:creationId xmlns:a16="http://schemas.microsoft.com/office/drawing/2014/main" id="{EA6F288F-38FD-37DD-328F-1F08DC25DE3D}"/>
                </a:ext>
              </a:extLst>
            </p:cNvPr>
            <p:cNvSpPr/>
            <p:nvPr/>
          </p:nvSpPr>
          <p:spPr>
            <a:xfrm>
              <a:off x="4310550" y="2813225"/>
              <a:ext cx="1724550" cy="1352200"/>
            </a:xfrm>
            <a:custGeom>
              <a:avLst/>
              <a:gdLst/>
              <a:ahLst/>
              <a:cxnLst/>
              <a:rect l="l" t="t" r="r" b="b"/>
              <a:pathLst>
                <a:path w="68982" h="54088" extrusionOk="0">
                  <a:moveTo>
                    <a:pt x="68290" y="693"/>
                  </a:moveTo>
                  <a:lnTo>
                    <a:pt x="68290" y="53395"/>
                  </a:lnTo>
                  <a:lnTo>
                    <a:pt x="692" y="53395"/>
                  </a:lnTo>
                  <a:lnTo>
                    <a:pt x="692" y="693"/>
                  </a:lnTo>
                  <a:close/>
                  <a:moveTo>
                    <a:pt x="367" y="1"/>
                  </a:moveTo>
                  <a:cubicBezTo>
                    <a:pt x="245" y="1"/>
                    <a:pt x="163" y="41"/>
                    <a:pt x="123" y="82"/>
                  </a:cubicBezTo>
                  <a:cubicBezTo>
                    <a:pt x="41" y="163"/>
                    <a:pt x="0" y="245"/>
                    <a:pt x="0" y="326"/>
                  </a:cubicBezTo>
                  <a:lnTo>
                    <a:pt x="0" y="53762"/>
                  </a:lnTo>
                  <a:cubicBezTo>
                    <a:pt x="0" y="53843"/>
                    <a:pt x="41" y="53924"/>
                    <a:pt x="123" y="54006"/>
                  </a:cubicBezTo>
                  <a:cubicBezTo>
                    <a:pt x="163" y="54047"/>
                    <a:pt x="245" y="54087"/>
                    <a:pt x="367" y="54087"/>
                  </a:cubicBezTo>
                  <a:lnTo>
                    <a:pt x="68656" y="54087"/>
                  </a:lnTo>
                  <a:cubicBezTo>
                    <a:pt x="68738" y="54087"/>
                    <a:pt x="68819" y="54047"/>
                    <a:pt x="68901" y="54006"/>
                  </a:cubicBezTo>
                  <a:cubicBezTo>
                    <a:pt x="68941" y="53924"/>
                    <a:pt x="68982" y="53843"/>
                    <a:pt x="68982" y="53762"/>
                  </a:cubicBezTo>
                  <a:lnTo>
                    <a:pt x="68982" y="326"/>
                  </a:lnTo>
                  <a:cubicBezTo>
                    <a:pt x="68982" y="245"/>
                    <a:pt x="68941" y="163"/>
                    <a:pt x="68901" y="82"/>
                  </a:cubicBezTo>
                  <a:cubicBezTo>
                    <a:pt x="68819" y="41"/>
                    <a:pt x="68738" y="1"/>
                    <a:pt x="686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1794;p35">
              <a:extLst>
                <a:ext uri="{FF2B5EF4-FFF2-40B4-BE49-F238E27FC236}">
                  <a16:creationId xmlns:a16="http://schemas.microsoft.com/office/drawing/2014/main" id="{1C6F16BB-0FE6-81DE-7A39-4C8EE531CD88}"/>
                </a:ext>
              </a:extLst>
            </p:cNvPr>
            <p:cNvSpPr/>
            <p:nvPr/>
          </p:nvSpPr>
          <p:spPr>
            <a:xfrm>
              <a:off x="4410250" y="2892600"/>
              <a:ext cx="1525150" cy="1193450"/>
            </a:xfrm>
            <a:custGeom>
              <a:avLst/>
              <a:gdLst/>
              <a:ahLst/>
              <a:cxnLst/>
              <a:rect l="l" t="t" r="r" b="b"/>
              <a:pathLst>
                <a:path w="61006" h="47738" extrusionOk="0">
                  <a:moveTo>
                    <a:pt x="1" y="0"/>
                  </a:moveTo>
                  <a:lnTo>
                    <a:pt x="1" y="47738"/>
                  </a:lnTo>
                  <a:lnTo>
                    <a:pt x="61006" y="47738"/>
                  </a:lnTo>
                  <a:lnTo>
                    <a:pt x="61006"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1795;p35">
              <a:extLst>
                <a:ext uri="{FF2B5EF4-FFF2-40B4-BE49-F238E27FC236}">
                  <a16:creationId xmlns:a16="http://schemas.microsoft.com/office/drawing/2014/main" id="{8E1D73D5-F45F-4BEE-C385-947D5085309D}"/>
                </a:ext>
              </a:extLst>
            </p:cNvPr>
            <p:cNvSpPr/>
            <p:nvPr/>
          </p:nvSpPr>
          <p:spPr>
            <a:xfrm>
              <a:off x="440212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4" y="0"/>
                    <a:pt x="163" y="41"/>
                    <a:pt x="122" y="123"/>
                  </a:cubicBezTo>
                  <a:cubicBezTo>
                    <a:pt x="41" y="163"/>
                    <a:pt x="0" y="245"/>
                    <a:pt x="0" y="326"/>
                  </a:cubicBezTo>
                  <a:lnTo>
                    <a:pt x="0" y="48064"/>
                  </a:lnTo>
                  <a:cubicBezTo>
                    <a:pt x="0" y="48145"/>
                    <a:pt x="41" y="48227"/>
                    <a:pt x="122" y="48267"/>
                  </a:cubicBezTo>
                  <a:cubicBezTo>
                    <a:pt x="163" y="48349"/>
                    <a:pt x="244" y="48389"/>
                    <a:pt x="326" y="48389"/>
                  </a:cubicBezTo>
                  <a:lnTo>
                    <a:pt x="61331" y="48389"/>
                  </a:lnTo>
                  <a:cubicBezTo>
                    <a:pt x="61412" y="48389"/>
                    <a:pt x="61493" y="48349"/>
                    <a:pt x="61575" y="48267"/>
                  </a:cubicBezTo>
                  <a:cubicBezTo>
                    <a:pt x="61616" y="48227"/>
                    <a:pt x="61656" y="48145"/>
                    <a:pt x="61656" y="48064"/>
                  </a:cubicBezTo>
                  <a:lnTo>
                    <a:pt x="61656" y="326"/>
                  </a:lnTo>
                  <a:cubicBezTo>
                    <a:pt x="61656" y="245"/>
                    <a:pt x="61616" y="163"/>
                    <a:pt x="61575" y="123"/>
                  </a:cubicBezTo>
                  <a:cubicBezTo>
                    <a:pt x="61493"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1796;p35">
              <a:extLst>
                <a:ext uri="{FF2B5EF4-FFF2-40B4-BE49-F238E27FC236}">
                  <a16:creationId xmlns:a16="http://schemas.microsoft.com/office/drawing/2014/main" id="{DAC5DC37-560E-D6B7-BF93-C4C78ADCD229}"/>
                </a:ext>
              </a:extLst>
            </p:cNvPr>
            <p:cNvSpPr/>
            <p:nvPr/>
          </p:nvSpPr>
          <p:spPr>
            <a:xfrm>
              <a:off x="4506925" y="2953625"/>
              <a:ext cx="534150" cy="335775"/>
            </a:xfrm>
            <a:custGeom>
              <a:avLst/>
              <a:gdLst/>
              <a:ahLst/>
              <a:cxnLst/>
              <a:rect l="l" t="t" r="r" b="b"/>
              <a:pathLst>
                <a:path w="21366" h="13431" extrusionOk="0">
                  <a:moveTo>
                    <a:pt x="366" y="82"/>
                  </a:moveTo>
                  <a:cubicBezTo>
                    <a:pt x="163" y="82"/>
                    <a:pt x="0" y="245"/>
                    <a:pt x="0" y="489"/>
                  </a:cubicBezTo>
                  <a:cubicBezTo>
                    <a:pt x="0" y="693"/>
                    <a:pt x="163" y="856"/>
                    <a:pt x="366" y="856"/>
                  </a:cubicBezTo>
                  <a:lnTo>
                    <a:pt x="1953" y="856"/>
                  </a:lnTo>
                  <a:cubicBezTo>
                    <a:pt x="2157" y="856"/>
                    <a:pt x="2320" y="693"/>
                    <a:pt x="2320" y="489"/>
                  </a:cubicBezTo>
                  <a:cubicBezTo>
                    <a:pt x="2320" y="245"/>
                    <a:pt x="2157" y="82"/>
                    <a:pt x="1953" y="82"/>
                  </a:cubicBezTo>
                  <a:close/>
                  <a:moveTo>
                    <a:pt x="3703" y="82"/>
                  </a:moveTo>
                  <a:cubicBezTo>
                    <a:pt x="3500" y="82"/>
                    <a:pt x="3337" y="245"/>
                    <a:pt x="3337" y="489"/>
                  </a:cubicBezTo>
                  <a:cubicBezTo>
                    <a:pt x="3337" y="693"/>
                    <a:pt x="3500" y="856"/>
                    <a:pt x="3703" y="856"/>
                  </a:cubicBezTo>
                  <a:lnTo>
                    <a:pt x="7814" y="856"/>
                  </a:lnTo>
                  <a:cubicBezTo>
                    <a:pt x="8058" y="856"/>
                    <a:pt x="8221" y="693"/>
                    <a:pt x="8221" y="489"/>
                  </a:cubicBezTo>
                  <a:cubicBezTo>
                    <a:pt x="8221" y="245"/>
                    <a:pt x="8058" y="82"/>
                    <a:pt x="7814" y="82"/>
                  </a:cubicBezTo>
                  <a:close/>
                  <a:moveTo>
                    <a:pt x="9605" y="1"/>
                  </a:moveTo>
                  <a:cubicBezTo>
                    <a:pt x="9320" y="1"/>
                    <a:pt x="9157" y="204"/>
                    <a:pt x="9157" y="489"/>
                  </a:cubicBezTo>
                  <a:cubicBezTo>
                    <a:pt x="9157" y="733"/>
                    <a:pt x="932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3" y="2646"/>
                  </a:lnTo>
                  <a:cubicBezTo>
                    <a:pt x="2157" y="2646"/>
                    <a:pt x="2320" y="2483"/>
                    <a:pt x="2320" y="2280"/>
                  </a:cubicBezTo>
                  <a:cubicBezTo>
                    <a:pt x="2320" y="2036"/>
                    <a:pt x="2157" y="1873"/>
                    <a:pt x="1953" y="1873"/>
                  </a:cubicBezTo>
                  <a:close/>
                  <a:moveTo>
                    <a:pt x="3703" y="1873"/>
                  </a:moveTo>
                  <a:cubicBezTo>
                    <a:pt x="3500" y="1873"/>
                    <a:pt x="3337" y="2036"/>
                    <a:pt x="3337" y="2280"/>
                  </a:cubicBezTo>
                  <a:cubicBezTo>
                    <a:pt x="3337" y="2483"/>
                    <a:pt x="3500" y="2646"/>
                    <a:pt x="3703" y="2646"/>
                  </a:cubicBezTo>
                  <a:lnTo>
                    <a:pt x="7814" y="2646"/>
                  </a:lnTo>
                  <a:cubicBezTo>
                    <a:pt x="8058" y="2646"/>
                    <a:pt x="8221" y="2483"/>
                    <a:pt x="8221" y="2280"/>
                  </a:cubicBezTo>
                  <a:cubicBezTo>
                    <a:pt x="8221" y="2036"/>
                    <a:pt x="8058" y="1873"/>
                    <a:pt x="7814" y="1873"/>
                  </a:cubicBezTo>
                  <a:close/>
                  <a:moveTo>
                    <a:pt x="366" y="3664"/>
                  </a:moveTo>
                  <a:cubicBezTo>
                    <a:pt x="163" y="3664"/>
                    <a:pt x="0" y="3867"/>
                    <a:pt x="0" y="4071"/>
                  </a:cubicBezTo>
                  <a:cubicBezTo>
                    <a:pt x="0" y="4274"/>
                    <a:pt x="163" y="4437"/>
                    <a:pt x="366" y="4437"/>
                  </a:cubicBezTo>
                  <a:lnTo>
                    <a:pt x="1953" y="4437"/>
                  </a:lnTo>
                  <a:cubicBezTo>
                    <a:pt x="2157" y="4437"/>
                    <a:pt x="2320" y="4274"/>
                    <a:pt x="2320" y="4071"/>
                  </a:cubicBezTo>
                  <a:cubicBezTo>
                    <a:pt x="2320" y="3867"/>
                    <a:pt x="2157" y="3664"/>
                    <a:pt x="1953" y="3664"/>
                  </a:cubicBezTo>
                  <a:close/>
                  <a:moveTo>
                    <a:pt x="3703" y="3664"/>
                  </a:moveTo>
                  <a:cubicBezTo>
                    <a:pt x="3500" y="3664"/>
                    <a:pt x="3337" y="3867"/>
                    <a:pt x="3337" y="4071"/>
                  </a:cubicBezTo>
                  <a:cubicBezTo>
                    <a:pt x="3337" y="4274"/>
                    <a:pt x="3500" y="4437"/>
                    <a:pt x="3703" y="4437"/>
                  </a:cubicBezTo>
                  <a:lnTo>
                    <a:pt x="7814" y="4437"/>
                  </a:lnTo>
                  <a:cubicBezTo>
                    <a:pt x="8058" y="4437"/>
                    <a:pt x="8221" y="4274"/>
                    <a:pt x="8221" y="4071"/>
                  </a:cubicBezTo>
                  <a:cubicBezTo>
                    <a:pt x="8221" y="3867"/>
                    <a:pt x="8058" y="3664"/>
                    <a:pt x="7814" y="3664"/>
                  </a:cubicBezTo>
                  <a:close/>
                  <a:moveTo>
                    <a:pt x="9605" y="3623"/>
                  </a:moveTo>
                  <a:cubicBezTo>
                    <a:pt x="9320" y="3623"/>
                    <a:pt x="9157" y="3826"/>
                    <a:pt x="9157" y="4071"/>
                  </a:cubicBezTo>
                  <a:cubicBezTo>
                    <a:pt x="9157" y="4315"/>
                    <a:pt x="932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3" y="6228"/>
                  </a:lnTo>
                  <a:cubicBezTo>
                    <a:pt x="2157" y="6228"/>
                    <a:pt x="2320" y="6065"/>
                    <a:pt x="2320" y="5861"/>
                  </a:cubicBezTo>
                  <a:cubicBezTo>
                    <a:pt x="2320" y="5658"/>
                    <a:pt x="2157" y="5454"/>
                    <a:pt x="1953" y="5454"/>
                  </a:cubicBezTo>
                  <a:close/>
                  <a:moveTo>
                    <a:pt x="3703" y="5454"/>
                  </a:moveTo>
                  <a:cubicBezTo>
                    <a:pt x="3500" y="5454"/>
                    <a:pt x="3337" y="5658"/>
                    <a:pt x="3337" y="5861"/>
                  </a:cubicBezTo>
                  <a:cubicBezTo>
                    <a:pt x="3337" y="6065"/>
                    <a:pt x="3500" y="6228"/>
                    <a:pt x="3703" y="6228"/>
                  </a:cubicBezTo>
                  <a:lnTo>
                    <a:pt x="7814" y="6228"/>
                  </a:lnTo>
                  <a:cubicBezTo>
                    <a:pt x="8058" y="6228"/>
                    <a:pt x="8221" y="6065"/>
                    <a:pt x="8221" y="5861"/>
                  </a:cubicBezTo>
                  <a:cubicBezTo>
                    <a:pt x="8221" y="5658"/>
                    <a:pt x="8058" y="5454"/>
                    <a:pt x="7814" y="5454"/>
                  </a:cubicBezTo>
                  <a:close/>
                  <a:moveTo>
                    <a:pt x="366" y="7286"/>
                  </a:moveTo>
                  <a:cubicBezTo>
                    <a:pt x="163" y="7286"/>
                    <a:pt x="0" y="7448"/>
                    <a:pt x="0" y="7652"/>
                  </a:cubicBezTo>
                  <a:cubicBezTo>
                    <a:pt x="0" y="7855"/>
                    <a:pt x="163" y="8059"/>
                    <a:pt x="366" y="8059"/>
                  </a:cubicBezTo>
                  <a:lnTo>
                    <a:pt x="1953" y="8059"/>
                  </a:lnTo>
                  <a:cubicBezTo>
                    <a:pt x="2157" y="8059"/>
                    <a:pt x="2320" y="7855"/>
                    <a:pt x="2320" y="7652"/>
                  </a:cubicBezTo>
                  <a:cubicBezTo>
                    <a:pt x="2320" y="7448"/>
                    <a:pt x="2157" y="7286"/>
                    <a:pt x="1953" y="7286"/>
                  </a:cubicBezTo>
                  <a:close/>
                  <a:moveTo>
                    <a:pt x="3703" y="7286"/>
                  </a:moveTo>
                  <a:cubicBezTo>
                    <a:pt x="3500" y="7286"/>
                    <a:pt x="3337" y="7448"/>
                    <a:pt x="3337" y="7652"/>
                  </a:cubicBezTo>
                  <a:cubicBezTo>
                    <a:pt x="3337" y="7855"/>
                    <a:pt x="3500" y="8059"/>
                    <a:pt x="3703" y="8059"/>
                  </a:cubicBezTo>
                  <a:lnTo>
                    <a:pt x="7814" y="8059"/>
                  </a:lnTo>
                  <a:cubicBezTo>
                    <a:pt x="8058" y="8059"/>
                    <a:pt x="8221" y="7855"/>
                    <a:pt x="8221" y="7652"/>
                  </a:cubicBezTo>
                  <a:cubicBezTo>
                    <a:pt x="8221" y="7448"/>
                    <a:pt x="8058" y="7286"/>
                    <a:pt x="7814" y="7286"/>
                  </a:cubicBezTo>
                  <a:close/>
                  <a:moveTo>
                    <a:pt x="14203" y="8791"/>
                  </a:moveTo>
                  <a:cubicBezTo>
                    <a:pt x="13959" y="8791"/>
                    <a:pt x="13756" y="8995"/>
                    <a:pt x="13756" y="9239"/>
                  </a:cubicBezTo>
                  <a:cubicBezTo>
                    <a:pt x="13756" y="9483"/>
                    <a:pt x="13959" y="9687"/>
                    <a:pt x="14203" y="9687"/>
                  </a:cubicBezTo>
                  <a:cubicBezTo>
                    <a:pt x="14447" y="9687"/>
                    <a:pt x="14651" y="9483"/>
                    <a:pt x="14651" y="9239"/>
                  </a:cubicBezTo>
                  <a:cubicBezTo>
                    <a:pt x="14651" y="8995"/>
                    <a:pt x="14447" y="8791"/>
                    <a:pt x="14203" y="8791"/>
                  </a:cubicBezTo>
                  <a:close/>
                  <a:moveTo>
                    <a:pt x="15546" y="8791"/>
                  </a:moveTo>
                  <a:cubicBezTo>
                    <a:pt x="15302" y="8791"/>
                    <a:pt x="15099" y="8995"/>
                    <a:pt x="15099" y="9239"/>
                  </a:cubicBezTo>
                  <a:cubicBezTo>
                    <a:pt x="15099" y="9483"/>
                    <a:pt x="15302" y="9687"/>
                    <a:pt x="15546" y="9687"/>
                  </a:cubicBezTo>
                  <a:cubicBezTo>
                    <a:pt x="15790" y="9687"/>
                    <a:pt x="15994" y="9483"/>
                    <a:pt x="15994" y="9239"/>
                  </a:cubicBezTo>
                  <a:cubicBezTo>
                    <a:pt x="15994" y="8995"/>
                    <a:pt x="15790" y="8791"/>
                    <a:pt x="15546" y="8791"/>
                  </a:cubicBezTo>
                  <a:close/>
                  <a:moveTo>
                    <a:pt x="16889" y="8791"/>
                  </a:moveTo>
                  <a:cubicBezTo>
                    <a:pt x="16645" y="8791"/>
                    <a:pt x="16442" y="8995"/>
                    <a:pt x="16442" y="9239"/>
                  </a:cubicBezTo>
                  <a:cubicBezTo>
                    <a:pt x="16442" y="9483"/>
                    <a:pt x="16645" y="9687"/>
                    <a:pt x="16889" y="9687"/>
                  </a:cubicBezTo>
                  <a:cubicBezTo>
                    <a:pt x="17133" y="9687"/>
                    <a:pt x="17337" y="9483"/>
                    <a:pt x="17337" y="9239"/>
                  </a:cubicBezTo>
                  <a:cubicBezTo>
                    <a:pt x="17337" y="8995"/>
                    <a:pt x="17133" y="8791"/>
                    <a:pt x="16889" y="8791"/>
                  </a:cubicBezTo>
                  <a:close/>
                  <a:moveTo>
                    <a:pt x="18232" y="8791"/>
                  </a:moveTo>
                  <a:cubicBezTo>
                    <a:pt x="17988" y="8791"/>
                    <a:pt x="17785" y="8995"/>
                    <a:pt x="17785" y="9239"/>
                  </a:cubicBezTo>
                  <a:cubicBezTo>
                    <a:pt x="17785" y="9483"/>
                    <a:pt x="17988" y="9687"/>
                    <a:pt x="18232" y="9687"/>
                  </a:cubicBezTo>
                  <a:cubicBezTo>
                    <a:pt x="18476" y="9687"/>
                    <a:pt x="18680" y="9483"/>
                    <a:pt x="18680" y="9239"/>
                  </a:cubicBezTo>
                  <a:cubicBezTo>
                    <a:pt x="18680" y="8995"/>
                    <a:pt x="18476" y="8791"/>
                    <a:pt x="18232" y="8791"/>
                  </a:cubicBezTo>
                  <a:close/>
                  <a:moveTo>
                    <a:pt x="19575" y="8791"/>
                  </a:moveTo>
                  <a:cubicBezTo>
                    <a:pt x="19331" y="8791"/>
                    <a:pt x="19128" y="8995"/>
                    <a:pt x="19128" y="9239"/>
                  </a:cubicBezTo>
                  <a:cubicBezTo>
                    <a:pt x="19128" y="9483"/>
                    <a:pt x="19331" y="9687"/>
                    <a:pt x="19575" y="9687"/>
                  </a:cubicBezTo>
                  <a:cubicBezTo>
                    <a:pt x="19819" y="9687"/>
                    <a:pt x="20023" y="9483"/>
                    <a:pt x="20023" y="9239"/>
                  </a:cubicBezTo>
                  <a:cubicBezTo>
                    <a:pt x="20023" y="8995"/>
                    <a:pt x="19819" y="8791"/>
                    <a:pt x="19575" y="8791"/>
                  </a:cubicBezTo>
                  <a:close/>
                  <a:moveTo>
                    <a:pt x="20918" y="8791"/>
                  </a:moveTo>
                  <a:cubicBezTo>
                    <a:pt x="20674" y="8791"/>
                    <a:pt x="20471" y="8995"/>
                    <a:pt x="20471" y="9239"/>
                  </a:cubicBezTo>
                  <a:cubicBezTo>
                    <a:pt x="20471" y="9483"/>
                    <a:pt x="20674" y="9687"/>
                    <a:pt x="20918" y="9687"/>
                  </a:cubicBezTo>
                  <a:cubicBezTo>
                    <a:pt x="21162" y="9687"/>
                    <a:pt x="21366" y="9483"/>
                    <a:pt x="21366" y="9239"/>
                  </a:cubicBezTo>
                  <a:cubicBezTo>
                    <a:pt x="21366" y="8995"/>
                    <a:pt x="21162" y="8791"/>
                    <a:pt x="20918" y="8791"/>
                  </a:cubicBezTo>
                  <a:close/>
                  <a:moveTo>
                    <a:pt x="366" y="9076"/>
                  </a:moveTo>
                  <a:cubicBezTo>
                    <a:pt x="163" y="9076"/>
                    <a:pt x="0" y="9239"/>
                    <a:pt x="0" y="9443"/>
                  </a:cubicBezTo>
                  <a:cubicBezTo>
                    <a:pt x="0" y="9646"/>
                    <a:pt x="163" y="9850"/>
                    <a:pt x="366" y="9850"/>
                  </a:cubicBezTo>
                  <a:lnTo>
                    <a:pt x="1953" y="9850"/>
                  </a:lnTo>
                  <a:cubicBezTo>
                    <a:pt x="2157" y="9850"/>
                    <a:pt x="2320" y="9646"/>
                    <a:pt x="2320" y="9443"/>
                  </a:cubicBezTo>
                  <a:cubicBezTo>
                    <a:pt x="2320" y="9239"/>
                    <a:pt x="2157" y="9076"/>
                    <a:pt x="1953" y="9076"/>
                  </a:cubicBezTo>
                  <a:close/>
                  <a:moveTo>
                    <a:pt x="8628" y="9076"/>
                  </a:moveTo>
                  <a:cubicBezTo>
                    <a:pt x="8424" y="9076"/>
                    <a:pt x="8262" y="9239"/>
                    <a:pt x="8262" y="9443"/>
                  </a:cubicBezTo>
                  <a:cubicBezTo>
                    <a:pt x="8262" y="9646"/>
                    <a:pt x="8424" y="9850"/>
                    <a:pt x="8628"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3" y="11640"/>
                  </a:lnTo>
                  <a:cubicBezTo>
                    <a:pt x="2157" y="11640"/>
                    <a:pt x="2320" y="11478"/>
                    <a:pt x="2320" y="11233"/>
                  </a:cubicBezTo>
                  <a:cubicBezTo>
                    <a:pt x="2320" y="11030"/>
                    <a:pt x="2157" y="10867"/>
                    <a:pt x="1953" y="10867"/>
                  </a:cubicBezTo>
                  <a:close/>
                  <a:moveTo>
                    <a:pt x="8628" y="10867"/>
                  </a:moveTo>
                  <a:cubicBezTo>
                    <a:pt x="8424" y="10867"/>
                    <a:pt x="8262" y="11030"/>
                    <a:pt x="8262" y="11233"/>
                  </a:cubicBezTo>
                  <a:cubicBezTo>
                    <a:pt x="8262" y="11478"/>
                    <a:pt x="8424" y="11640"/>
                    <a:pt x="8628"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7" y="13390"/>
                    <a:pt x="14651" y="13187"/>
                    <a:pt x="14651" y="12943"/>
                  </a:cubicBezTo>
                  <a:cubicBezTo>
                    <a:pt x="14651" y="12698"/>
                    <a:pt x="14447" y="12495"/>
                    <a:pt x="14203" y="12495"/>
                  </a:cubicBezTo>
                  <a:close/>
                  <a:moveTo>
                    <a:pt x="15546" y="12495"/>
                  </a:moveTo>
                  <a:cubicBezTo>
                    <a:pt x="15302" y="12495"/>
                    <a:pt x="15099" y="12698"/>
                    <a:pt x="15099" y="12943"/>
                  </a:cubicBezTo>
                  <a:cubicBezTo>
                    <a:pt x="15099" y="13187"/>
                    <a:pt x="15302" y="13390"/>
                    <a:pt x="15546" y="13390"/>
                  </a:cubicBezTo>
                  <a:cubicBezTo>
                    <a:pt x="15790" y="13390"/>
                    <a:pt x="15994" y="13187"/>
                    <a:pt x="15994" y="12943"/>
                  </a:cubicBezTo>
                  <a:cubicBezTo>
                    <a:pt x="15994" y="12698"/>
                    <a:pt x="15790" y="12495"/>
                    <a:pt x="15546" y="12495"/>
                  </a:cubicBezTo>
                  <a:close/>
                  <a:moveTo>
                    <a:pt x="16889" y="12495"/>
                  </a:moveTo>
                  <a:cubicBezTo>
                    <a:pt x="16645" y="12495"/>
                    <a:pt x="16442" y="12698"/>
                    <a:pt x="16442" y="12943"/>
                  </a:cubicBezTo>
                  <a:cubicBezTo>
                    <a:pt x="16442" y="13187"/>
                    <a:pt x="16645" y="13390"/>
                    <a:pt x="16889" y="13390"/>
                  </a:cubicBezTo>
                  <a:cubicBezTo>
                    <a:pt x="17133" y="13390"/>
                    <a:pt x="17337" y="13187"/>
                    <a:pt x="17337" y="12943"/>
                  </a:cubicBezTo>
                  <a:cubicBezTo>
                    <a:pt x="17337" y="12698"/>
                    <a:pt x="17133" y="12495"/>
                    <a:pt x="16889" y="12495"/>
                  </a:cubicBezTo>
                  <a:close/>
                  <a:moveTo>
                    <a:pt x="18232" y="12495"/>
                  </a:moveTo>
                  <a:cubicBezTo>
                    <a:pt x="17988" y="12495"/>
                    <a:pt x="17785" y="12698"/>
                    <a:pt x="17785" y="12943"/>
                  </a:cubicBezTo>
                  <a:cubicBezTo>
                    <a:pt x="17785" y="13187"/>
                    <a:pt x="17988" y="13390"/>
                    <a:pt x="18232" y="13390"/>
                  </a:cubicBezTo>
                  <a:cubicBezTo>
                    <a:pt x="18476" y="13390"/>
                    <a:pt x="18680" y="13187"/>
                    <a:pt x="18680" y="12943"/>
                  </a:cubicBezTo>
                  <a:cubicBezTo>
                    <a:pt x="18680" y="12698"/>
                    <a:pt x="18476" y="12495"/>
                    <a:pt x="18232" y="12495"/>
                  </a:cubicBezTo>
                  <a:close/>
                  <a:moveTo>
                    <a:pt x="19575" y="12495"/>
                  </a:moveTo>
                  <a:cubicBezTo>
                    <a:pt x="19331" y="12495"/>
                    <a:pt x="19128" y="12698"/>
                    <a:pt x="19128" y="12943"/>
                  </a:cubicBezTo>
                  <a:cubicBezTo>
                    <a:pt x="19128" y="13187"/>
                    <a:pt x="19331" y="13390"/>
                    <a:pt x="19575" y="13390"/>
                  </a:cubicBezTo>
                  <a:cubicBezTo>
                    <a:pt x="19819" y="13390"/>
                    <a:pt x="20023" y="13187"/>
                    <a:pt x="20023" y="12943"/>
                  </a:cubicBezTo>
                  <a:cubicBezTo>
                    <a:pt x="20023" y="12698"/>
                    <a:pt x="19819" y="12495"/>
                    <a:pt x="19575" y="12495"/>
                  </a:cubicBezTo>
                  <a:close/>
                  <a:moveTo>
                    <a:pt x="20918" y="12495"/>
                  </a:moveTo>
                  <a:cubicBezTo>
                    <a:pt x="20674" y="12495"/>
                    <a:pt x="20471" y="12698"/>
                    <a:pt x="20471" y="12943"/>
                  </a:cubicBezTo>
                  <a:cubicBezTo>
                    <a:pt x="20471" y="13187"/>
                    <a:pt x="20674" y="13390"/>
                    <a:pt x="20918" y="13390"/>
                  </a:cubicBezTo>
                  <a:cubicBezTo>
                    <a:pt x="21162" y="13390"/>
                    <a:pt x="21366" y="13187"/>
                    <a:pt x="21366" y="12943"/>
                  </a:cubicBezTo>
                  <a:cubicBezTo>
                    <a:pt x="21366" y="12698"/>
                    <a:pt x="21162" y="12495"/>
                    <a:pt x="20918" y="12495"/>
                  </a:cubicBezTo>
                  <a:close/>
                  <a:moveTo>
                    <a:pt x="366" y="12658"/>
                  </a:moveTo>
                  <a:cubicBezTo>
                    <a:pt x="163" y="12658"/>
                    <a:pt x="0" y="12821"/>
                    <a:pt x="0" y="13065"/>
                  </a:cubicBezTo>
                  <a:cubicBezTo>
                    <a:pt x="0" y="13268"/>
                    <a:pt x="163" y="13431"/>
                    <a:pt x="366" y="13431"/>
                  </a:cubicBezTo>
                  <a:lnTo>
                    <a:pt x="1953" y="13431"/>
                  </a:lnTo>
                  <a:cubicBezTo>
                    <a:pt x="2157" y="13431"/>
                    <a:pt x="2320" y="13268"/>
                    <a:pt x="2320" y="13065"/>
                  </a:cubicBezTo>
                  <a:cubicBezTo>
                    <a:pt x="2320" y="12821"/>
                    <a:pt x="2157" y="12658"/>
                    <a:pt x="1953" y="12658"/>
                  </a:cubicBezTo>
                  <a:close/>
                  <a:moveTo>
                    <a:pt x="8628" y="12658"/>
                  </a:moveTo>
                  <a:cubicBezTo>
                    <a:pt x="8424" y="12658"/>
                    <a:pt x="8262" y="12821"/>
                    <a:pt x="8262" y="13065"/>
                  </a:cubicBezTo>
                  <a:cubicBezTo>
                    <a:pt x="8262" y="13268"/>
                    <a:pt x="8424" y="13431"/>
                    <a:pt x="8628"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1797;p35">
              <a:extLst>
                <a:ext uri="{FF2B5EF4-FFF2-40B4-BE49-F238E27FC236}">
                  <a16:creationId xmlns:a16="http://schemas.microsoft.com/office/drawing/2014/main" id="{A38A3112-689B-213C-09D9-6388CD4FEDD2}"/>
                </a:ext>
              </a:extLst>
            </p:cNvPr>
            <p:cNvSpPr/>
            <p:nvPr/>
          </p:nvSpPr>
          <p:spPr>
            <a:xfrm>
              <a:off x="4506925" y="3313800"/>
              <a:ext cx="534150" cy="334775"/>
            </a:xfrm>
            <a:custGeom>
              <a:avLst/>
              <a:gdLst/>
              <a:ahLst/>
              <a:cxnLst/>
              <a:rect l="l" t="t" r="r" b="b"/>
              <a:pathLst>
                <a:path w="21366" h="13391" extrusionOk="0">
                  <a:moveTo>
                    <a:pt x="366" y="41"/>
                  </a:moveTo>
                  <a:cubicBezTo>
                    <a:pt x="163" y="41"/>
                    <a:pt x="0" y="204"/>
                    <a:pt x="0" y="448"/>
                  </a:cubicBezTo>
                  <a:cubicBezTo>
                    <a:pt x="0" y="652"/>
                    <a:pt x="163" y="815"/>
                    <a:pt x="366" y="815"/>
                  </a:cubicBezTo>
                  <a:lnTo>
                    <a:pt x="1953" y="815"/>
                  </a:lnTo>
                  <a:cubicBezTo>
                    <a:pt x="2157" y="815"/>
                    <a:pt x="2320" y="652"/>
                    <a:pt x="2320" y="448"/>
                  </a:cubicBezTo>
                  <a:cubicBezTo>
                    <a:pt x="2320" y="204"/>
                    <a:pt x="2157" y="41"/>
                    <a:pt x="1953" y="41"/>
                  </a:cubicBezTo>
                  <a:close/>
                  <a:moveTo>
                    <a:pt x="3703" y="41"/>
                  </a:moveTo>
                  <a:cubicBezTo>
                    <a:pt x="3500" y="41"/>
                    <a:pt x="3337" y="204"/>
                    <a:pt x="3337" y="448"/>
                  </a:cubicBezTo>
                  <a:cubicBezTo>
                    <a:pt x="3337" y="652"/>
                    <a:pt x="3500" y="815"/>
                    <a:pt x="3703" y="815"/>
                  </a:cubicBezTo>
                  <a:lnTo>
                    <a:pt x="7814" y="815"/>
                  </a:lnTo>
                  <a:cubicBezTo>
                    <a:pt x="8058" y="815"/>
                    <a:pt x="8221" y="652"/>
                    <a:pt x="8221" y="448"/>
                  </a:cubicBezTo>
                  <a:cubicBezTo>
                    <a:pt x="8221" y="204"/>
                    <a:pt x="8058" y="41"/>
                    <a:pt x="7814" y="41"/>
                  </a:cubicBezTo>
                  <a:close/>
                  <a:moveTo>
                    <a:pt x="9605" y="1"/>
                  </a:moveTo>
                  <a:cubicBezTo>
                    <a:pt x="9320" y="1"/>
                    <a:pt x="9157" y="204"/>
                    <a:pt x="9157" y="448"/>
                  </a:cubicBezTo>
                  <a:cubicBezTo>
                    <a:pt x="9157" y="693"/>
                    <a:pt x="9320" y="896"/>
                    <a:pt x="9605" y="896"/>
                  </a:cubicBezTo>
                  <a:cubicBezTo>
                    <a:pt x="9849" y="896"/>
                    <a:pt x="10052" y="693"/>
                    <a:pt x="10052" y="448"/>
                  </a:cubicBezTo>
                  <a:cubicBezTo>
                    <a:pt x="10052" y="204"/>
                    <a:pt x="9849" y="1"/>
                    <a:pt x="9605" y="1"/>
                  </a:cubicBezTo>
                  <a:close/>
                  <a:moveTo>
                    <a:pt x="10948" y="1"/>
                  </a:moveTo>
                  <a:cubicBezTo>
                    <a:pt x="10703" y="1"/>
                    <a:pt x="10500" y="204"/>
                    <a:pt x="10500" y="448"/>
                  </a:cubicBezTo>
                  <a:cubicBezTo>
                    <a:pt x="10500" y="693"/>
                    <a:pt x="10703" y="896"/>
                    <a:pt x="10948" y="896"/>
                  </a:cubicBezTo>
                  <a:cubicBezTo>
                    <a:pt x="11192" y="896"/>
                    <a:pt x="11395" y="693"/>
                    <a:pt x="11395" y="448"/>
                  </a:cubicBezTo>
                  <a:cubicBezTo>
                    <a:pt x="11395" y="204"/>
                    <a:pt x="11192" y="1"/>
                    <a:pt x="10948" y="1"/>
                  </a:cubicBezTo>
                  <a:close/>
                  <a:moveTo>
                    <a:pt x="12291" y="1"/>
                  </a:moveTo>
                  <a:cubicBezTo>
                    <a:pt x="12046" y="1"/>
                    <a:pt x="11843" y="204"/>
                    <a:pt x="11843" y="448"/>
                  </a:cubicBezTo>
                  <a:cubicBezTo>
                    <a:pt x="11843" y="693"/>
                    <a:pt x="12046" y="896"/>
                    <a:pt x="12291" y="896"/>
                  </a:cubicBezTo>
                  <a:cubicBezTo>
                    <a:pt x="12535" y="896"/>
                    <a:pt x="12738" y="693"/>
                    <a:pt x="12738" y="448"/>
                  </a:cubicBezTo>
                  <a:cubicBezTo>
                    <a:pt x="12738" y="204"/>
                    <a:pt x="12535" y="1"/>
                    <a:pt x="12291" y="1"/>
                  </a:cubicBezTo>
                  <a:close/>
                  <a:moveTo>
                    <a:pt x="13634" y="1"/>
                  </a:moveTo>
                  <a:cubicBezTo>
                    <a:pt x="13389" y="1"/>
                    <a:pt x="13186" y="204"/>
                    <a:pt x="13186" y="448"/>
                  </a:cubicBezTo>
                  <a:cubicBezTo>
                    <a:pt x="13186" y="693"/>
                    <a:pt x="13389" y="896"/>
                    <a:pt x="13634" y="896"/>
                  </a:cubicBezTo>
                  <a:cubicBezTo>
                    <a:pt x="13878" y="896"/>
                    <a:pt x="14081" y="693"/>
                    <a:pt x="14081" y="448"/>
                  </a:cubicBezTo>
                  <a:cubicBezTo>
                    <a:pt x="14081" y="204"/>
                    <a:pt x="13878" y="1"/>
                    <a:pt x="13634" y="1"/>
                  </a:cubicBezTo>
                  <a:close/>
                  <a:moveTo>
                    <a:pt x="14977" y="1"/>
                  </a:moveTo>
                  <a:cubicBezTo>
                    <a:pt x="14732" y="1"/>
                    <a:pt x="14529" y="204"/>
                    <a:pt x="14529" y="448"/>
                  </a:cubicBezTo>
                  <a:cubicBezTo>
                    <a:pt x="14529" y="693"/>
                    <a:pt x="14732" y="896"/>
                    <a:pt x="14977" y="896"/>
                  </a:cubicBezTo>
                  <a:cubicBezTo>
                    <a:pt x="15221" y="896"/>
                    <a:pt x="15424" y="693"/>
                    <a:pt x="15424" y="448"/>
                  </a:cubicBezTo>
                  <a:cubicBezTo>
                    <a:pt x="15424" y="204"/>
                    <a:pt x="15221" y="1"/>
                    <a:pt x="14977" y="1"/>
                  </a:cubicBezTo>
                  <a:close/>
                  <a:moveTo>
                    <a:pt x="16320" y="1"/>
                  </a:moveTo>
                  <a:cubicBezTo>
                    <a:pt x="16075" y="1"/>
                    <a:pt x="15872" y="204"/>
                    <a:pt x="15872" y="448"/>
                  </a:cubicBezTo>
                  <a:cubicBezTo>
                    <a:pt x="15872" y="693"/>
                    <a:pt x="16075" y="896"/>
                    <a:pt x="16320" y="896"/>
                  </a:cubicBezTo>
                  <a:cubicBezTo>
                    <a:pt x="16564" y="896"/>
                    <a:pt x="16767" y="693"/>
                    <a:pt x="16767" y="448"/>
                  </a:cubicBezTo>
                  <a:cubicBezTo>
                    <a:pt x="16767" y="204"/>
                    <a:pt x="16564" y="1"/>
                    <a:pt x="16320" y="1"/>
                  </a:cubicBezTo>
                  <a:close/>
                  <a:moveTo>
                    <a:pt x="366" y="1832"/>
                  </a:moveTo>
                  <a:cubicBezTo>
                    <a:pt x="163" y="1832"/>
                    <a:pt x="0" y="2036"/>
                    <a:pt x="0" y="2239"/>
                  </a:cubicBezTo>
                  <a:cubicBezTo>
                    <a:pt x="0" y="2443"/>
                    <a:pt x="163" y="2605"/>
                    <a:pt x="366" y="2605"/>
                  </a:cubicBezTo>
                  <a:lnTo>
                    <a:pt x="1953" y="2605"/>
                  </a:lnTo>
                  <a:cubicBezTo>
                    <a:pt x="2157" y="2605"/>
                    <a:pt x="2320" y="2443"/>
                    <a:pt x="2320" y="2239"/>
                  </a:cubicBezTo>
                  <a:cubicBezTo>
                    <a:pt x="2320" y="2036"/>
                    <a:pt x="2157" y="1832"/>
                    <a:pt x="1953" y="1832"/>
                  </a:cubicBezTo>
                  <a:close/>
                  <a:moveTo>
                    <a:pt x="3703" y="1832"/>
                  </a:moveTo>
                  <a:cubicBezTo>
                    <a:pt x="3500" y="1832"/>
                    <a:pt x="3337" y="2036"/>
                    <a:pt x="3337" y="2239"/>
                  </a:cubicBezTo>
                  <a:cubicBezTo>
                    <a:pt x="3337" y="2443"/>
                    <a:pt x="3500" y="2605"/>
                    <a:pt x="3703" y="2605"/>
                  </a:cubicBezTo>
                  <a:lnTo>
                    <a:pt x="7814" y="2605"/>
                  </a:lnTo>
                  <a:cubicBezTo>
                    <a:pt x="8058" y="2605"/>
                    <a:pt x="8221" y="2443"/>
                    <a:pt x="8221" y="2239"/>
                  </a:cubicBezTo>
                  <a:cubicBezTo>
                    <a:pt x="8221" y="2036"/>
                    <a:pt x="8058" y="1832"/>
                    <a:pt x="7814" y="1832"/>
                  </a:cubicBezTo>
                  <a:close/>
                  <a:moveTo>
                    <a:pt x="366" y="3663"/>
                  </a:moveTo>
                  <a:cubicBezTo>
                    <a:pt x="163" y="3663"/>
                    <a:pt x="0" y="3826"/>
                    <a:pt x="0" y="4030"/>
                  </a:cubicBezTo>
                  <a:cubicBezTo>
                    <a:pt x="0" y="4233"/>
                    <a:pt x="163" y="4437"/>
                    <a:pt x="366" y="4437"/>
                  </a:cubicBezTo>
                  <a:lnTo>
                    <a:pt x="1953" y="4437"/>
                  </a:lnTo>
                  <a:cubicBezTo>
                    <a:pt x="2157" y="4437"/>
                    <a:pt x="2320" y="4233"/>
                    <a:pt x="2320" y="4030"/>
                  </a:cubicBezTo>
                  <a:cubicBezTo>
                    <a:pt x="2320" y="3826"/>
                    <a:pt x="2157" y="3663"/>
                    <a:pt x="1953" y="3663"/>
                  </a:cubicBezTo>
                  <a:close/>
                  <a:moveTo>
                    <a:pt x="3703" y="3663"/>
                  </a:moveTo>
                  <a:cubicBezTo>
                    <a:pt x="3500" y="3663"/>
                    <a:pt x="3337" y="3826"/>
                    <a:pt x="3337" y="4030"/>
                  </a:cubicBezTo>
                  <a:cubicBezTo>
                    <a:pt x="3337" y="4233"/>
                    <a:pt x="3500" y="4437"/>
                    <a:pt x="3703" y="4437"/>
                  </a:cubicBezTo>
                  <a:lnTo>
                    <a:pt x="7814" y="4437"/>
                  </a:lnTo>
                  <a:cubicBezTo>
                    <a:pt x="8058" y="4437"/>
                    <a:pt x="8221" y="4233"/>
                    <a:pt x="8221" y="4030"/>
                  </a:cubicBezTo>
                  <a:cubicBezTo>
                    <a:pt x="8221" y="3826"/>
                    <a:pt x="8058" y="3663"/>
                    <a:pt x="7814" y="3663"/>
                  </a:cubicBezTo>
                  <a:close/>
                  <a:moveTo>
                    <a:pt x="9605" y="3582"/>
                  </a:moveTo>
                  <a:cubicBezTo>
                    <a:pt x="9320" y="3582"/>
                    <a:pt x="9157" y="3786"/>
                    <a:pt x="9157" y="4030"/>
                  </a:cubicBezTo>
                  <a:cubicBezTo>
                    <a:pt x="9157" y="4274"/>
                    <a:pt x="9320" y="4477"/>
                    <a:pt x="9605" y="4477"/>
                  </a:cubicBezTo>
                  <a:cubicBezTo>
                    <a:pt x="9849" y="4477"/>
                    <a:pt x="10052" y="4274"/>
                    <a:pt x="10052" y="4030"/>
                  </a:cubicBezTo>
                  <a:cubicBezTo>
                    <a:pt x="10052" y="3786"/>
                    <a:pt x="9849" y="3582"/>
                    <a:pt x="9605" y="3582"/>
                  </a:cubicBezTo>
                  <a:close/>
                  <a:moveTo>
                    <a:pt x="10948" y="3582"/>
                  </a:moveTo>
                  <a:cubicBezTo>
                    <a:pt x="10703" y="3582"/>
                    <a:pt x="10500" y="3786"/>
                    <a:pt x="10500" y="4030"/>
                  </a:cubicBezTo>
                  <a:cubicBezTo>
                    <a:pt x="10500" y="4274"/>
                    <a:pt x="10703" y="4477"/>
                    <a:pt x="10948" y="4477"/>
                  </a:cubicBezTo>
                  <a:cubicBezTo>
                    <a:pt x="11192" y="4477"/>
                    <a:pt x="11395" y="4274"/>
                    <a:pt x="11395" y="4030"/>
                  </a:cubicBezTo>
                  <a:cubicBezTo>
                    <a:pt x="11395" y="3786"/>
                    <a:pt x="11192" y="3582"/>
                    <a:pt x="10948" y="3582"/>
                  </a:cubicBezTo>
                  <a:close/>
                  <a:moveTo>
                    <a:pt x="12291" y="3582"/>
                  </a:moveTo>
                  <a:cubicBezTo>
                    <a:pt x="12046" y="3582"/>
                    <a:pt x="11843" y="3786"/>
                    <a:pt x="11843" y="4030"/>
                  </a:cubicBezTo>
                  <a:cubicBezTo>
                    <a:pt x="11843" y="4274"/>
                    <a:pt x="12046" y="4477"/>
                    <a:pt x="12291" y="4477"/>
                  </a:cubicBezTo>
                  <a:cubicBezTo>
                    <a:pt x="12535" y="4477"/>
                    <a:pt x="12738" y="4274"/>
                    <a:pt x="12738" y="4030"/>
                  </a:cubicBezTo>
                  <a:cubicBezTo>
                    <a:pt x="12738" y="3786"/>
                    <a:pt x="12535" y="3582"/>
                    <a:pt x="12291" y="3582"/>
                  </a:cubicBezTo>
                  <a:close/>
                  <a:moveTo>
                    <a:pt x="13634" y="3582"/>
                  </a:moveTo>
                  <a:cubicBezTo>
                    <a:pt x="13389" y="3582"/>
                    <a:pt x="13186" y="3786"/>
                    <a:pt x="13186" y="4030"/>
                  </a:cubicBezTo>
                  <a:cubicBezTo>
                    <a:pt x="13186" y="4274"/>
                    <a:pt x="13389" y="4477"/>
                    <a:pt x="13634" y="4477"/>
                  </a:cubicBezTo>
                  <a:cubicBezTo>
                    <a:pt x="13878" y="4477"/>
                    <a:pt x="14081" y="4274"/>
                    <a:pt x="14081" y="4030"/>
                  </a:cubicBezTo>
                  <a:cubicBezTo>
                    <a:pt x="14081" y="3786"/>
                    <a:pt x="13878" y="3582"/>
                    <a:pt x="13634" y="3582"/>
                  </a:cubicBezTo>
                  <a:close/>
                  <a:moveTo>
                    <a:pt x="14977" y="3582"/>
                  </a:moveTo>
                  <a:cubicBezTo>
                    <a:pt x="14732" y="3582"/>
                    <a:pt x="14529" y="3786"/>
                    <a:pt x="14529" y="4030"/>
                  </a:cubicBezTo>
                  <a:cubicBezTo>
                    <a:pt x="14529" y="4274"/>
                    <a:pt x="14732" y="4477"/>
                    <a:pt x="14977" y="4477"/>
                  </a:cubicBezTo>
                  <a:cubicBezTo>
                    <a:pt x="15221" y="4477"/>
                    <a:pt x="15424" y="4274"/>
                    <a:pt x="15424" y="4030"/>
                  </a:cubicBezTo>
                  <a:cubicBezTo>
                    <a:pt x="15424" y="3786"/>
                    <a:pt x="15221" y="3582"/>
                    <a:pt x="14977" y="3582"/>
                  </a:cubicBezTo>
                  <a:close/>
                  <a:moveTo>
                    <a:pt x="16320" y="3582"/>
                  </a:moveTo>
                  <a:cubicBezTo>
                    <a:pt x="16075" y="3582"/>
                    <a:pt x="15872" y="3786"/>
                    <a:pt x="15872" y="4030"/>
                  </a:cubicBezTo>
                  <a:cubicBezTo>
                    <a:pt x="15872" y="4274"/>
                    <a:pt x="16075" y="4477"/>
                    <a:pt x="16320" y="4477"/>
                  </a:cubicBezTo>
                  <a:cubicBezTo>
                    <a:pt x="16564" y="4477"/>
                    <a:pt x="16767" y="4274"/>
                    <a:pt x="16767" y="4030"/>
                  </a:cubicBezTo>
                  <a:cubicBezTo>
                    <a:pt x="16767" y="3786"/>
                    <a:pt x="16564" y="3582"/>
                    <a:pt x="16320" y="3582"/>
                  </a:cubicBezTo>
                  <a:close/>
                  <a:moveTo>
                    <a:pt x="366" y="5454"/>
                  </a:moveTo>
                  <a:cubicBezTo>
                    <a:pt x="163" y="5454"/>
                    <a:pt x="0" y="5617"/>
                    <a:pt x="0" y="5820"/>
                  </a:cubicBezTo>
                  <a:cubicBezTo>
                    <a:pt x="0" y="6024"/>
                    <a:pt x="163" y="6227"/>
                    <a:pt x="366" y="6227"/>
                  </a:cubicBezTo>
                  <a:lnTo>
                    <a:pt x="1953" y="6227"/>
                  </a:lnTo>
                  <a:cubicBezTo>
                    <a:pt x="2157" y="6227"/>
                    <a:pt x="2320" y="6024"/>
                    <a:pt x="2320" y="5820"/>
                  </a:cubicBezTo>
                  <a:cubicBezTo>
                    <a:pt x="2320" y="5617"/>
                    <a:pt x="2157" y="5454"/>
                    <a:pt x="1953" y="5454"/>
                  </a:cubicBezTo>
                  <a:close/>
                  <a:moveTo>
                    <a:pt x="3703" y="5454"/>
                  </a:moveTo>
                  <a:cubicBezTo>
                    <a:pt x="3500" y="5454"/>
                    <a:pt x="3337" y="5617"/>
                    <a:pt x="3337" y="5820"/>
                  </a:cubicBezTo>
                  <a:cubicBezTo>
                    <a:pt x="3337" y="6024"/>
                    <a:pt x="3500" y="6227"/>
                    <a:pt x="3703" y="6227"/>
                  </a:cubicBezTo>
                  <a:lnTo>
                    <a:pt x="7814" y="6227"/>
                  </a:lnTo>
                  <a:cubicBezTo>
                    <a:pt x="8058" y="6227"/>
                    <a:pt x="8221" y="6024"/>
                    <a:pt x="8221" y="5820"/>
                  </a:cubicBezTo>
                  <a:cubicBezTo>
                    <a:pt x="8221" y="5617"/>
                    <a:pt x="8058" y="5454"/>
                    <a:pt x="7814" y="5454"/>
                  </a:cubicBezTo>
                  <a:close/>
                  <a:moveTo>
                    <a:pt x="366" y="7245"/>
                  </a:moveTo>
                  <a:cubicBezTo>
                    <a:pt x="163" y="7245"/>
                    <a:pt x="0" y="7408"/>
                    <a:pt x="0" y="7611"/>
                  </a:cubicBezTo>
                  <a:cubicBezTo>
                    <a:pt x="0" y="7855"/>
                    <a:pt x="163" y="8018"/>
                    <a:pt x="366" y="8018"/>
                  </a:cubicBezTo>
                  <a:lnTo>
                    <a:pt x="1953" y="8018"/>
                  </a:lnTo>
                  <a:cubicBezTo>
                    <a:pt x="2157" y="8018"/>
                    <a:pt x="2320" y="7855"/>
                    <a:pt x="2320" y="7611"/>
                  </a:cubicBezTo>
                  <a:cubicBezTo>
                    <a:pt x="2320" y="7408"/>
                    <a:pt x="2157" y="7245"/>
                    <a:pt x="1953" y="7245"/>
                  </a:cubicBezTo>
                  <a:close/>
                  <a:moveTo>
                    <a:pt x="3703" y="7245"/>
                  </a:moveTo>
                  <a:cubicBezTo>
                    <a:pt x="3500" y="7245"/>
                    <a:pt x="3337" y="7408"/>
                    <a:pt x="3337" y="7611"/>
                  </a:cubicBezTo>
                  <a:cubicBezTo>
                    <a:pt x="3337" y="7855"/>
                    <a:pt x="3500" y="8018"/>
                    <a:pt x="3703" y="8018"/>
                  </a:cubicBezTo>
                  <a:lnTo>
                    <a:pt x="7814" y="8018"/>
                  </a:lnTo>
                  <a:cubicBezTo>
                    <a:pt x="8058" y="8018"/>
                    <a:pt x="8221" y="7855"/>
                    <a:pt x="8221" y="7611"/>
                  </a:cubicBezTo>
                  <a:cubicBezTo>
                    <a:pt x="8221" y="7408"/>
                    <a:pt x="8058" y="7245"/>
                    <a:pt x="7814" y="7245"/>
                  </a:cubicBezTo>
                  <a:close/>
                  <a:moveTo>
                    <a:pt x="14203" y="8751"/>
                  </a:moveTo>
                  <a:cubicBezTo>
                    <a:pt x="13959" y="8751"/>
                    <a:pt x="13756" y="8954"/>
                    <a:pt x="13756" y="9198"/>
                  </a:cubicBezTo>
                  <a:cubicBezTo>
                    <a:pt x="13756" y="9442"/>
                    <a:pt x="13959" y="9646"/>
                    <a:pt x="14203" y="9646"/>
                  </a:cubicBezTo>
                  <a:cubicBezTo>
                    <a:pt x="14447" y="9646"/>
                    <a:pt x="14651" y="9442"/>
                    <a:pt x="14651" y="9198"/>
                  </a:cubicBezTo>
                  <a:cubicBezTo>
                    <a:pt x="14651" y="8954"/>
                    <a:pt x="14447" y="8751"/>
                    <a:pt x="14203" y="8751"/>
                  </a:cubicBezTo>
                  <a:close/>
                  <a:moveTo>
                    <a:pt x="15546" y="8751"/>
                  </a:moveTo>
                  <a:cubicBezTo>
                    <a:pt x="15302" y="8751"/>
                    <a:pt x="15099" y="8954"/>
                    <a:pt x="15099" y="9198"/>
                  </a:cubicBezTo>
                  <a:cubicBezTo>
                    <a:pt x="15099" y="9442"/>
                    <a:pt x="15302" y="9646"/>
                    <a:pt x="15546" y="9646"/>
                  </a:cubicBezTo>
                  <a:cubicBezTo>
                    <a:pt x="15790" y="9646"/>
                    <a:pt x="15994" y="9442"/>
                    <a:pt x="15994" y="9198"/>
                  </a:cubicBezTo>
                  <a:cubicBezTo>
                    <a:pt x="15994" y="8954"/>
                    <a:pt x="15790" y="8751"/>
                    <a:pt x="15546" y="8751"/>
                  </a:cubicBezTo>
                  <a:close/>
                  <a:moveTo>
                    <a:pt x="16889" y="8751"/>
                  </a:moveTo>
                  <a:cubicBezTo>
                    <a:pt x="16645" y="8751"/>
                    <a:pt x="16442" y="8954"/>
                    <a:pt x="16442" y="9198"/>
                  </a:cubicBezTo>
                  <a:cubicBezTo>
                    <a:pt x="16442" y="9442"/>
                    <a:pt x="16645" y="9646"/>
                    <a:pt x="16889" y="9646"/>
                  </a:cubicBezTo>
                  <a:cubicBezTo>
                    <a:pt x="17133" y="9646"/>
                    <a:pt x="17337" y="9442"/>
                    <a:pt x="17337" y="9198"/>
                  </a:cubicBezTo>
                  <a:cubicBezTo>
                    <a:pt x="17337" y="8954"/>
                    <a:pt x="17133" y="8751"/>
                    <a:pt x="16889" y="8751"/>
                  </a:cubicBezTo>
                  <a:close/>
                  <a:moveTo>
                    <a:pt x="18232" y="8751"/>
                  </a:moveTo>
                  <a:cubicBezTo>
                    <a:pt x="17988" y="8751"/>
                    <a:pt x="17785" y="8954"/>
                    <a:pt x="17785" y="9198"/>
                  </a:cubicBezTo>
                  <a:cubicBezTo>
                    <a:pt x="17785" y="9442"/>
                    <a:pt x="17988" y="9646"/>
                    <a:pt x="18232" y="9646"/>
                  </a:cubicBezTo>
                  <a:cubicBezTo>
                    <a:pt x="18476" y="9646"/>
                    <a:pt x="18680" y="9442"/>
                    <a:pt x="18680" y="9198"/>
                  </a:cubicBezTo>
                  <a:cubicBezTo>
                    <a:pt x="18680" y="8954"/>
                    <a:pt x="18476" y="8751"/>
                    <a:pt x="18232" y="8751"/>
                  </a:cubicBezTo>
                  <a:close/>
                  <a:moveTo>
                    <a:pt x="19575" y="8751"/>
                  </a:moveTo>
                  <a:cubicBezTo>
                    <a:pt x="19331" y="8751"/>
                    <a:pt x="19128" y="8954"/>
                    <a:pt x="19128" y="9198"/>
                  </a:cubicBezTo>
                  <a:cubicBezTo>
                    <a:pt x="19128" y="9442"/>
                    <a:pt x="19331" y="9646"/>
                    <a:pt x="19575" y="9646"/>
                  </a:cubicBezTo>
                  <a:cubicBezTo>
                    <a:pt x="19819" y="9646"/>
                    <a:pt x="20023" y="9442"/>
                    <a:pt x="20023" y="9198"/>
                  </a:cubicBezTo>
                  <a:cubicBezTo>
                    <a:pt x="20023" y="8954"/>
                    <a:pt x="19819" y="8751"/>
                    <a:pt x="19575" y="8751"/>
                  </a:cubicBezTo>
                  <a:close/>
                  <a:moveTo>
                    <a:pt x="20918" y="8751"/>
                  </a:moveTo>
                  <a:cubicBezTo>
                    <a:pt x="20674" y="8751"/>
                    <a:pt x="20471" y="8954"/>
                    <a:pt x="20471" y="9198"/>
                  </a:cubicBezTo>
                  <a:cubicBezTo>
                    <a:pt x="20471" y="9442"/>
                    <a:pt x="20674" y="9646"/>
                    <a:pt x="20918" y="9646"/>
                  </a:cubicBezTo>
                  <a:cubicBezTo>
                    <a:pt x="21162" y="9646"/>
                    <a:pt x="21366" y="9442"/>
                    <a:pt x="21366" y="9198"/>
                  </a:cubicBezTo>
                  <a:cubicBezTo>
                    <a:pt x="21366" y="8954"/>
                    <a:pt x="21162" y="8751"/>
                    <a:pt x="20918" y="8751"/>
                  </a:cubicBezTo>
                  <a:close/>
                  <a:moveTo>
                    <a:pt x="366" y="9035"/>
                  </a:moveTo>
                  <a:cubicBezTo>
                    <a:pt x="163" y="9035"/>
                    <a:pt x="0" y="9198"/>
                    <a:pt x="0" y="9402"/>
                  </a:cubicBezTo>
                  <a:cubicBezTo>
                    <a:pt x="0" y="9646"/>
                    <a:pt x="163" y="9809"/>
                    <a:pt x="366" y="9809"/>
                  </a:cubicBezTo>
                  <a:lnTo>
                    <a:pt x="1953" y="9809"/>
                  </a:lnTo>
                  <a:cubicBezTo>
                    <a:pt x="2157" y="9809"/>
                    <a:pt x="2320" y="9646"/>
                    <a:pt x="2320" y="9402"/>
                  </a:cubicBezTo>
                  <a:cubicBezTo>
                    <a:pt x="2320" y="9198"/>
                    <a:pt x="2157" y="9035"/>
                    <a:pt x="1953" y="9035"/>
                  </a:cubicBezTo>
                  <a:close/>
                  <a:moveTo>
                    <a:pt x="8628" y="9035"/>
                  </a:moveTo>
                  <a:cubicBezTo>
                    <a:pt x="8424" y="9035"/>
                    <a:pt x="8262" y="9198"/>
                    <a:pt x="8262" y="9402"/>
                  </a:cubicBezTo>
                  <a:cubicBezTo>
                    <a:pt x="8262" y="9646"/>
                    <a:pt x="8424" y="9809"/>
                    <a:pt x="8628" y="9809"/>
                  </a:cubicBezTo>
                  <a:lnTo>
                    <a:pt x="12779" y="9809"/>
                  </a:lnTo>
                  <a:cubicBezTo>
                    <a:pt x="12982" y="9809"/>
                    <a:pt x="13145" y="9646"/>
                    <a:pt x="13145" y="9402"/>
                  </a:cubicBezTo>
                  <a:cubicBezTo>
                    <a:pt x="13145" y="9198"/>
                    <a:pt x="12982" y="9035"/>
                    <a:pt x="12779" y="9035"/>
                  </a:cubicBezTo>
                  <a:close/>
                  <a:moveTo>
                    <a:pt x="366" y="10826"/>
                  </a:moveTo>
                  <a:cubicBezTo>
                    <a:pt x="163" y="10826"/>
                    <a:pt x="0" y="10989"/>
                    <a:pt x="0" y="11233"/>
                  </a:cubicBezTo>
                  <a:cubicBezTo>
                    <a:pt x="0" y="11437"/>
                    <a:pt x="163" y="11599"/>
                    <a:pt x="366" y="11599"/>
                  </a:cubicBezTo>
                  <a:lnTo>
                    <a:pt x="1953" y="11599"/>
                  </a:lnTo>
                  <a:cubicBezTo>
                    <a:pt x="2157" y="11599"/>
                    <a:pt x="2320" y="11437"/>
                    <a:pt x="2320" y="11233"/>
                  </a:cubicBezTo>
                  <a:cubicBezTo>
                    <a:pt x="2320" y="10989"/>
                    <a:pt x="2157" y="10826"/>
                    <a:pt x="1953" y="10826"/>
                  </a:cubicBezTo>
                  <a:close/>
                  <a:moveTo>
                    <a:pt x="8628" y="10826"/>
                  </a:moveTo>
                  <a:cubicBezTo>
                    <a:pt x="8424" y="10826"/>
                    <a:pt x="8262" y="10989"/>
                    <a:pt x="8262" y="11233"/>
                  </a:cubicBezTo>
                  <a:cubicBezTo>
                    <a:pt x="8262" y="11437"/>
                    <a:pt x="8424" y="11599"/>
                    <a:pt x="8628" y="11599"/>
                  </a:cubicBezTo>
                  <a:lnTo>
                    <a:pt x="12779" y="11599"/>
                  </a:lnTo>
                  <a:cubicBezTo>
                    <a:pt x="12982" y="11599"/>
                    <a:pt x="13145" y="11437"/>
                    <a:pt x="13145" y="11233"/>
                  </a:cubicBezTo>
                  <a:cubicBezTo>
                    <a:pt x="13145" y="10989"/>
                    <a:pt x="12982" y="10826"/>
                    <a:pt x="12779" y="10826"/>
                  </a:cubicBezTo>
                  <a:close/>
                  <a:moveTo>
                    <a:pt x="14203" y="12454"/>
                  </a:moveTo>
                  <a:cubicBezTo>
                    <a:pt x="13959" y="12454"/>
                    <a:pt x="13756" y="12658"/>
                    <a:pt x="13756" y="12902"/>
                  </a:cubicBezTo>
                  <a:cubicBezTo>
                    <a:pt x="13756" y="13146"/>
                    <a:pt x="13959" y="13349"/>
                    <a:pt x="14203" y="13349"/>
                  </a:cubicBezTo>
                  <a:cubicBezTo>
                    <a:pt x="14447" y="13349"/>
                    <a:pt x="14651" y="13146"/>
                    <a:pt x="14651" y="12902"/>
                  </a:cubicBezTo>
                  <a:cubicBezTo>
                    <a:pt x="14651" y="12658"/>
                    <a:pt x="14447" y="12454"/>
                    <a:pt x="14203" y="12454"/>
                  </a:cubicBezTo>
                  <a:close/>
                  <a:moveTo>
                    <a:pt x="15546" y="12454"/>
                  </a:moveTo>
                  <a:cubicBezTo>
                    <a:pt x="15302" y="12454"/>
                    <a:pt x="15099" y="12658"/>
                    <a:pt x="15099" y="12902"/>
                  </a:cubicBezTo>
                  <a:cubicBezTo>
                    <a:pt x="15099" y="13146"/>
                    <a:pt x="15302" y="13349"/>
                    <a:pt x="15546" y="13349"/>
                  </a:cubicBezTo>
                  <a:cubicBezTo>
                    <a:pt x="15790" y="13349"/>
                    <a:pt x="15994" y="13146"/>
                    <a:pt x="15994" y="12902"/>
                  </a:cubicBezTo>
                  <a:cubicBezTo>
                    <a:pt x="15994" y="12658"/>
                    <a:pt x="15790" y="12454"/>
                    <a:pt x="15546" y="12454"/>
                  </a:cubicBezTo>
                  <a:close/>
                  <a:moveTo>
                    <a:pt x="16889" y="12454"/>
                  </a:moveTo>
                  <a:cubicBezTo>
                    <a:pt x="16645" y="12454"/>
                    <a:pt x="16442" y="12658"/>
                    <a:pt x="16442" y="12902"/>
                  </a:cubicBezTo>
                  <a:cubicBezTo>
                    <a:pt x="16442" y="13146"/>
                    <a:pt x="16645" y="13349"/>
                    <a:pt x="16889" y="13349"/>
                  </a:cubicBezTo>
                  <a:cubicBezTo>
                    <a:pt x="17133" y="13349"/>
                    <a:pt x="17337" y="13146"/>
                    <a:pt x="17337" y="12902"/>
                  </a:cubicBezTo>
                  <a:cubicBezTo>
                    <a:pt x="17337" y="12658"/>
                    <a:pt x="17133" y="12454"/>
                    <a:pt x="16889" y="12454"/>
                  </a:cubicBezTo>
                  <a:close/>
                  <a:moveTo>
                    <a:pt x="18232" y="12454"/>
                  </a:moveTo>
                  <a:cubicBezTo>
                    <a:pt x="17988" y="12454"/>
                    <a:pt x="17785" y="12658"/>
                    <a:pt x="17785" y="12902"/>
                  </a:cubicBezTo>
                  <a:cubicBezTo>
                    <a:pt x="17785" y="13146"/>
                    <a:pt x="17988" y="13349"/>
                    <a:pt x="18232" y="13349"/>
                  </a:cubicBezTo>
                  <a:cubicBezTo>
                    <a:pt x="18476" y="13349"/>
                    <a:pt x="18680" y="13146"/>
                    <a:pt x="18680" y="12902"/>
                  </a:cubicBezTo>
                  <a:cubicBezTo>
                    <a:pt x="18680" y="12658"/>
                    <a:pt x="18476" y="12454"/>
                    <a:pt x="18232" y="12454"/>
                  </a:cubicBezTo>
                  <a:close/>
                  <a:moveTo>
                    <a:pt x="19575" y="12454"/>
                  </a:moveTo>
                  <a:cubicBezTo>
                    <a:pt x="19331" y="12454"/>
                    <a:pt x="19128" y="12658"/>
                    <a:pt x="19128" y="12902"/>
                  </a:cubicBezTo>
                  <a:cubicBezTo>
                    <a:pt x="19128" y="13146"/>
                    <a:pt x="19331" y="13349"/>
                    <a:pt x="19575" y="13349"/>
                  </a:cubicBezTo>
                  <a:cubicBezTo>
                    <a:pt x="19819" y="13349"/>
                    <a:pt x="20023" y="13146"/>
                    <a:pt x="20023" y="12902"/>
                  </a:cubicBezTo>
                  <a:cubicBezTo>
                    <a:pt x="20023" y="12658"/>
                    <a:pt x="19819" y="12454"/>
                    <a:pt x="19575" y="12454"/>
                  </a:cubicBezTo>
                  <a:close/>
                  <a:moveTo>
                    <a:pt x="20918" y="12454"/>
                  </a:moveTo>
                  <a:cubicBezTo>
                    <a:pt x="20674" y="12454"/>
                    <a:pt x="20471" y="12658"/>
                    <a:pt x="20471" y="12902"/>
                  </a:cubicBezTo>
                  <a:cubicBezTo>
                    <a:pt x="20471" y="13146"/>
                    <a:pt x="20674" y="13349"/>
                    <a:pt x="20918" y="13349"/>
                  </a:cubicBezTo>
                  <a:cubicBezTo>
                    <a:pt x="21162" y="13349"/>
                    <a:pt x="21366" y="13146"/>
                    <a:pt x="21366" y="12902"/>
                  </a:cubicBezTo>
                  <a:cubicBezTo>
                    <a:pt x="21366" y="12658"/>
                    <a:pt x="21162" y="12454"/>
                    <a:pt x="20918" y="12454"/>
                  </a:cubicBezTo>
                  <a:close/>
                  <a:moveTo>
                    <a:pt x="366" y="12617"/>
                  </a:moveTo>
                  <a:cubicBezTo>
                    <a:pt x="163" y="12617"/>
                    <a:pt x="0" y="12780"/>
                    <a:pt x="0" y="13024"/>
                  </a:cubicBezTo>
                  <a:cubicBezTo>
                    <a:pt x="0" y="13227"/>
                    <a:pt x="163" y="13390"/>
                    <a:pt x="366" y="13390"/>
                  </a:cubicBezTo>
                  <a:lnTo>
                    <a:pt x="1953" y="13390"/>
                  </a:lnTo>
                  <a:cubicBezTo>
                    <a:pt x="2157" y="13390"/>
                    <a:pt x="2320" y="13227"/>
                    <a:pt x="2320" y="13024"/>
                  </a:cubicBezTo>
                  <a:cubicBezTo>
                    <a:pt x="2320" y="12780"/>
                    <a:pt x="2157" y="12617"/>
                    <a:pt x="1953" y="12617"/>
                  </a:cubicBezTo>
                  <a:close/>
                  <a:moveTo>
                    <a:pt x="8628" y="12617"/>
                  </a:moveTo>
                  <a:cubicBezTo>
                    <a:pt x="8424" y="12617"/>
                    <a:pt x="8262" y="12780"/>
                    <a:pt x="8262" y="13024"/>
                  </a:cubicBezTo>
                  <a:cubicBezTo>
                    <a:pt x="8262" y="13227"/>
                    <a:pt x="8424" y="13390"/>
                    <a:pt x="8628" y="13390"/>
                  </a:cubicBezTo>
                  <a:lnTo>
                    <a:pt x="12779" y="13390"/>
                  </a:lnTo>
                  <a:cubicBezTo>
                    <a:pt x="12982" y="13390"/>
                    <a:pt x="13145" y="13227"/>
                    <a:pt x="13145" y="13024"/>
                  </a:cubicBezTo>
                  <a:cubicBezTo>
                    <a:pt x="13145" y="12780"/>
                    <a:pt x="12982" y="12617"/>
                    <a:pt x="12779"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1798;p35">
              <a:extLst>
                <a:ext uri="{FF2B5EF4-FFF2-40B4-BE49-F238E27FC236}">
                  <a16:creationId xmlns:a16="http://schemas.microsoft.com/office/drawing/2014/main" id="{956E96E3-0875-AF56-72E5-229BD9DF5C6A}"/>
                </a:ext>
              </a:extLst>
            </p:cNvPr>
            <p:cNvSpPr/>
            <p:nvPr/>
          </p:nvSpPr>
          <p:spPr>
            <a:xfrm>
              <a:off x="4506925" y="3681100"/>
              <a:ext cx="534150" cy="335775"/>
            </a:xfrm>
            <a:custGeom>
              <a:avLst/>
              <a:gdLst/>
              <a:ahLst/>
              <a:cxnLst/>
              <a:rect l="l" t="t" r="r" b="b"/>
              <a:pathLst>
                <a:path w="21366" h="13431" extrusionOk="0">
                  <a:moveTo>
                    <a:pt x="366" y="82"/>
                  </a:moveTo>
                  <a:cubicBezTo>
                    <a:pt x="163" y="82"/>
                    <a:pt x="0" y="245"/>
                    <a:pt x="0" y="489"/>
                  </a:cubicBezTo>
                  <a:cubicBezTo>
                    <a:pt x="0" y="692"/>
                    <a:pt x="163" y="855"/>
                    <a:pt x="366" y="855"/>
                  </a:cubicBezTo>
                  <a:lnTo>
                    <a:pt x="1953" y="855"/>
                  </a:lnTo>
                  <a:cubicBezTo>
                    <a:pt x="2157" y="855"/>
                    <a:pt x="2320" y="692"/>
                    <a:pt x="2320" y="489"/>
                  </a:cubicBezTo>
                  <a:cubicBezTo>
                    <a:pt x="2320" y="245"/>
                    <a:pt x="2157" y="82"/>
                    <a:pt x="1953" y="82"/>
                  </a:cubicBezTo>
                  <a:close/>
                  <a:moveTo>
                    <a:pt x="3703" y="82"/>
                  </a:moveTo>
                  <a:cubicBezTo>
                    <a:pt x="3500" y="82"/>
                    <a:pt x="3337" y="245"/>
                    <a:pt x="3337" y="489"/>
                  </a:cubicBezTo>
                  <a:cubicBezTo>
                    <a:pt x="3337" y="692"/>
                    <a:pt x="3500" y="855"/>
                    <a:pt x="3703" y="855"/>
                  </a:cubicBezTo>
                  <a:lnTo>
                    <a:pt x="7814" y="855"/>
                  </a:lnTo>
                  <a:cubicBezTo>
                    <a:pt x="8058" y="855"/>
                    <a:pt x="8221" y="692"/>
                    <a:pt x="8221" y="489"/>
                  </a:cubicBezTo>
                  <a:cubicBezTo>
                    <a:pt x="8221" y="245"/>
                    <a:pt x="8058" y="82"/>
                    <a:pt x="7814" y="82"/>
                  </a:cubicBezTo>
                  <a:close/>
                  <a:moveTo>
                    <a:pt x="9605" y="0"/>
                  </a:moveTo>
                  <a:cubicBezTo>
                    <a:pt x="9320" y="0"/>
                    <a:pt x="9157" y="204"/>
                    <a:pt x="9157" y="489"/>
                  </a:cubicBezTo>
                  <a:cubicBezTo>
                    <a:pt x="9157" y="733"/>
                    <a:pt x="9320" y="936"/>
                    <a:pt x="9605" y="936"/>
                  </a:cubicBezTo>
                  <a:cubicBezTo>
                    <a:pt x="9849" y="936"/>
                    <a:pt x="10052" y="733"/>
                    <a:pt x="10052" y="489"/>
                  </a:cubicBezTo>
                  <a:cubicBezTo>
                    <a:pt x="10052" y="204"/>
                    <a:pt x="9849" y="0"/>
                    <a:pt x="9605" y="0"/>
                  </a:cubicBezTo>
                  <a:close/>
                  <a:moveTo>
                    <a:pt x="10948" y="0"/>
                  </a:moveTo>
                  <a:cubicBezTo>
                    <a:pt x="10703" y="0"/>
                    <a:pt x="10500" y="204"/>
                    <a:pt x="10500" y="489"/>
                  </a:cubicBezTo>
                  <a:cubicBezTo>
                    <a:pt x="10500" y="733"/>
                    <a:pt x="10703" y="936"/>
                    <a:pt x="10948" y="936"/>
                  </a:cubicBezTo>
                  <a:cubicBezTo>
                    <a:pt x="11192" y="936"/>
                    <a:pt x="11395" y="733"/>
                    <a:pt x="11395" y="489"/>
                  </a:cubicBezTo>
                  <a:cubicBezTo>
                    <a:pt x="11395" y="204"/>
                    <a:pt x="11192" y="0"/>
                    <a:pt x="10948" y="0"/>
                  </a:cubicBezTo>
                  <a:close/>
                  <a:moveTo>
                    <a:pt x="12291" y="0"/>
                  </a:moveTo>
                  <a:cubicBezTo>
                    <a:pt x="12046" y="0"/>
                    <a:pt x="11843" y="204"/>
                    <a:pt x="11843" y="489"/>
                  </a:cubicBezTo>
                  <a:cubicBezTo>
                    <a:pt x="11843" y="733"/>
                    <a:pt x="12046" y="936"/>
                    <a:pt x="12291" y="936"/>
                  </a:cubicBezTo>
                  <a:cubicBezTo>
                    <a:pt x="12535" y="936"/>
                    <a:pt x="12738" y="733"/>
                    <a:pt x="12738" y="489"/>
                  </a:cubicBezTo>
                  <a:cubicBezTo>
                    <a:pt x="12738" y="204"/>
                    <a:pt x="12535" y="0"/>
                    <a:pt x="12291" y="0"/>
                  </a:cubicBezTo>
                  <a:close/>
                  <a:moveTo>
                    <a:pt x="13634" y="0"/>
                  </a:moveTo>
                  <a:cubicBezTo>
                    <a:pt x="13389" y="0"/>
                    <a:pt x="13186" y="204"/>
                    <a:pt x="13186" y="489"/>
                  </a:cubicBezTo>
                  <a:cubicBezTo>
                    <a:pt x="13186" y="733"/>
                    <a:pt x="13389" y="936"/>
                    <a:pt x="13634" y="936"/>
                  </a:cubicBezTo>
                  <a:cubicBezTo>
                    <a:pt x="13878" y="936"/>
                    <a:pt x="14081" y="733"/>
                    <a:pt x="14081" y="489"/>
                  </a:cubicBezTo>
                  <a:cubicBezTo>
                    <a:pt x="14081" y="204"/>
                    <a:pt x="13878" y="0"/>
                    <a:pt x="13634" y="0"/>
                  </a:cubicBezTo>
                  <a:close/>
                  <a:moveTo>
                    <a:pt x="14977" y="0"/>
                  </a:moveTo>
                  <a:cubicBezTo>
                    <a:pt x="14732" y="0"/>
                    <a:pt x="14529" y="204"/>
                    <a:pt x="14529" y="489"/>
                  </a:cubicBezTo>
                  <a:cubicBezTo>
                    <a:pt x="14529" y="733"/>
                    <a:pt x="14732" y="936"/>
                    <a:pt x="14977" y="936"/>
                  </a:cubicBezTo>
                  <a:cubicBezTo>
                    <a:pt x="15221" y="936"/>
                    <a:pt x="15424" y="733"/>
                    <a:pt x="15424" y="489"/>
                  </a:cubicBezTo>
                  <a:cubicBezTo>
                    <a:pt x="15424" y="204"/>
                    <a:pt x="15221" y="0"/>
                    <a:pt x="14977" y="0"/>
                  </a:cubicBezTo>
                  <a:close/>
                  <a:moveTo>
                    <a:pt x="16320" y="0"/>
                  </a:moveTo>
                  <a:cubicBezTo>
                    <a:pt x="16075" y="0"/>
                    <a:pt x="15872" y="204"/>
                    <a:pt x="15872" y="489"/>
                  </a:cubicBezTo>
                  <a:cubicBezTo>
                    <a:pt x="15872" y="733"/>
                    <a:pt x="16075" y="936"/>
                    <a:pt x="16320" y="936"/>
                  </a:cubicBezTo>
                  <a:cubicBezTo>
                    <a:pt x="16564" y="936"/>
                    <a:pt x="16767" y="733"/>
                    <a:pt x="16767" y="489"/>
                  </a:cubicBezTo>
                  <a:cubicBezTo>
                    <a:pt x="16767" y="204"/>
                    <a:pt x="16564" y="0"/>
                    <a:pt x="16320" y="0"/>
                  </a:cubicBezTo>
                  <a:close/>
                  <a:moveTo>
                    <a:pt x="366" y="1872"/>
                  </a:moveTo>
                  <a:cubicBezTo>
                    <a:pt x="163" y="1872"/>
                    <a:pt x="0" y="2035"/>
                    <a:pt x="0" y="2279"/>
                  </a:cubicBezTo>
                  <a:cubicBezTo>
                    <a:pt x="0" y="2483"/>
                    <a:pt x="163" y="2646"/>
                    <a:pt x="366" y="2646"/>
                  </a:cubicBezTo>
                  <a:lnTo>
                    <a:pt x="1953" y="2646"/>
                  </a:lnTo>
                  <a:cubicBezTo>
                    <a:pt x="2157" y="2646"/>
                    <a:pt x="2320" y="2483"/>
                    <a:pt x="2320" y="2279"/>
                  </a:cubicBezTo>
                  <a:cubicBezTo>
                    <a:pt x="2320" y="2035"/>
                    <a:pt x="2157" y="1872"/>
                    <a:pt x="1953" y="1872"/>
                  </a:cubicBezTo>
                  <a:close/>
                  <a:moveTo>
                    <a:pt x="3703" y="1872"/>
                  </a:moveTo>
                  <a:cubicBezTo>
                    <a:pt x="3500" y="1872"/>
                    <a:pt x="3337" y="2035"/>
                    <a:pt x="3337" y="2279"/>
                  </a:cubicBezTo>
                  <a:cubicBezTo>
                    <a:pt x="3337" y="2483"/>
                    <a:pt x="3500" y="2646"/>
                    <a:pt x="3703" y="2646"/>
                  </a:cubicBezTo>
                  <a:lnTo>
                    <a:pt x="7814" y="2646"/>
                  </a:lnTo>
                  <a:cubicBezTo>
                    <a:pt x="8058" y="2646"/>
                    <a:pt x="8221" y="2483"/>
                    <a:pt x="8221" y="2279"/>
                  </a:cubicBezTo>
                  <a:cubicBezTo>
                    <a:pt x="8221" y="2035"/>
                    <a:pt x="8058" y="1872"/>
                    <a:pt x="7814" y="1872"/>
                  </a:cubicBezTo>
                  <a:close/>
                  <a:moveTo>
                    <a:pt x="366" y="3663"/>
                  </a:moveTo>
                  <a:cubicBezTo>
                    <a:pt x="163" y="3663"/>
                    <a:pt x="0" y="3867"/>
                    <a:pt x="0" y="4070"/>
                  </a:cubicBezTo>
                  <a:cubicBezTo>
                    <a:pt x="0" y="4274"/>
                    <a:pt x="163" y="4436"/>
                    <a:pt x="366" y="4436"/>
                  </a:cubicBezTo>
                  <a:lnTo>
                    <a:pt x="1953" y="4436"/>
                  </a:lnTo>
                  <a:cubicBezTo>
                    <a:pt x="2157" y="4436"/>
                    <a:pt x="2320" y="4274"/>
                    <a:pt x="2320" y="4070"/>
                  </a:cubicBezTo>
                  <a:cubicBezTo>
                    <a:pt x="2320" y="3867"/>
                    <a:pt x="2157" y="3663"/>
                    <a:pt x="1953" y="3663"/>
                  </a:cubicBezTo>
                  <a:close/>
                  <a:moveTo>
                    <a:pt x="3703" y="3663"/>
                  </a:moveTo>
                  <a:cubicBezTo>
                    <a:pt x="3500" y="3663"/>
                    <a:pt x="3337" y="3867"/>
                    <a:pt x="3337" y="4070"/>
                  </a:cubicBezTo>
                  <a:cubicBezTo>
                    <a:pt x="3337" y="4274"/>
                    <a:pt x="3500" y="4436"/>
                    <a:pt x="3703" y="4436"/>
                  </a:cubicBezTo>
                  <a:lnTo>
                    <a:pt x="7814" y="4436"/>
                  </a:lnTo>
                  <a:cubicBezTo>
                    <a:pt x="8058" y="4436"/>
                    <a:pt x="8221" y="4274"/>
                    <a:pt x="8221" y="4070"/>
                  </a:cubicBezTo>
                  <a:cubicBezTo>
                    <a:pt x="8221" y="3867"/>
                    <a:pt x="8058" y="3663"/>
                    <a:pt x="7814" y="3663"/>
                  </a:cubicBezTo>
                  <a:close/>
                  <a:moveTo>
                    <a:pt x="9605" y="3622"/>
                  </a:moveTo>
                  <a:cubicBezTo>
                    <a:pt x="9320" y="3622"/>
                    <a:pt x="9157" y="3826"/>
                    <a:pt x="9157" y="4070"/>
                  </a:cubicBezTo>
                  <a:cubicBezTo>
                    <a:pt x="9157" y="4314"/>
                    <a:pt x="9320" y="4518"/>
                    <a:pt x="9605" y="4518"/>
                  </a:cubicBezTo>
                  <a:cubicBezTo>
                    <a:pt x="9849" y="4518"/>
                    <a:pt x="10052" y="4314"/>
                    <a:pt x="10052" y="4070"/>
                  </a:cubicBezTo>
                  <a:cubicBezTo>
                    <a:pt x="10052" y="3826"/>
                    <a:pt x="9849" y="3622"/>
                    <a:pt x="9605" y="3622"/>
                  </a:cubicBezTo>
                  <a:close/>
                  <a:moveTo>
                    <a:pt x="10948" y="3622"/>
                  </a:moveTo>
                  <a:cubicBezTo>
                    <a:pt x="10703" y="3622"/>
                    <a:pt x="10500" y="3826"/>
                    <a:pt x="10500" y="4070"/>
                  </a:cubicBezTo>
                  <a:cubicBezTo>
                    <a:pt x="10500" y="4314"/>
                    <a:pt x="10703" y="4518"/>
                    <a:pt x="10948" y="4518"/>
                  </a:cubicBezTo>
                  <a:cubicBezTo>
                    <a:pt x="11192" y="4518"/>
                    <a:pt x="11395" y="4314"/>
                    <a:pt x="11395" y="4070"/>
                  </a:cubicBezTo>
                  <a:cubicBezTo>
                    <a:pt x="11395" y="3826"/>
                    <a:pt x="11192" y="3622"/>
                    <a:pt x="10948" y="3622"/>
                  </a:cubicBezTo>
                  <a:close/>
                  <a:moveTo>
                    <a:pt x="12291" y="3622"/>
                  </a:moveTo>
                  <a:cubicBezTo>
                    <a:pt x="12046" y="3622"/>
                    <a:pt x="11843" y="3826"/>
                    <a:pt x="11843" y="4070"/>
                  </a:cubicBezTo>
                  <a:cubicBezTo>
                    <a:pt x="11843" y="4314"/>
                    <a:pt x="12046" y="4518"/>
                    <a:pt x="12291" y="4518"/>
                  </a:cubicBezTo>
                  <a:cubicBezTo>
                    <a:pt x="12535" y="4518"/>
                    <a:pt x="12738" y="4314"/>
                    <a:pt x="12738" y="4070"/>
                  </a:cubicBezTo>
                  <a:cubicBezTo>
                    <a:pt x="12738" y="3826"/>
                    <a:pt x="12535" y="3622"/>
                    <a:pt x="12291" y="3622"/>
                  </a:cubicBezTo>
                  <a:close/>
                  <a:moveTo>
                    <a:pt x="13634" y="3622"/>
                  </a:moveTo>
                  <a:cubicBezTo>
                    <a:pt x="13389" y="3622"/>
                    <a:pt x="13186" y="3826"/>
                    <a:pt x="13186" y="4070"/>
                  </a:cubicBezTo>
                  <a:cubicBezTo>
                    <a:pt x="13186" y="4314"/>
                    <a:pt x="13389" y="4518"/>
                    <a:pt x="13634" y="4518"/>
                  </a:cubicBezTo>
                  <a:cubicBezTo>
                    <a:pt x="13878" y="4518"/>
                    <a:pt x="14081" y="4314"/>
                    <a:pt x="14081" y="4070"/>
                  </a:cubicBezTo>
                  <a:cubicBezTo>
                    <a:pt x="14081" y="3826"/>
                    <a:pt x="13878" y="3622"/>
                    <a:pt x="13634" y="3622"/>
                  </a:cubicBezTo>
                  <a:close/>
                  <a:moveTo>
                    <a:pt x="14977" y="3622"/>
                  </a:moveTo>
                  <a:cubicBezTo>
                    <a:pt x="14732" y="3622"/>
                    <a:pt x="14529" y="3826"/>
                    <a:pt x="14529" y="4070"/>
                  </a:cubicBezTo>
                  <a:cubicBezTo>
                    <a:pt x="14529" y="4314"/>
                    <a:pt x="14732" y="4518"/>
                    <a:pt x="14977" y="4518"/>
                  </a:cubicBezTo>
                  <a:cubicBezTo>
                    <a:pt x="15221" y="4518"/>
                    <a:pt x="15424" y="4314"/>
                    <a:pt x="15424" y="4070"/>
                  </a:cubicBezTo>
                  <a:cubicBezTo>
                    <a:pt x="15424" y="3826"/>
                    <a:pt x="15221" y="3622"/>
                    <a:pt x="14977" y="3622"/>
                  </a:cubicBezTo>
                  <a:close/>
                  <a:moveTo>
                    <a:pt x="16320" y="3622"/>
                  </a:moveTo>
                  <a:cubicBezTo>
                    <a:pt x="16075" y="3622"/>
                    <a:pt x="15872" y="3826"/>
                    <a:pt x="15872" y="4070"/>
                  </a:cubicBezTo>
                  <a:cubicBezTo>
                    <a:pt x="15872" y="4314"/>
                    <a:pt x="16075" y="4518"/>
                    <a:pt x="16320" y="4518"/>
                  </a:cubicBezTo>
                  <a:cubicBezTo>
                    <a:pt x="16564" y="4518"/>
                    <a:pt x="16767" y="4314"/>
                    <a:pt x="16767" y="4070"/>
                  </a:cubicBezTo>
                  <a:cubicBezTo>
                    <a:pt x="16767" y="3826"/>
                    <a:pt x="16564" y="3622"/>
                    <a:pt x="16320" y="3622"/>
                  </a:cubicBezTo>
                  <a:close/>
                  <a:moveTo>
                    <a:pt x="366" y="5454"/>
                  </a:moveTo>
                  <a:cubicBezTo>
                    <a:pt x="163" y="5454"/>
                    <a:pt x="0" y="5657"/>
                    <a:pt x="0" y="5861"/>
                  </a:cubicBezTo>
                  <a:cubicBezTo>
                    <a:pt x="0" y="6064"/>
                    <a:pt x="163" y="6227"/>
                    <a:pt x="366" y="6227"/>
                  </a:cubicBezTo>
                  <a:lnTo>
                    <a:pt x="1953" y="6227"/>
                  </a:lnTo>
                  <a:cubicBezTo>
                    <a:pt x="2157" y="6227"/>
                    <a:pt x="2320" y="6064"/>
                    <a:pt x="2320" y="5861"/>
                  </a:cubicBezTo>
                  <a:cubicBezTo>
                    <a:pt x="2320" y="5657"/>
                    <a:pt x="2157" y="5454"/>
                    <a:pt x="1953" y="5454"/>
                  </a:cubicBezTo>
                  <a:close/>
                  <a:moveTo>
                    <a:pt x="3703" y="5454"/>
                  </a:moveTo>
                  <a:cubicBezTo>
                    <a:pt x="3500" y="5454"/>
                    <a:pt x="3337" y="5657"/>
                    <a:pt x="3337" y="5861"/>
                  </a:cubicBezTo>
                  <a:cubicBezTo>
                    <a:pt x="3337" y="6064"/>
                    <a:pt x="3500" y="6227"/>
                    <a:pt x="3703" y="6227"/>
                  </a:cubicBezTo>
                  <a:lnTo>
                    <a:pt x="7814" y="6227"/>
                  </a:lnTo>
                  <a:cubicBezTo>
                    <a:pt x="8058" y="6227"/>
                    <a:pt x="8221" y="6064"/>
                    <a:pt x="8221" y="5861"/>
                  </a:cubicBezTo>
                  <a:cubicBezTo>
                    <a:pt x="8221" y="5657"/>
                    <a:pt x="8058" y="5454"/>
                    <a:pt x="7814" y="5454"/>
                  </a:cubicBezTo>
                  <a:close/>
                  <a:moveTo>
                    <a:pt x="366" y="7285"/>
                  </a:moveTo>
                  <a:cubicBezTo>
                    <a:pt x="163" y="7285"/>
                    <a:pt x="0" y="7448"/>
                    <a:pt x="0" y="7651"/>
                  </a:cubicBezTo>
                  <a:cubicBezTo>
                    <a:pt x="0" y="7855"/>
                    <a:pt x="163" y="8058"/>
                    <a:pt x="366" y="8058"/>
                  </a:cubicBezTo>
                  <a:lnTo>
                    <a:pt x="1953" y="8058"/>
                  </a:lnTo>
                  <a:cubicBezTo>
                    <a:pt x="2157" y="8058"/>
                    <a:pt x="2320" y="7855"/>
                    <a:pt x="2320" y="7651"/>
                  </a:cubicBezTo>
                  <a:cubicBezTo>
                    <a:pt x="2320" y="7448"/>
                    <a:pt x="2157" y="7285"/>
                    <a:pt x="1953" y="7285"/>
                  </a:cubicBezTo>
                  <a:close/>
                  <a:moveTo>
                    <a:pt x="3703" y="7285"/>
                  </a:moveTo>
                  <a:cubicBezTo>
                    <a:pt x="3500" y="7285"/>
                    <a:pt x="3337" y="7448"/>
                    <a:pt x="3337" y="7651"/>
                  </a:cubicBezTo>
                  <a:cubicBezTo>
                    <a:pt x="3337" y="7855"/>
                    <a:pt x="3500" y="8058"/>
                    <a:pt x="3703" y="8058"/>
                  </a:cubicBezTo>
                  <a:lnTo>
                    <a:pt x="7814" y="8058"/>
                  </a:lnTo>
                  <a:cubicBezTo>
                    <a:pt x="8058" y="8058"/>
                    <a:pt x="8221" y="7855"/>
                    <a:pt x="8221" y="7651"/>
                  </a:cubicBezTo>
                  <a:cubicBezTo>
                    <a:pt x="8221" y="7448"/>
                    <a:pt x="8058" y="7285"/>
                    <a:pt x="7814" y="7285"/>
                  </a:cubicBezTo>
                  <a:close/>
                  <a:moveTo>
                    <a:pt x="14203" y="8791"/>
                  </a:moveTo>
                  <a:cubicBezTo>
                    <a:pt x="13959" y="8791"/>
                    <a:pt x="13756" y="8994"/>
                    <a:pt x="13756" y="9239"/>
                  </a:cubicBezTo>
                  <a:cubicBezTo>
                    <a:pt x="13756" y="9483"/>
                    <a:pt x="13959" y="9686"/>
                    <a:pt x="14203" y="9686"/>
                  </a:cubicBezTo>
                  <a:cubicBezTo>
                    <a:pt x="14447" y="9686"/>
                    <a:pt x="14651" y="9483"/>
                    <a:pt x="14651" y="9239"/>
                  </a:cubicBezTo>
                  <a:cubicBezTo>
                    <a:pt x="14651" y="8994"/>
                    <a:pt x="14447" y="8791"/>
                    <a:pt x="14203" y="8791"/>
                  </a:cubicBezTo>
                  <a:close/>
                  <a:moveTo>
                    <a:pt x="15546" y="8791"/>
                  </a:moveTo>
                  <a:cubicBezTo>
                    <a:pt x="15302" y="8791"/>
                    <a:pt x="15099" y="8994"/>
                    <a:pt x="15099" y="9239"/>
                  </a:cubicBezTo>
                  <a:cubicBezTo>
                    <a:pt x="15099" y="9483"/>
                    <a:pt x="15302" y="9686"/>
                    <a:pt x="15546" y="9686"/>
                  </a:cubicBezTo>
                  <a:cubicBezTo>
                    <a:pt x="15790" y="9686"/>
                    <a:pt x="15994" y="9483"/>
                    <a:pt x="15994" y="9239"/>
                  </a:cubicBezTo>
                  <a:cubicBezTo>
                    <a:pt x="15994" y="8994"/>
                    <a:pt x="15790" y="8791"/>
                    <a:pt x="15546" y="8791"/>
                  </a:cubicBezTo>
                  <a:close/>
                  <a:moveTo>
                    <a:pt x="16889" y="8791"/>
                  </a:moveTo>
                  <a:cubicBezTo>
                    <a:pt x="16645" y="8791"/>
                    <a:pt x="16442" y="8994"/>
                    <a:pt x="16442" y="9239"/>
                  </a:cubicBezTo>
                  <a:cubicBezTo>
                    <a:pt x="16442" y="9483"/>
                    <a:pt x="16645" y="9686"/>
                    <a:pt x="16889" y="9686"/>
                  </a:cubicBezTo>
                  <a:cubicBezTo>
                    <a:pt x="17133" y="9686"/>
                    <a:pt x="17337" y="9483"/>
                    <a:pt x="17337" y="9239"/>
                  </a:cubicBezTo>
                  <a:cubicBezTo>
                    <a:pt x="17337" y="8994"/>
                    <a:pt x="17133" y="8791"/>
                    <a:pt x="16889" y="8791"/>
                  </a:cubicBezTo>
                  <a:close/>
                  <a:moveTo>
                    <a:pt x="18232" y="8791"/>
                  </a:moveTo>
                  <a:cubicBezTo>
                    <a:pt x="17988" y="8791"/>
                    <a:pt x="17785" y="8994"/>
                    <a:pt x="17785" y="9239"/>
                  </a:cubicBezTo>
                  <a:cubicBezTo>
                    <a:pt x="17785" y="9483"/>
                    <a:pt x="17988" y="9686"/>
                    <a:pt x="18232" y="9686"/>
                  </a:cubicBezTo>
                  <a:cubicBezTo>
                    <a:pt x="18476" y="9686"/>
                    <a:pt x="18680" y="9483"/>
                    <a:pt x="18680" y="9239"/>
                  </a:cubicBezTo>
                  <a:cubicBezTo>
                    <a:pt x="18680" y="8994"/>
                    <a:pt x="18476" y="8791"/>
                    <a:pt x="18232" y="8791"/>
                  </a:cubicBezTo>
                  <a:close/>
                  <a:moveTo>
                    <a:pt x="19575" y="8791"/>
                  </a:moveTo>
                  <a:cubicBezTo>
                    <a:pt x="19331" y="8791"/>
                    <a:pt x="19128" y="8994"/>
                    <a:pt x="19128" y="9239"/>
                  </a:cubicBezTo>
                  <a:cubicBezTo>
                    <a:pt x="19128" y="9483"/>
                    <a:pt x="19331" y="9686"/>
                    <a:pt x="19575" y="9686"/>
                  </a:cubicBezTo>
                  <a:cubicBezTo>
                    <a:pt x="19819" y="9686"/>
                    <a:pt x="20023" y="9483"/>
                    <a:pt x="20023" y="9239"/>
                  </a:cubicBezTo>
                  <a:cubicBezTo>
                    <a:pt x="20023" y="8994"/>
                    <a:pt x="19819" y="8791"/>
                    <a:pt x="19575" y="8791"/>
                  </a:cubicBezTo>
                  <a:close/>
                  <a:moveTo>
                    <a:pt x="20918" y="8791"/>
                  </a:moveTo>
                  <a:cubicBezTo>
                    <a:pt x="20674" y="8791"/>
                    <a:pt x="20471" y="8994"/>
                    <a:pt x="20471" y="9239"/>
                  </a:cubicBezTo>
                  <a:cubicBezTo>
                    <a:pt x="20471" y="9483"/>
                    <a:pt x="20674" y="9686"/>
                    <a:pt x="20918" y="9686"/>
                  </a:cubicBezTo>
                  <a:cubicBezTo>
                    <a:pt x="21162" y="9686"/>
                    <a:pt x="21366" y="9483"/>
                    <a:pt x="21366" y="9239"/>
                  </a:cubicBezTo>
                  <a:cubicBezTo>
                    <a:pt x="21366" y="8994"/>
                    <a:pt x="21162" y="8791"/>
                    <a:pt x="20918" y="8791"/>
                  </a:cubicBezTo>
                  <a:close/>
                  <a:moveTo>
                    <a:pt x="366" y="9076"/>
                  </a:moveTo>
                  <a:cubicBezTo>
                    <a:pt x="163" y="9076"/>
                    <a:pt x="0" y="9239"/>
                    <a:pt x="0" y="9442"/>
                  </a:cubicBezTo>
                  <a:cubicBezTo>
                    <a:pt x="0" y="9646"/>
                    <a:pt x="163" y="9849"/>
                    <a:pt x="366" y="9849"/>
                  </a:cubicBezTo>
                  <a:lnTo>
                    <a:pt x="1953" y="9849"/>
                  </a:lnTo>
                  <a:cubicBezTo>
                    <a:pt x="2157" y="9849"/>
                    <a:pt x="2320" y="9646"/>
                    <a:pt x="2320" y="9442"/>
                  </a:cubicBezTo>
                  <a:cubicBezTo>
                    <a:pt x="2320" y="9239"/>
                    <a:pt x="2157" y="9076"/>
                    <a:pt x="1953" y="9076"/>
                  </a:cubicBezTo>
                  <a:close/>
                  <a:moveTo>
                    <a:pt x="8628" y="9076"/>
                  </a:moveTo>
                  <a:cubicBezTo>
                    <a:pt x="8424" y="9076"/>
                    <a:pt x="8262" y="9239"/>
                    <a:pt x="8262" y="9442"/>
                  </a:cubicBezTo>
                  <a:cubicBezTo>
                    <a:pt x="8262" y="9646"/>
                    <a:pt x="8424" y="9849"/>
                    <a:pt x="8628" y="9849"/>
                  </a:cubicBezTo>
                  <a:lnTo>
                    <a:pt x="12779" y="9849"/>
                  </a:lnTo>
                  <a:cubicBezTo>
                    <a:pt x="12982" y="9849"/>
                    <a:pt x="13145" y="9646"/>
                    <a:pt x="13145" y="9442"/>
                  </a:cubicBezTo>
                  <a:cubicBezTo>
                    <a:pt x="13145" y="9239"/>
                    <a:pt x="12982" y="9076"/>
                    <a:pt x="12779" y="9076"/>
                  </a:cubicBezTo>
                  <a:close/>
                  <a:moveTo>
                    <a:pt x="366" y="10867"/>
                  </a:moveTo>
                  <a:cubicBezTo>
                    <a:pt x="163" y="10867"/>
                    <a:pt x="0" y="11029"/>
                    <a:pt x="0" y="11233"/>
                  </a:cubicBezTo>
                  <a:cubicBezTo>
                    <a:pt x="0" y="11477"/>
                    <a:pt x="163" y="11640"/>
                    <a:pt x="366" y="11640"/>
                  </a:cubicBezTo>
                  <a:lnTo>
                    <a:pt x="1953" y="11640"/>
                  </a:lnTo>
                  <a:cubicBezTo>
                    <a:pt x="2157" y="11640"/>
                    <a:pt x="2320" y="11477"/>
                    <a:pt x="2320" y="11233"/>
                  </a:cubicBezTo>
                  <a:cubicBezTo>
                    <a:pt x="2320" y="11029"/>
                    <a:pt x="2157" y="10867"/>
                    <a:pt x="1953" y="10867"/>
                  </a:cubicBezTo>
                  <a:close/>
                  <a:moveTo>
                    <a:pt x="8628" y="10867"/>
                  </a:moveTo>
                  <a:cubicBezTo>
                    <a:pt x="8424" y="10867"/>
                    <a:pt x="8262" y="11029"/>
                    <a:pt x="8262" y="11233"/>
                  </a:cubicBezTo>
                  <a:cubicBezTo>
                    <a:pt x="8262" y="11477"/>
                    <a:pt x="8424" y="11640"/>
                    <a:pt x="8628" y="11640"/>
                  </a:cubicBezTo>
                  <a:lnTo>
                    <a:pt x="12779" y="11640"/>
                  </a:lnTo>
                  <a:cubicBezTo>
                    <a:pt x="12982" y="11640"/>
                    <a:pt x="13145" y="11477"/>
                    <a:pt x="13145" y="11233"/>
                  </a:cubicBezTo>
                  <a:cubicBezTo>
                    <a:pt x="13145" y="11029"/>
                    <a:pt x="12982" y="10867"/>
                    <a:pt x="12779" y="10867"/>
                  </a:cubicBezTo>
                  <a:close/>
                  <a:moveTo>
                    <a:pt x="14203" y="12494"/>
                  </a:moveTo>
                  <a:cubicBezTo>
                    <a:pt x="13959" y="12494"/>
                    <a:pt x="13756" y="12698"/>
                    <a:pt x="13756" y="12942"/>
                  </a:cubicBezTo>
                  <a:cubicBezTo>
                    <a:pt x="13756" y="13186"/>
                    <a:pt x="13959" y="13390"/>
                    <a:pt x="14203" y="13390"/>
                  </a:cubicBezTo>
                  <a:cubicBezTo>
                    <a:pt x="14447" y="13390"/>
                    <a:pt x="14651" y="13186"/>
                    <a:pt x="14651" y="12942"/>
                  </a:cubicBezTo>
                  <a:cubicBezTo>
                    <a:pt x="14651" y="12698"/>
                    <a:pt x="14447" y="12494"/>
                    <a:pt x="14203" y="12494"/>
                  </a:cubicBezTo>
                  <a:close/>
                  <a:moveTo>
                    <a:pt x="15546" y="12494"/>
                  </a:moveTo>
                  <a:cubicBezTo>
                    <a:pt x="15302" y="12494"/>
                    <a:pt x="15099" y="12698"/>
                    <a:pt x="15099" y="12942"/>
                  </a:cubicBezTo>
                  <a:cubicBezTo>
                    <a:pt x="15099" y="13186"/>
                    <a:pt x="15302" y="13390"/>
                    <a:pt x="15546" y="13390"/>
                  </a:cubicBezTo>
                  <a:cubicBezTo>
                    <a:pt x="15790" y="13390"/>
                    <a:pt x="15994" y="13186"/>
                    <a:pt x="15994" y="12942"/>
                  </a:cubicBezTo>
                  <a:cubicBezTo>
                    <a:pt x="15994" y="12698"/>
                    <a:pt x="15790" y="12494"/>
                    <a:pt x="15546" y="12494"/>
                  </a:cubicBezTo>
                  <a:close/>
                  <a:moveTo>
                    <a:pt x="16889" y="12494"/>
                  </a:moveTo>
                  <a:cubicBezTo>
                    <a:pt x="16645" y="12494"/>
                    <a:pt x="16442" y="12698"/>
                    <a:pt x="16442" y="12942"/>
                  </a:cubicBezTo>
                  <a:cubicBezTo>
                    <a:pt x="16442" y="13186"/>
                    <a:pt x="16645" y="13390"/>
                    <a:pt x="16889" y="13390"/>
                  </a:cubicBezTo>
                  <a:cubicBezTo>
                    <a:pt x="17133" y="13390"/>
                    <a:pt x="17337" y="13186"/>
                    <a:pt x="17337" y="12942"/>
                  </a:cubicBezTo>
                  <a:cubicBezTo>
                    <a:pt x="17337" y="12698"/>
                    <a:pt x="17133" y="12494"/>
                    <a:pt x="16889" y="12494"/>
                  </a:cubicBezTo>
                  <a:close/>
                  <a:moveTo>
                    <a:pt x="18232" y="12494"/>
                  </a:moveTo>
                  <a:cubicBezTo>
                    <a:pt x="17988" y="12494"/>
                    <a:pt x="17785" y="12698"/>
                    <a:pt x="17785" y="12942"/>
                  </a:cubicBezTo>
                  <a:cubicBezTo>
                    <a:pt x="17785" y="13186"/>
                    <a:pt x="17988" y="13390"/>
                    <a:pt x="18232" y="13390"/>
                  </a:cubicBezTo>
                  <a:cubicBezTo>
                    <a:pt x="18476" y="13390"/>
                    <a:pt x="18680" y="13186"/>
                    <a:pt x="18680" y="12942"/>
                  </a:cubicBezTo>
                  <a:cubicBezTo>
                    <a:pt x="18680" y="12698"/>
                    <a:pt x="18476" y="12494"/>
                    <a:pt x="18232" y="12494"/>
                  </a:cubicBezTo>
                  <a:close/>
                  <a:moveTo>
                    <a:pt x="19575" y="12494"/>
                  </a:moveTo>
                  <a:cubicBezTo>
                    <a:pt x="19331" y="12494"/>
                    <a:pt x="19128" y="12698"/>
                    <a:pt x="19128" y="12942"/>
                  </a:cubicBezTo>
                  <a:cubicBezTo>
                    <a:pt x="19128" y="13186"/>
                    <a:pt x="19331" y="13390"/>
                    <a:pt x="19575" y="13390"/>
                  </a:cubicBezTo>
                  <a:cubicBezTo>
                    <a:pt x="19819" y="13390"/>
                    <a:pt x="20023" y="13186"/>
                    <a:pt x="20023" y="12942"/>
                  </a:cubicBezTo>
                  <a:cubicBezTo>
                    <a:pt x="20023" y="12698"/>
                    <a:pt x="19819" y="12494"/>
                    <a:pt x="19575" y="12494"/>
                  </a:cubicBezTo>
                  <a:close/>
                  <a:moveTo>
                    <a:pt x="20918" y="12494"/>
                  </a:moveTo>
                  <a:cubicBezTo>
                    <a:pt x="20674" y="12494"/>
                    <a:pt x="20471" y="12698"/>
                    <a:pt x="20471" y="12942"/>
                  </a:cubicBezTo>
                  <a:cubicBezTo>
                    <a:pt x="20471" y="13186"/>
                    <a:pt x="20674" y="13390"/>
                    <a:pt x="20918" y="13390"/>
                  </a:cubicBezTo>
                  <a:cubicBezTo>
                    <a:pt x="21162" y="13390"/>
                    <a:pt x="21366" y="13186"/>
                    <a:pt x="21366" y="12942"/>
                  </a:cubicBezTo>
                  <a:cubicBezTo>
                    <a:pt x="21366" y="12698"/>
                    <a:pt x="21162" y="12494"/>
                    <a:pt x="20918" y="12494"/>
                  </a:cubicBezTo>
                  <a:close/>
                  <a:moveTo>
                    <a:pt x="366" y="12657"/>
                  </a:moveTo>
                  <a:cubicBezTo>
                    <a:pt x="163" y="12657"/>
                    <a:pt x="0" y="12820"/>
                    <a:pt x="0" y="13064"/>
                  </a:cubicBezTo>
                  <a:cubicBezTo>
                    <a:pt x="0" y="13268"/>
                    <a:pt x="163" y="13430"/>
                    <a:pt x="366" y="13430"/>
                  </a:cubicBezTo>
                  <a:lnTo>
                    <a:pt x="1953" y="13430"/>
                  </a:lnTo>
                  <a:cubicBezTo>
                    <a:pt x="2157" y="13430"/>
                    <a:pt x="2320" y="13268"/>
                    <a:pt x="2320" y="13064"/>
                  </a:cubicBezTo>
                  <a:cubicBezTo>
                    <a:pt x="2320" y="12820"/>
                    <a:pt x="2157" y="12657"/>
                    <a:pt x="1953" y="12657"/>
                  </a:cubicBezTo>
                  <a:close/>
                  <a:moveTo>
                    <a:pt x="8628" y="12657"/>
                  </a:moveTo>
                  <a:cubicBezTo>
                    <a:pt x="8424" y="12657"/>
                    <a:pt x="8262" y="12820"/>
                    <a:pt x="8262" y="13064"/>
                  </a:cubicBezTo>
                  <a:cubicBezTo>
                    <a:pt x="8262" y="13268"/>
                    <a:pt x="8424" y="13430"/>
                    <a:pt x="8628" y="13430"/>
                  </a:cubicBezTo>
                  <a:lnTo>
                    <a:pt x="12779" y="13430"/>
                  </a:lnTo>
                  <a:cubicBezTo>
                    <a:pt x="12982" y="13430"/>
                    <a:pt x="13145" y="13268"/>
                    <a:pt x="13145" y="13064"/>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1799;p35">
              <a:extLst>
                <a:ext uri="{FF2B5EF4-FFF2-40B4-BE49-F238E27FC236}">
                  <a16:creationId xmlns:a16="http://schemas.microsoft.com/office/drawing/2014/main" id="{57030DE8-C1C9-1079-401A-D5F3D0D21F80}"/>
                </a:ext>
              </a:extLst>
            </p:cNvPr>
            <p:cNvSpPr/>
            <p:nvPr/>
          </p:nvSpPr>
          <p:spPr>
            <a:xfrm>
              <a:off x="5110250" y="2953625"/>
              <a:ext cx="534175" cy="335775"/>
            </a:xfrm>
            <a:custGeom>
              <a:avLst/>
              <a:gdLst/>
              <a:ahLst/>
              <a:cxnLst/>
              <a:rect l="l" t="t" r="r" b="b"/>
              <a:pathLst>
                <a:path w="21367" h="13431" extrusionOk="0">
                  <a:moveTo>
                    <a:pt x="367" y="82"/>
                  </a:moveTo>
                  <a:cubicBezTo>
                    <a:pt x="163" y="82"/>
                    <a:pt x="0" y="245"/>
                    <a:pt x="0" y="489"/>
                  </a:cubicBezTo>
                  <a:cubicBezTo>
                    <a:pt x="0" y="693"/>
                    <a:pt x="163" y="856"/>
                    <a:pt x="367" y="856"/>
                  </a:cubicBezTo>
                  <a:lnTo>
                    <a:pt x="1954" y="856"/>
                  </a:lnTo>
                  <a:cubicBezTo>
                    <a:pt x="2157" y="856"/>
                    <a:pt x="2361" y="693"/>
                    <a:pt x="2361" y="489"/>
                  </a:cubicBezTo>
                  <a:cubicBezTo>
                    <a:pt x="2361" y="245"/>
                    <a:pt x="2157" y="82"/>
                    <a:pt x="1954" y="82"/>
                  </a:cubicBezTo>
                  <a:close/>
                  <a:moveTo>
                    <a:pt x="3704" y="82"/>
                  </a:moveTo>
                  <a:cubicBezTo>
                    <a:pt x="3500" y="82"/>
                    <a:pt x="3338" y="245"/>
                    <a:pt x="3338" y="489"/>
                  </a:cubicBezTo>
                  <a:cubicBezTo>
                    <a:pt x="3338" y="693"/>
                    <a:pt x="3500" y="856"/>
                    <a:pt x="3704" y="856"/>
                  </a:cubicBezTo>
                  <a:lnTo>
                    <a:pt x="7814" y="856"/>
                  </a:lnTo>
                  <a:cubicBezTo>
                    <a:pt x="8058" y="856"/>
                    <a:pt x="8221" y="693"/>
                    <a:pt x="8221" y="489"/>
                  </a:cubicBezTo>
                  <a:cubicBezTo>
                    <a:pt x="8221" y="245"/>
                    <a:pt x="8058" y="82"/>
                    <a:pt x="7814" y="82"/>
                  </a:cubicBezTo>
                  <a:close/>
                  <a:moveTo>
                    <a:pt x="9605" y="1"/>
                  </a:moveTo>
                  <a:cubicBezTo>
                    <a:pt x="9361" y="1"/>
                    <a:pt x="9157" y="204"/>
                    <a:pt x="9157" y="489"/>
                  </a:cubicBezTo>
                  <a:cubicBezTo>
                    <a:pt x="9157" y="733"/>
                    <a:pt x="9361" y="937"/>
                    <a:pt x="9605" y="937"/>
                  </a:cubicBezTo>
                  <a:cubicBezTo>
                    <a:pt x="9849" y="937"/>
                    <a:pt x="10053" y="733"/>
                    <a:pt x="10053" y="489"/>
                  </a:cubicBezTo>
                  <a:cubicBezTo>
                    <a:pt x="10053" y="204"/>
                    <a:pt x="9849" y="1"/>
                    <a:pt x="9605" y="1"/>
                  </a:cubicBezTo>
                  <a:close/>
                  <a:moveTo>
                    <a:pt x="10948" y="1"/>
                  </a:moveTo>
                  <a:cubicBezTo>
                    <a:pt x="10704" y="1"/>
                    <a:pt x="10500" y="204"/>
                    <a:pt x="10500" y="489"/>
                  </a:cubicBezTo>
                  <a:cubicBezTo>
                    <a:pt x="10500" y="733"/>
                    <a:pt x="10704" y="937"/>
                    <a:pt x="10948" y="937"/>
                  </a:cubicBezTo>
                  <a:cubicBezTo>
                    <a:pt x="11192" y="937"/>
                    <a:pt x="11396" y="733"/>
                    <a:pt x="11396" y="489"/>
                  </a:cubicBezTo>
                  <a:cubicBezTo>
                    <a:pt x="11396" y="204"/>
                    <a:pt x="11192" y="1"/>
                    <a:pt x="10948" y="1"/>
                  </a:cubicBezTo>
                  <a:close/>
                  <a:moveTo>
                    <a:pt x="12291" y="1"/>
                  </a:moveTo>
                  <a:cubicBezTo>
                    <a:pt x="12047" y="1"/>
                    <a:pt x="11843" y="204"/>
                    <a:pt x="11843" y="489"/>
                  </a:cubicBezTo>
                  <a:cubicBezTo>
                    <a:pt x="11843" y="733"/>
                    <a:pt x="12047" y="937"/>
                    <a:pt x="12291" y="937"/>
                  </a:cubicBezTo>
                  <a:cubicBezTo>
                    <a:pt x="12535" y="937"/>
                    <a:pt x="12739" y="733"/>
                    <a:pt x="12739" y="489"/>
                  </a:cubicBezTo>
                  <a:cubicBezTo>
                    <a:pt x="12739" y="204"/>
                    <a:pt x="12535" y="1"/>
                    <a:pt x="12291" y="1"/>
                  </a:cubicBezTo>
                  <a:close/>
                  <a:moveTo>
                    <a:pt x="13634" y="1"/>
                  </a:moveTo>
                  <a:cubicBezTo>
                    <a:pt x="13390" y="1"/>
                    <a:pt x="13186" y="204"/>
                    <a:pt x="13186" y="489"/>
                  </a:cubicBezTo>
                  <a:cubicBezTo>
                    <a:pt x="13186" y="733"/>
                    <a:pt x="13390" y="937"/>
                    <a:pt x="13634" y="937"/>
                  </a:cubicBezTo>
                  <a:cubicBezTo>
                    <a:pt x="13878" y="937"/>
                    <a:pt x="14082" y="733"/>
                    <a:pt x="14082" y="489"/>
                  </a:cubicBezTo>
                  <a:cubicBezTo>
                    <a:pt x="14082" y="204"/>
                    <a:pt x="13878" y="1"/>
                    <a:pt x="13634" y="1"/>
                  </a:cubicBezTo>
                  <a:close/>
                  <a:moveTo>
                    <a:pt x="14977" y="1"/>
                  </a:moveTo>
                  <a:cubicBezTo>
                    <a:pt x="14733" y="1"/>
                    <a:pt x="14529" y="204"/>
                    <a:pt x="14529" y="489"/>
                  </a:cubicBezTo>
                  <a:cubicBezTo>
                    <a:pt x="14529" y="733"/>
                    <a:pt x="14733" y="937"/>
                    <a:pt x="14977" y="937"/>
                  </a:cubicBezTo>
                  <a:cubicBezTo>
                    <a:pt x="15221" y="937"/>
                    <a:pt x="15425" y="733"/>
                    <a:pt x="15425" y="489"/>
                  </a:cubicBezTo>
                  <a:cubicBezTo>
                    <a:pt x="15425" y="204"/>
                    <a:pt x="15221" y="1"/>
                    <a:pt x="14977" y="1"/>
                  </a:cubicBezTo>
                  <a:close/>
                  <a:moveTo>
                    <a:pt x="16320" y="1"/>
                  </a:moveTo>
                  <a:cubicBezTo>
                    <a:pt x="16076" y="1"/>
                    <a:pt x="15872" y="204"/>
                    <a:pt x="15872" y="489"/>
                  </a:cubicBezTo>
                  <a:cubicBezTo>
                    <a:pt x="15872" y="733"/>
                    <a:pt x="16076" y="937"/>
                    <a:pt x="16320" y="937"/>
                  </a:cubicBezTo>
                  <a:cubicBezTo>
                    <a:pt x="16564" y="937"/>
                    <a:pt x="16768" y="733"/>
                    <a:pt x="16768" y="489"/>
                  </a:cubicBezTo>
                  <a:cubicBezTo>
                    <a:pt x="16768" y="204"/>
                    <a:pt x="16564" y="1"/>
                    <a:pt x="16320" y="1"/>
                  </a:cubicBezTo>
                  <a:close/>
                  <a:moveTo>
                    <a:pt x="367" y="1873"/>
                  </a:moveTo>
                  <a:cubicBezTo>
                    <a:pt x="163" y="1873"/>
                    <a:pt x="0" y="2036"/>
                    <a:pt x="0" y="2280"/>
                  </a:cubicBezTo>
                  <a:cubicBezTo>
                    <a:pt x="0" y="2483"/>
                    <a:pt x="163" y="2646"/>
                    <a:pt x="367" y="2646"/>
                  </a:cubicBezTo>
                  <a:lnTo>
                    <a:pt x="1954" y="2646"/>
                  </a:lnTo>
                  <a:cubicBezTo>
                    <a:pt x="2157" y="2646"/>
                    <a:pt x="2361" y="2483"/>
                    <a:pt x="2361" y="2280"/>
                  </a:cubicBezTo>
                  <a:cubicBezTo>
                    <a:pt x="2361" y="2036"/>
                    <a:pt x="2157" y="1873"/>
                    <a:pt x="1954" y="1873"/>
                  </a:cubicBezTo>
                  <a:close/>
                  <a:moveTo>
                    <a:pt x="3704" y="1873"/>
                  </a:moveTo>
                  <a:cubicBezTo>
                    <a:pt x="3500" y="1873"/>
                    <a:pt x="3338" y="2036"/>
                    <a:pt x="3338" y="2280"/>
                  </a:cubicBezTo>
                  <a:cubicBezTo>
                    <a:pt x="3338" y="2483"/>
                    <a:pt x="3500" y="2646"/>
                    <a:pt x="3704" y="2646"/>
                  </a:cubicBezTo>
                  <a:lnTo>
                    <a:pt x="7814" y="2646"/>
                  </a:lnTo>
                  <a:cubicBezTo>
                    <a:pt x="8058" y="2646"/>
                    <a:pt x="8221" y="2483"/>
                    <a:pt x="8221" y="2280"/>
                  </a:cubicBezTo>
                  <a:cubicBezTo>
                    <a:pt x="8221" y="2036"/>
                    <a:pt x="8058" y="1873"/>
                    <a:pt x="7814" y="1873"/>
                  </a:cubicBezTo>
                  <a:close/>
                  <a:moveTo>
                    <a:pt x="367" y="3664"/>
                  </a:moveTo>
                  <a:cubicBezTo>
                    <a:pt x="163" y="3664"/>
                    <a:pt x="0" y="3867"/>
                    <a:pt x="0" y="4071"/>
                  </a:cubicBezTo>
                  <a:cubicBezTo>
                    <a:pt x="0" y="4274"/>
                    <a:pt x="163" y="4437"/>
                    <a:pt x="367" y="4437"/>
                  </a:cubicBezTo>
                  <a:lnTo>
                    <a:pt x="1954" y="4437"/>
                  </a:lnTo>
                  <a:cubicBezTo>
                    <a:pt x="2157" y="4437"/>
                    <a:pt x="2361" y="4274"/>
                    <a:pt x="2361" y="4071"/>
                  </a:cubicBezTo>
                  <a:cubicBezTo>
                    <a:pt x="2361" y="3867"/>
                    <a:pt x="2157" y="3664"/>
                    <a:pt x="1954" y="3664"/>
                  </a:cubicBezTo>
                  <a:close/>
                  <a:moveTo>
                    <a:pt x="3704" y="3664"/>
                  </a:moveTo>
                  <a:cubicBezTo>
                    <a:pt x="3500" y="3664"/>
                    <a:pt x="3338" y="3867"/>
                    <a:pt x="3338" y="4071"/>
                  </a:cubicBezTo>
                  <a:cubicBezTo>
                    <a:pt x="3338" y="4274"/>
                    <a:pt x="3500" y="4437"/>
                    <a:pt x="3704" y="4437"/>
                  </a:cubicBezTo>
                  <a:lnTo>
                    <a:pt x="7814" y="4437"/>
                  </a:lnTo>
                  <a:cubicBezTo>
                    <a:pt x="8058" y="4437"/>
                    <a:pt x="8221" y="4274"/>
                    <a:pt x="8221" y="4071"/>
                  </a:cubicBezTo>
                  <a:cubicBezTo>
                    <a:pt x="8221" y="3867"/>
                    <a:pt x="8058" y="3664"/>
                    <a:pt x="7814" y="3664"/>
                  </a:cubicBezTo>
                  <a:close/>
                  <a:moveTo>
                    <a:pt x="9605" y="3623"/>
                  </a:moveTo>
                  <a:cubicBezTo>
                    <a:pt x="9361" y="3623"/>
                    <a:pt x="9157" y="3826"/>
                    <a:pt x="9157" y="4071"/>
                  </a:cubicBezTo>
                  <a:cubicBezTo>
                    <a:pt x="9157" y="4315"/>
                    <a:pt x="9361" y="4518"/>
                    <a:pt x="9605" y="4518"/>
                  </a:cubicBezTo>
                  <a:cubicBezTo>
                    <a:pt x="9849" y="4518"/>
                    <a:pt x="10053" y="4315"/>
                    <a:pt x="10053" y="4071"/>
                  </a:cubicBezTo>
                  <a:cubicBezTo>
                    <a:pt x="10053" y="3826"/>
                    <a:pt x="9849" y="3623"/>
                    <a:pt x="9605" y="3623"/>
                  </a:cubicBezTo>
                  <a:close/>
                  <a:moveTo>
                    <a:pt x="10948" y="3623"/>
                  </a:moveTo>
                  <a:cubicBezTo>
                    <a:pt x="10704" y="3623"/>
                    <a:pt x="10500" y="3826"/>
                    <a:pt x="10500" y="4071"/>
                  </a:cubicBezTo>
                  <a:cubicBezTo>
                    <a:pt x="10500"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3" y="3826"/>
                    <a:pt x="11843" y="4071"/>
                  </a:cubicBezTo>
                  <a:cubicBezTo>
                    <a:pt x="11843"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6" y="3826"/>
                    <a:pt x="13186" y="4071"/>
                  </a:cubicBezTo>
                  <a:cubicBezTo>
                    <a:pt x="13186"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29" y="3826"/>
                    <a:pt x="14529" y="4071"/>
                  </a:cubicBezTo>
                  <a:cubicBezTo>
                    <a:pt x="14529"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2" y="3826"/>
                    <a:pt x="15872" y="4071"/>
                  </a:cubicBezTo>
                  <a:cubicBezTo>
                    <a:pt x="15872" y="4315"/>
                    <a:pt x="16076" y="4518"/>
                    <a:pt x="16320" y="4518"/>
                  </a:cubicBezTo>
                  <a:cubicBezTo>
                    <a:pt x="16564" y="4518"/>
                    <a:pt x="16768" y="4315"/>
                    <a:pt x="16768" y="4071"/>
                  </a:cubicBezTo>
                  <a:cubicBezTo>
                    <a:pt x="16768" y="3826"/>
                    <a:pt x="16564" y="3623"/>
                    <a:pt x="16320" y="3623"/>
                  </a:cubicBezTo>
                  <a:close/>
                  <a:moveTo>
                    <a:pt x="367" y="5454"/>
                  </a:moveTo>
                  <a:cubicBezTo>
                    <a:pt x="163" y="5454"/>
                    <a:pt x="0" y="5658"/>
                    <a:pt x="0" y="5861"/>
                  </a:cubicBezTo>
                  <a:cubicBezTo>
                    <a:pt x="0" y="6065"/>
                    <a:pt x="163" y="6228"/>
                    <a:pt x="367" y="6228"/>
                  </a:cubicBezTo>
                  <a:lnTo>
                    <a:pt x="1954" y="6228"/>
                  </a:lnTo>
                  <a:cubicBezTo>
                    <a:pt x="2157" y="6228"/>
                    <a:pt x="2361" y="6065"/>
                    <a:pt x="2361" y="5861"/>
                  </a:cubicBezTo>
                  <a:cubicBezTo>
                    <a:pt x="2361" y="5658"/>
                    <a:pt x="2157" y="5454"/>
                    <a:pt x="1954" y="5454"/>
                  </a:cubicBezTo>
                  <a:close/>
                  <a:moveTo>
                    <a:pt x="3704" y="5454"/>
                  </a:moveTo>
                  <a:cubicBezTo>
                    <a:pt x="3500" y="5454"/>
                    <a:pt x="3338" y="5658"/>
                    <a:pt x="3338" y="5861"/>
                  </a:cubicBezTo>
                  <a:cubicBezTo>
                    <a:pt x="3338" y="6065"/>
                    <a:pt x="3500" y="6228"/>
                    <a:pt x="3704" y="6228"/>
                  </a:cubicBezTo>
                  <a:lnTo>
                    <a:pt x="7814" y="6228"/>
                  </a:lnTo>
                  <a:cubicBezTo>
                    <a:pt x="8058" y="6228"/>
                    <a:pt x="8221" y="6065"/>
                    <a:pt x="8221" y="5861"/>
                  </a:cubicBezTo>
                  <a:cubicBezTo>
                    <a:pt x="8221" y="5658"/>
                    <a:pt x="8058" y="5454"/>
                    <a:pt x="7814" y="5454"/>
                  </a:cubicBezTo>
                  <a:close/>
                  <a:moveTo>
                    <a:pt x="367" y="7286"/>
                  </a:moveTo>
                  <a:cubicBezTo>
                    <a:pt x="163" y="7286"/>
                    <a:pt x="0" y="7448"/>
                    <a:pt x="0" y="7652"/>
                  </a:cubicBezTo>
                  <a:cubicBezTo>
                    <a:pt x="0" y="7855"/>
                    <a:pt x="163" y="8059"/>
                    <a:pt x="367" y="8059"/>
                  </a:cubicBezTo>
                  <a:lnTo>
                    <a:pt x="1954" y="8059"/>
                  </a:lnTo>
                  <a:cubicBezTo>
                    <a:pt x="2157" y="8059"/>
                    <a:pt x="2361" y="7855"/>
                    <a:pt x="2361" y="7652"/>
                  </a:cubicBezTo>
                  <a:cubicBezTo>
                    <a:pt x="2361" y="7448"/>
                    <a:pt x="2157" y="7286"/>
                    <a:pt x="1954" y="7286"/>
                  </a:cubicBezTo>
                  <a:close/>
                  <a:moveTo>
                    <a:pt x="3704" y="7286"/>
                  </a:moveTo>
                  <a:cubicBezTo>
                    <a:pt x="3500" y="7286"/>
                    <a:pt x="3338" y="7448"/>
                    <a:pt x="3338" y="7652"/>
                  </a:cubicBezTo>
                  <a:cubicBezTo>
                    <a:pt x="3338" y="7855"/>
                    <a:pt x="3500" y="8059"/>
                    <a:pt x="3704" y="8059"/>
                  </a:cubicBezTo>
                  <a:lnTo>
                    <a:pt x="7814" y="8059"/>
                  </a:lnTo>
                  <a:cubicBezTo>
                    <a:pt x="8058" y="8059"/>
                    <a:pt x="8221" y="7855"/>
                    <a:pt x="8221" y="7652"/>
                  </a:cubicBezTo>
                  <a:cubicBezTo>
                    <a:pt x="8221" y="7448"/>
                    <a:pt x="8058" y="7286"/>
                    <a:pt x="7814" y="7286"/>
                  </a:cubicBezTo>
                  <a:close/>
                  <a:moveTo>
                    <a:pt x="14204" y="8791"/>
                  </a:moveTo>
                  <a:cubicBezTo>
                    <a:pt x="13959" y="8791"/>
                    <a:pt x="13756" y="8995"/>
                    <a:pt x="13756" y="9239"/>
                  </a:cubicBezTo>
                  <a:cubicBezTo>
                    <a:pt x="13756" y="9483"/>
                    <a:pt x="13959" y="9687"/>
                    <a:pt x="14204" y="9687"/>
                  </a:cubicBezTo>
                  <a:cubicBezTo>
                    <a:pt x="14448" y="9687"/>
                    <a:pt x="14651" y="9483"/>
                    <a:pt x="14651" y="9239"/>
                  </a:cubicBezTo>
                  <a:cubicBezTo>
                    <a:pt x="14651" y="8995"/>
                    <a:pt x="14448" y="8791"/>
                    <a:pt x="14204" y="8791"/>
                  </a:cubicBezTo>
                  <a:close/>
                  <a:moveTo>
                    <a:pt x="15547" y="8791"/>
                  </a:moveTo>
                  <a:cubicBezTo>
                    <a:pt x="15302" y="8791"/>
                    <a:pt x="15099" y="8995"/>
                    <a:pt x="15099" y="9239"/>
                  </a:cubicBezTo>
                  <a:cubicBezTo>
                    <a:pt x="15099" y="9483"/>
                    <a:pt x="15302" y="9687"/>
                    <a:pt x="15547" y="9687"/>
                  </a:cubicBezTo>
                  <a:cubicBezTo>
                    <a:pt x="15791" y="9687"/>
                    <a:pt x="15994" y="9483"/>
                    <a:pt x="15994" y="9239"/>
                  </a:cubicBezTo>
                  <a:cubicBezTo>
                    <a:pt x="15994" y="8995"/>
                    <a:pt x="15791" y="8791"/>
                    <a:pt x="15547" y="8791"/>
                  </a:cubicBezTo>
                  <a:close/>
                  <a:moveTo>
                    <a:pt x="16890" y="8791"/>
                  </a:moveTo>
                  <a:cubicBezTo>
                    <a:pt x="16645" y="8791"/>
                    <a:pt x="16442" y="8995"/>
                    <a:pt x="16442" y="9239"/>
                  </a:cubicBezTo>
                  <a:cubicBezTo>
                    <a:pt x="16442" y="9483"/>
                    <a:pt x="16645" y="9687"/>
                    <a:pt x="16890" y="9687"/>
                  </a:cubicBezTo>
                  <a:cubicBezTo>
                    <a:pt x="17134" y="9687"/>
                    <a:pt x="17337" y="9483"/>
                    <a:pt x="17337" y="9239"/>
                  </a:cubicBezTo>
                  <a:cubicBezTo>
                    <a:pt x="17337" y="8995"/>
                    <a:pt x="17134" y="8791"/>
                    <a:pt x="16890" y="8791"/>
                  </a:cubicBezTo>
                  <a:close/>
                  <a:moveTo>
                    <a:pt x="18233" y="8791"/>
                  </a:moveTo>
                  <a:cubicBezTo>
                    <a:pt x="17988" y="8791"/>
                    <a:pt x="17785" y="8995"/>
                    <a:pt x="17785" y="9239"/>
                  </a:cubicBezTo>
                  <a:cubicBezTo>
                    <a:pt x="17785" y="9483"/>
                    <a:pt x="17988" y="9687"/>
                    <a:pt x="18233" y="9687"/>
                  </a:cubicBezTo>
                  <a:cubicBezTo>
                    <a:pt x="18477" y="9687"/>
                    <a:pt x="18680" y="9483"/>
                    <a:pt x="18680" y="9239"/>
                  </a:cubicBezTo>
                  <a:cubicBezTo>
                    <a:pt x="18680" y="8995"/>
                    <a:pt x="18477" y="8791"/>
                    <a:pt x="18233" y="8791"/>
                  </a:cubicBezTo>
                  <a:close/>
                  <a:moveTo>
                    <a:pt x="19576" y="8791"/>
                  </a:moveTo>
                  <a:cubicBezTo>
                    <a:pt x="19331" y="8791"/>
                    <a:pt x="19128" y="8995"/>
                    <a:pt x="19128" y="9239"/>
                  </a:cubicBezTo>
                  <a:cubicBezTo>
                    <a:pt x="19128" y="9483"/>
                    <a:pt x="19331" y="9687"/>
                    <a:pt x="19576" y="9687"/>
                  </a:cubicBezTo>
                  <a:cubicBezTo>
                    <a:pt x="19820" y="9687"/>
                    <a:pt x="20023" y="9483"/>
                    <a:pt x="20023" y="9239"/>
                  </a:cubicBezTo>
                  <a:cubicBezTo>
                    <a:pt x="20023" y="8995"/>
                    <a:pt x="19820" y="8791"/>
                    <a:pt x="19576" y="8791"/>
                  </a:cubicBezTo>
                  <a:close/>
                  <a:moveTo>
                    <a:pt x="20919" y="8791"/>
                  </a:moveTo>
                  <a:cubicBezTo>
                    <a:pt x="20674" y="8791"/>
                    <a:pt x="20471" y="8995"/>
                    <a:pt x="20471" y="9239"/>
                  </a:cubicBezTo>
                  <a:cubicBezTo>
                    <a:pt x="20471" y="9483"/>
                    <a:pt x="20674" y="9687"/>
                    <a:pt x="20919" y="9687"/>
                  </a:cubicBezTo>
                  <a:cubicBezTo>
                    <a:pt x="21163" y="9687"/>
                    <a:pt x="21366" y="9483"/>
                    <a:pt x="21366" y="9239"/>
                  </a:cubicBezTo>
                  <a:cubicBezTo>
                    <a:pt x="21366" y="8995"/>
                    <a:pt x="21163" y="8791"/>
                    <a:pt x="20919" y="8791"/>
                  </a:cubicBezTo>
                  <a:close/>
                  <a:moveTo>
                    <a:pt x="367" y="9076"/>
                  </a:moveTo>
                  <a:cubicBezTo>
                    <a:pt x="163" y="9076"/>
                    <a:pt x="0" y="9239"/>
                    <a:pt x="0" y="9443"/>
                  </a:cubicBezTo>
                  <a:cubicBezTo>
                    <a:pt x="0" y="9646"/>
                    <a:pt x="163" y="9850"/>
                    <a:pt x="367" y="9850"/>
                  </a:cubicBezTo>
                  <a:lnTo>
                    <a:pt x="1954" y="9850"/>
                  </a:lnTo>
                  <a:cubicBezTo>
                    <a:pt x="2157" y="9850"/>
                    <a:pt x="2361" y="9646"/>
                    <a:pt x="2361" y="9443"/>
                  </a:cubicBezTo>
                  <a:cubicBezTo>
                    <a:pt x="2361" y="9239"/>
                    <a:pt x="2157" y="9076"/>
                    <a:pt x="1954" y="9076"/>
                  </a:cubicBezTo>
                  <a:close/>
                  <a:moveTo>
                    <a:pt x="8628" y="9076"/>
                  </a:moveTo>
                  <a:cubicBezTo>
                    <a:pt x="8425" y="9076"/>
                    <a:pt x="8262" y="9239"/>
                    <a:pt x="8262" y="9443"/>
                  </a:cubicBezTo>
                  <a:cubicBezTo>
                    <a:pt x="8262" y="9646"/>
                    <a:pt x="8425" y="9850"/>
                    <a:pt x="8628" y="9850"/>
                  </a:cubicBezTo>
                  <a:lnTo>
                    <a:pt x="12779" y="9850"/>
                  </a:lnTo>
                  <a:cubicBezTo>
                    <a:pt x="12983" y="9850"/>
                    <a:pt x="13146" y="9646"/>
                    <a:pt x="13146" y="9443"/>
                  </a:cubicBezTo>
                  <a:cubicBezTo>
                    <a:pt x="13146" y="9239"/>
                    <a:pt x="12983" y="9076"/>
                    <a:pt x="12779" y="9076"/>
                  </a:cubicBezTo>
                  <a:close/>
                  <a:moveTo>
                    <a:pt x="367" y="10867"/>
                  </a:moveTo>
                  <a:cubicBezTo>
                    <a:pt x="163" y="10867"/>
                    <a:pt x="0" y="11030"/>
                    <a:pt x="0" y="11233"/>
                  </a:cubicBezTo>
                  <a:cubicBezTo>
                    <a:pt x="0" y="11478"/>
                    <a:pt x="163" y="11640"/>
                    <a:pt x="367" y="11640"/>
                  </a:cubicBezTo>
                  <a:lnTo>
                    <a:pt x="1954" y="11640"/>
                  </a:lnTo>
                  <a:cubicBezTo>
                    <a:pt x="2157" y="11640"/>
                    <a:pt x="2361" y="11478"/>
                    <a:pt x="2361" y="11233"/>
                  </a:cubicBezTo>
                  <a:cubicBezTo>
                    <a:pt x="2361" y="11030"/>
                    <a:pt x="2157" y="10867"/>
                    <a:pt x="1954" y="10867"/>
                  </a:cubicBezTo>
                  <a:close/>
                  <a:moveTo>
                    <a:pt x="8628" y="10867"/>
                  </a:moveTo>
                  <a:cubicBezTo>
                    <a:pt x="8425" y="10867"/>
                    <a:pt x="8262" y="11030"/>
                    <a:pt x="8262" y="11233"/>
                  </a:cubicBezTo>
                  <a:cubicBezTo>
                    <a:pt x="8262" y="11478"/>
                    <a:pt x="8425" y="11640"/>
                    <a:pt x="8628" y="11640"/>
                  </a:cubicBezTo>
                  <a:lnTo>
                    <a:pt x="12779" y="11640"/>
                  </a:lnTo>
                  <a:cubicBezTo>
                    <a:pt x="12983" y="11640"/>
                    <a:pt x="13146" y="11478"/>
                    <a:pt x="13146" y="11233"/>
                  </a:cubicBezTo>
                  <a:cubicBezTo>
                    <a:pt x="13146" y="11030"/>
                    <a:pt x="12983" y="10867"/>
                    <a:pt x="12779" y="10867"/>
                  </a:cubicBezTo>
                  <a:close/>
                  <a:moveTo>
                    <a:pt x="14204" y="12495"/>
                  </a:moveTo>
                  <a:cubicBezTo>
                    <a:pt x="13959" y="12495"/>
                    <a:pt x="13756" y="12698"/>
                    <a:pt x="13756" y="12943"/>
                  </a:cubicBezTo>
                  <a:cubicBezTo>
                    <a:pt x="13756" y="13187"/>
                    <a:pt x="13959" y="13390"/>
                    <a:pt x="14204" y="13390"/>
                  </a:cubicBezTo>
                  <a:cubicBezTo>
                    <a:pt x="14448" y="13390"/>
                    <a:pt x="14651" y="13187"/>
                    <a:pt x="14651" y="12943"/>
                  </a:cubicBezTo>
                  <a:cubicBezTo>
                    <a:pt x="14651" y="12698"/>
                    <a:pt x="14448" y="12495"/>
                    <a:pt x="14204" y="12495"/>
                  </a:cubicBezTo>
                  <a:close/>
                  <a:moveTo>
                    <a:pt x="15547" y="12495"/>
                  </a:moveTo>
                  <a:cubicBezTo>
                    <a:pt x="15302" y="12495"/>
                    <a:pt x="15099" y="12698"/>
                    <a:pt x="15099" y="12943"/>
                  </a:cubicBezTo>
                  <a:cubicBezTo>
                    <a:pt x="15099" y="13187"/>
                    <a:pt x="15302" y="13390"/>
                    <a:pt x="15547" y="13390"/>
                  </a:cubicBezTo>
                  <a:cubicBezTo>
                    <a:pt x="15791" y="13390"/>
                    <a:pt x="15994" y="13187"/>
                    <a:pt x="15994" y="12943"/>
                  </a:cubicBezTo>
                  <a:cubicBezTo>
                    <a:pt x="15994" y="12698"/>
                    <a:pt x="15791" y="12495"/>
                    <a:pt x="15547" y="12495"/>
                  </a:cubicBezTo>
                  <a:close/>
                  <a:moveTo>
                    <a:pt x="16890" y="12495"/>
                  </a:moveTo>
                  <a:cubicBezTo>
                    <a:pt x="16645" y="12495"/>
                    <a:pt x="16442" y="12698"/>
                    <a:pt x="16442" y="12943"/>
                  </a:cubicBezTo>
                  <a:cubicBezTo>
                    <a:pt x="16442" y="13187"/>
                    <a:pt x="16645" y="13390"/>
                    <a:pt x="16890" y="13390"/>
                  </a:cubicBezTo>
                  <a:cubicBezTo>
                    <a:pt x="17134" y="13390"/>
                    <a:pt x="17337" y="13187"/>
                    <a:pt x="17337" y="12943"/>
                  </a:cubicBezTo>
                  <a:cubicBezTo>
                    <a:pt x="17337" y="12698"/>
                    <a:pt x="17134" y="12495"/>
                    <a:pt x="16890" y="12495"/>
                  </a:cubicBezTo>
                  <a:close/>
                  <a:moveTo>
                    <a:pt x="18233" y="12495"/>
                  </a:moveTo>
                  <a:cubicBezTo>
                    <a:pt x="17988" y="12495"/>
                    <a:pt x="17785" y="12698"/>
                    <a:pt x="17785" y="12943"/>
                  </a:cubicBezTo>
                  <a:cubicBezTo>
                    <a:pt x="17785" y="13187"/>
                    <a:pt x="17988" y="13390"/>
                    <a:pt x="18233" y="13390"/>
                  </a:cubicBezTo>
                  <a:cubicBezTo>
                    <a:pt x="18477" y="13390"/>
                    <a:pt x="18680" y="13187"/>
                    <a:pt x="18680" y="12943"/>
                  </a:cubicBezTo>
                  <a:cubicBezTo>
                    <a:pt x="18680" y="12698"/>
                    <a:pt x="18477" y="12495"/>
                    <a:pt x="18233" y="12495"/>
                  </a:cubicBezTo>
                  <a:close/>
                  <a:moveTo>
                    <a:pt x="19576" y="12495"/>
                  </a:moveTo>
                  <a:cubicBezTo>
                    <a:pt x="19331" y="12495"/>
                    <a:pt x="19128" y="12698"/>
                    <a:pt x="19128" y="12943"/>
                  </a:cubicBezTo>
                  <a:cubicBezTo>
                    <a:pt x="19128" y="13187"/>
                    <a:pt x="19331" y="13390"/>
                    <a:pt x="19576" y="13390"/>
                  </a:cubicBezTo>
                  <a:cubicBezTo>
                    <a:pt x="19820" y="13390"/>
                    <a:pt x="20023" y="13187"/>
                    <a:pt x="20023" y="12943"/>
                  </a:cubicBezTo>
                  <a:cubicBezTo>
                    <a:pt x="20023" y="12698"/>
                    <a:pt x="19820" y="12495"/>
                    <a:pt x="19576" y="12495"/>
                  </a:cubicBezTo>
                  <a:close/>
                  <a:moveTo>
                    <a:pt x="20919" y="12495"/>
                  </a:moveTo>
                  <a:cubicBezTo>
                    <a:pt x="20674" y="12495"/>
                    <a:pt x="20471" y="12698"/>
                    <a:pt x="20471" y="12943"/>
                  </a:cubicBezTo>
                  <a:cubicBezTo>
                    <a:pt x="20471" y="13187"/>
                    <a:pt x="20674" y="13390"/>
                    <a:pt x="20919" y="13390"/>
                  </a:cubicBezTo>
                  <a:cubicBezTo>
                    <a:pt x="21163" y="13390"/>
                    <a:pt x="21366" y="13187"/>
                    <a:pt x="21366" y="12943"/>
                  </a:cubicBezTo>
                  <a:cubicBezTo>
                    <a:pt x="21366" y="12698"/>
                    <a:pt x="21163" y="12495"/>
                    <a:pt x="20919" y="12495"/>
                  </a:cubicBezTo>
                  <a:close/>
                  <a:moveTo>
                    <a:pt x="367" y="12658"/>
                  </a:moveTo>
                  <a:cubicBezTo>
                    <a:pt x="163" y="12658"/>
                    <a:pt x="0" y="12821"/>
                    <a:pt x="0" y="13065"/>
                  </a:cubicBezTo>
                  <a:cubicBezTo>
                    <a:pt x="0" y="13268"/>
                    <a:pt x="163" y="13431"/>
                    <a:pt x="367" y="13431"/>
                  </a:cubicBezTo>
                  <a:lnTo>
                    <a:pt x="1954" y="13431"/>
                  </a:lnTo>
                  <a:cubicBezTo>
                    <a:pt x="2157" y="13431"/>
                    <a:pt x="2361" y="13268"/>
                    <a:pt x="2361" y="13065"/>
                  </a:cubicBezTo>
                  <a:cubicBezTo>
                    <a:pt x="2361" y="12821"/>
                    <a:pt x="2157" y="12658"/>
                    <a:pt x="1954" y="12658"/>
                  </a:cubicBezTo>
                  <a:close/>
                  <a:moveTo>
                    <a:pt x="8628" y="12658"/>
                  </a:moveTo>
                  <a:cubicBezTo>
                    <a:pt x="8425" y="12658"/>
                    <a:pt x="8262" y="12821"/>
                    <a:pt x="8262" y="13065"/>
                  </a:cubicBezTo>
                  <a:cubicBezTo>
                    <a:pt x="8262" y="13268"/>
                    <a:pt x="8425" y="13431"/>
                    <a:pt x="8628" y="13431"/>
                  </a:cubicBezTo>
                  <a:lnTo>
                    <a:pt x="12779" y="13431"/>
                  </a:lnTo>
                  <a:cubicBezTo>
                    <a:pt x="12983" y="13431"/>
                    <a:pt x="13146" y="13268"/>
                    <a:pt x="13146" y="13065"/>
                  </a:cubicBezTo>
                  <a:cubicBezTo>
                    <a:pt x="13146" y="12821"/>
                    <a:pt x="12983"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1800;p35">
              <a:extLst>
                <a:ext uri="{FF2B5EF4-FFF2-40B4-BE49-F238E27FC236}">
                  <a16:creationId xmlns:a16="http://schemas.microsoft.com/office/drawing/2014/main" id="{6AA8C466-241E-D1EA-988C-A4EC5C96DEBA}"/>
                </a:ext>
              </a:extLst>
            </p:cNvPr>
            <p:cNvSpPr/>
            <p:nvPr/>
          </p:nvSpPr>
          <p:spPr>
            <a:xfrm>
              <a:off x="5110250" y="3321950"/>
              <a:ext cx="534175" cy="335775"/>
            </a:xfrm>
            <a:custGeom>
              <a:avLst/>
              <a:gdLst/>
              <a:ahLst/>
              <a:cxnLst/>
              <a:rect l="l" t="t" r="r" b="b"/>
              <a:pathLst>
                <a:path w="21367" h="13431" extrusionOk="0">
                  <a:moveTo>
                    <a:pt x="367" y="82"/>
                  </a:moveTo>
                  <a:cubicBezTo>
                    <a:pt x="163" y="82"/>
                    <a:pt x="0" y="244"/>
                    <a:pt x="0" y="448"/>
                  </a:cubicBezTo>
                  <a:cubicBezTo>
                    <a:pt x="0" y="692"/>
                    <a:pt x="163" y="855"/>
                    <a:pt x="367" y="855"/>
                  </a:cubicBezTo>
                  <a:lnTo>
                    <a:pt x="1954" y="855"/>
                  </a:lnTo>
                  <a:cubicBezTo>
                    <a:pt x="2157" y="855"/>
                    <a:pt x="2361" y="692"/>
                    <a:pt x="2361" y="448"/>
                  </a:cubicBezTo>
                  <a:cubicBezTo>
                    <a:pt x="2361" y="244"/>
                    <a:pt x="2157" y="82"/>
                    <a:pt x="1954" y="82"/>
                  </a:cubicBezTo>
                  <a:close/>
                  <a:moveTo>
                    <a:pt x="3704" y="82"/>
                  </a:moveTo>
                  <a:cubicBezTo>
                    <a:pt x="3500" y="82"/>
                    <a:pt x="3338" y="244"/>
                    <a:pt x="3338" y="448"/>
                  </a:cubicBezTo>
                  <a:cubicBezTo>
                    <a:pt x="3338" y="692"/>
                    <a:pt x="3500" y="855"/>
                    <a:pt x="3704" y="855"/>
                  </a:cubicBezTo>
                  <a:lnTo>
                    <a:pt x="7814" y="855"/>
                  </a:lnTo>
                  <a:cubicBezTo>
                    <a:pt x="8058" y="855"/>
                    <a:pt x="8221" y="692"/>
                    <a:pt x="8221" y="448"/>
                  </a:cubicBezTo>
                  <a:cubicBezTo>
                    <a:pt x="8221" y="244"/>
                    <a:pt x="8058" y="82"/>
                    <a:pt x="7814" y="82"/>
                  </a:cubicBezTo>
                  <a:close/>
                  <a:moveTo>
                    <a:pt x="9605" y="0"/>
                  </a:moveTo>
                  <a:cubicBezTo>
                    <a:pt x="9361" y="0"/>
                    <a:pt x="9157" y="204"/>
                    <a:pt x="9157" y="448"/>
                  </a:cubicBezTo>
                  <a:cubicBezTo>
                    <a:pt x="9157" y="692"/>
                    <a:pt x="9361" y="896"/>
                    <a:pt x="9605" y="896"/>
                  </a:cubicBezTo>
                  <a:cubicBezTo>
                    <a:pt x="9849" y="896"/>
                    <a:pt x="10053" y="692"/>
                    <a:pt x="10053" y="448"/>
                  </a:cubicBezTo>
                  <a:cubicBezTo>
                    <a:pt x="10053" y="204"/>
                    <a:pt x="9849" y="0"/>
                    <a:pt x="9605" y="0"/>
                  </a:cubicBezTo>
                  <a:close/>
                  <a:moveTo>
                    <a:pt x="10948" y="0"/>
                  </a:moveTo>
                  <a:cubicBezTo>
                    <a:pt x="10704" y="0"/>
                    <a:pt x="10500" y="204"/>
                    <a:pt x="10500" y="448"/>
                  </a:cubicBezTo>
                  <a:cubicBezTo>
                    <a:pt x="10500" y="692"/>
                    <a:pt x="10704" y="896"/>
                    <a:pt x="10948" y="896"/>
                  </a:cubicBezTo>
                  <a:cubicBezTo>
                    <a:pt x="11192" y="896"/>
                    <a:pt x="11396" y="692"/>
                    <a:pt x="11396" y="448"/>
                  </a:cubicBezTo>
                  <a:cubicBezTo>
                    <a:pt x="11396" y="204"/>
                    <a:pt x="11192" y="0"/>
                    <a:pt x="10948" y="0"/>
                  </a:cubicBezTo>
                  <a:close/>
                  <a:moveTo>
                    <a:pt x="12291" y="0"/>
                  </a:moveTo>
                  <a:cubicBezTo>
                    <a:pt x="12047" y="0"/>
                    <a:pt x="11843" y="204"/>
                    <a:pt x="11843" y="448"/>
                  </a:cubicBezTo>
                  <a:cubicBezTo>
                    <a:pt x="11843" y="692"/>
                    <a:pt x="12047" y="896"/>
                    <a:pt x="12291" y="896"/>
                  </a:cubicBezTo>
                  <a:cubicBezTo>
                    <a:pt x="12535" y="896"/>
                    <a:pt x="12739" y="692"/>
                    <a:pt x="12739" y="448"/>
                  </a:cubicBezTo>
                  <a:cubicBezTo>
                    <a:pt x="12739" y="204"/>
                    <a:pt x="12535" y="0"/>
                    <a:pt x="12291" y="0"/>
                  </a:cubicBezTo>
                  <a:close/>
                  <a:moveTo>
                    <a:pt x="13634" y="0"/>
                  </a:moveTo>
                  <a:cubicBezTo>
                    <a:pt x="13390" y="0"/>
                    <a:pt x="13186" y="204"/>
                    <a:pt x="13186" y="448"/>
                  </a:cubicBezTo>
                  <a:cubicBezTo>
                    <a:pt x="13186" y="692"/>
                    <a:pt x="13390" y="896"/>
                    <a:pt x="13634" y="896"/>
                  </a:cubicBezTo>
                  <a:cubicBezTo>
                    <a:pt x="13878" y="896"/>
                    <a:pt x="14082" y="692"/>
                    <a:pt x="14082" y="448"/>
                  </a:cubicBezTo>
                  <a:cubicBezTo>
                    <a:pt x="14082" y="204"/>
                    <a:pt x="13878" y="0"/>
                    <a:pt x="13634" y="0"/>
                  </a:cubicBezTo>
                  <a:close/>
                  <a:moveTo>
                    <a:pt x="14977" y="0"/>
                  </a:moveTo>
                  <a:cubicBezTo>
                    <a:pt x="14733" y="0"/>
                    <a:pt x="14529" y="204"/>
                    <a:pt x="14529" y="448"/>
                  </a:cubicBezTo>
                  <a:cubicBezTo>
                    <a:pt x="14529" y="692"/>
                    <a:pt x="14733" y="896"/>
                    <a:pt x="14977" y="896"/>
                  </a:cubicBezTo>
                  <a:cubicBezTo>
                    <a:pt x="15221" y="896"/>
                    <a:pt x="15425" y="692"/>
                    <a:pt x="15425" y="448"/>
                  </a:cubicBezTo>
                  <a:cubicBezTo>
                    <a:pt x="15425" y="204"/>
                    <a:pt x="15221" y="0"/>
                    <a:pt x="14977" y="0"/>
                  </a:cubicBezTo>
                  <a:close/>
                  <a:moveTo>
                    <a:pt x="16320" y="0"/>
                  </a:moveTo>
                  <a:cubicBezTo>
                    <a:pt x="16076" y="0"/>
                    <a:pt x="15872" y="204"/>
                    <a:pt x="15872" y="448"/>
                  </a:cubicBezTo>
                  <a:cubicBezTo>
                    <a:pt x="15872" y="692"/>
                    <a:pt x="16076" y="896"/>
                    <a:pt x="16320" y="896"/>
                  </a:cubicBezTo>
                  <a:cubicBezTo>
                    <a:pt x="16564" y="896"/>
                    <a:pt x="16768" y="692"/>
                    <a:pt x="16768" y="448"/>
                  </a:cubicBezTo>
                  <a:cubicBezTo>
                    <a:pt x="16768" y="204"/>
                    <a:pt x="16564" y="0"/>
                    <a:pt x="16320" y="0"/>
                  </a:cubicBezTo>
                  <a:close/>
                  <a:moveTo>
                    <a:pt x="367" y="1872"/>
                  </a:moveTo>
                  <a:cubicBezTo>
                    <a:pt x="163" y="1872"/>
                    <a:pt x="0" y="2035"/>
                    <a:pt x="0" y="2239"/>
                  </a:cubicBezTo>
                  <a:cubicBezTo>
                    <a:pt x="0" y="2483"/>
                    <a:pt x="163" y="2646"/>
                    <a:pt x="367" y="2646"/>
                  </a:cubicBezTo>
                  <a:lnTo>
                    <a:pt x="1954" y="2646"/>
                  </a:lnTo>
                  <a:cubicBezTo>
                    <a:pt x="2157" y="2646"/>
                    <a:pt x="2361" y="2483"/>
                    <a:pt x="2361" y="2239"/>
                  </a:cubicBezTo>
                  <a:cubicBezTo>
                    <a:pt x="2361" y="2035"/>
                    <a:pt x="2157" y="1872"/>
                    <a:pt x="1954" y="1872"/>
                  </a:cubicBezTo>
                  <a:close/>
                  <a:moveTo>
                    <a:pt x="3704" y="1872"/>
                  </a:moveTo>
                  <a:cubicBezTo>
                    <a:pt x="3500" y="1872"/>
                    <a:pt x="3338" y="2035"/>
                    <a:pt x="3338" y="2239"/>
                  </a:cubicBezTo>
                  <a:cubicBezTo>
                    <a:pt x="3338" y="2483"/>
                    <a:pt x="3500" y="2646"/>
                    <a:pt x="3704" y="2646"/>
                  </a:cubicBezTo>
                  <a:lnTo>
                    <a:pt x="7814" y="2646"/>
                  </a:lnTo>
                  <a:cubicBezTo>
                    <a:pt x="8058" y="2646"/>
                    <a:pt x="8221" y="2483"/>
                    <a:pt x="8221" y="2239"/>
                  </a:cubicBezTo>
                  <a:cubicBezTo>
                    <a:pt x="8221" y="2035"/>
                    <a:pt x="8058" y="1872"/>
                    <a:pt x="7814" y="1872"/>
                  </a:cubicBezTo>
                  <a:close/>
                  <a:moveTo>
                    <a:pt x="367" y="3663"/>
                  </a:moveTo>
                  <a:cubicBezTo>
                    <a:pt x="163" y="3663"/>
                    <a:pt x="0" y="3826"/>
                    <a:pt x="0" y="4070"/>
                  </a:cubicBezTo>
                  <a:cubicBezTo>
                    <a:pt x="0" y="4273"/>
                    <a:pt x="163" y="4436"/>
                    <a:pt x="367" y="4436"/>
                  </a:cubicBezTo>
                  <a:lnTo>
                    <a:pt x="1954" y="4436"/>
                  </a:lnTo>
                  <a:cubicBezTo>
                    <a:pt x="2157" y="4436"/>
                    <a:pt x="2361" y="4273"/>
                    <a:pt x="2361" y="4070"/>
                  </a:cubicBezTo>
                  <a:cubicBezTo>
                    <a:pt x="2361" y="3826"/>
                    <a:pt x="2157" y="3663"/>
                    <a:pt x="1954" y="3663"/>
                  </a:cubicBezTo>
                  <a:close/>
                  <a:moveTo>
                    <a:pt x="3704" y="3663"/>
                  </a:moveTo>
                  <a:cubicBezTo>
                    <a:pt x="3500" y="3663"/>
                    <a:pt x="3338" y="3826"/>
                    <a:pt x="3338" y="4070"/>
                  </a:cubicBezTo>
                  <a:cubicBezTo>
                    <a:pt x="3338" y="4273"/>
                    <a:pt x="3500" y="4436"/>
                    <a:pt x="3704" y="4436"/>
                  </a:cubicBezTo>
                  <a:lnTo>
                    <a:pt x="7814" y="4436"/>
                  </a:lnTo>
                  <a:cubicBezTo>
                    <a:pt x="8058" y="4436"/>
                    <a:pt x="8221" y="4273"/>
                    <a:pt x="8221" y="4070"/>
                  </a:cubicBezTo>
                  <a:cubicBezTo>
                    <a:pt x="8221" y="3826"/>
                    <a:pt x="8058" y="3663"/>
                    <a:pt x="7814" y="3663"/>
                  </a:cubicBezTo>
                  <a:close/>
                  <a:moveTo>
                    <a:pt x="9605" y="3622"/>
                  </a:moveTo>
                  <a:cubicBezTo>
                    <a:pt x="9361" y="3622"/>
                    <a:pt x="9157" y="3785"/>
                    <a:pt x="9157" y="4070"/>
                  </a:cubicBezTo>
                  <a:cubicBezTo>
                    <a:pt x="9157" y="4314"/>
                    <a:pt x="9361" y="4518"/>
                    <a:pt x="9605" y="4518"/>
                  </a:cubicBezTo>
                  <a:cubicBezTo>
                    <a:pt x="9849" y="4518"/>
                    <a:pt x="10053" y="4314"/>
                    <a:pt x="10053" y="4070"/>
                  </a:cubicBezTo>
                  <a:cubicBezTo>
                    <a:pt x="10053" y="3785"/>
                    <a:pt x="9849" y="3622"/>
                    <a:pt x="9605" y="3622"/>
                  </a:cubicBezTo>
                  <a:close/>
                  <a:moveTo>
                    <a:pt x="10948" y="3622"/>
                  </a:moveTo>
                  <a:cubicBezTo>
                    <a:pt x="10704" y="3622"/>
                    <a:pt x="10500" y="3785"/>
                    <a:pt x="10500" y="4070"/>
                  </a:cubicBezTo>
                  <a:cubicBezTo>
                    <a:pt x="10500" y="4314"/>
                    <a:pt x="10704" y="4518"/>
                    <a:pt x="10948" y="4518"/>
                  </a:cubicBezTo>
                  <a:cubicBezTo>
                    <a:pt x="11192" y="4518"/>
                    <a:pt x="11396" y="4314"/>
                    <a:pt x="11396" y="4070"/>
                  </a:cubicBezTo>
                  <a:cubicBezTo>
                    <a:pt x="11396" y="3785"/>
                    <a:pt x="11192" y="3622"/>
                    <a:pt x="10948" y="3622"/>
                  </a:cubicBezTo>
                  <a:close/>
                  <a:moveTo>
                    <a:pt x="12291" y="3622"/>
                  </a:moveTo>
                  <a:cubicBezTo>
                    <a:pt x="12047" y="3622"/>
                    <a:pt x="11843" y="3785"/>
                    <a:pt x="11843" y="4070"/>
                  </a:cubicBezTo>
                  <a:cubicBezTo>
                    <a:pt x="11843" y="4314"/>
                    <a:pt x="12047" y="4518"/>
                    <a:pt x="12291" y="4518"/>
                  </a:cubicBezTo>
                  <a:cubicBezTo>
                    <a:pt x="12535" y="4518"/>
                    <a:pt x="12739" y="4314"/>
                    <a:pt x="12739" y="4070"/>
                  </a:cubicBezTo>
                  <a:cubicBezTo>
                    <a:pt x="12739" y="3785"/>
                    <a:pt x="12535" y="3622"/>
                    <a:pt x="12291" y="3622"/>
                  </a:cubicBezTo>
                  <a:close/>
                  <a:moveTo>
                    <a:pt x="13634" y="3622"/>
                  </a:moveTo>
                  <a:cubicBezTo>
                    <a:pt x="13390" y="3622"/>
                    <a:pt x="13186" y="3785"/>
                    <a:pt x="13186" y="4070"/>
                  </a:cubicBezTo>
                  <a:cubicBezTo>
                    <a:pt x="13186" y="4314"/>
                    <a:pt x="13390" y="4518"/>
                    <a:pt x="13634" y="4518"/>
                  </a:cubicBezTo>
                  <a:cubicBezTo>
                    <a:pt x="13878" y="4518"/>
                    <a:pt x="14082" y="4314"/>
                    <a:pt x="14082" y="4070"/>
                  </a:cubicBezTo>
                  <a:cubicBezTo>
                    <a:pt x="14082" y="3785"/>
                    <a:pt x="13878" y="3622"/>
                    <a:pt x="13634" y="3622"/>
                  </a:cubicBezTo>
                  <a:close/>
                  <a:moveTo>
                    <a:pt x="14977" y="3622"/>
                  </a:moveTo>
                  <a:cubicBezTo>
                    <a:pt x="14733" y="3622"/>
                    <a:pt x="14529" y="3785"/>
                    <a:pt x="14529" y="4070"/>
                  </a:cubicBezTo>
                  <a:cubicBezTo>
                    <a:pt x="14529" y="4314"/>
                    <a:pt x="14733" y="4518"/>
                    <a:pt x="14977" y="4518"/>
                  </a:cubicBezTo>
                  <a:cubicBezTo>
                    <a:pt x="15221" y="4518"/>
                    <a:pt x="15425" y="4314"/>
                    <a:pt x="15425" y="4070"/>
                  </a:cubicBezTo>
                  <a:cubicBezTo>
                    <a:pt x="15425" y="3785"/>
                    <a:pt x="15221" y="3622"/>
                    <a:pt x="14977" y="3622"/>
                  </a:cubicBezTo>
                  <a:close/>
                  <a:moveTo>
                    <a:pt x="16320" y="3622"/>
                  </a:moveTo>
                  <a:cubicBezTo>
                    <a:pt x="16076" y="3622"/>
                    <a:pt x="15872" y="3785"/>
                    <a:pt x="15872" y="4070"/>
                  </a:cubicBezTo>
                  <a:cubicBezTo>
                    <a:pt x="15872" y="4314"/>
                    <a:pt x="16076" y="4518"/>
                    <a:pt x="16320" y="4518"/>
                  </a:cubicBezTo>
                  <a:cubicBezTo>
                    <a:pt x="16564" y="4518"/>
                    <a:pt x="16768" y="4314"/>
                    <a:pt x="16768" y="4070"/>
                  </a:cubicBezTo>
                  <a:cubicBezTo>
                    <a:pt x="16768" y="3785"/>
                    <a:pt x="16564" y="3622"/>
                    <a:pt x="16320" y="3622"/>
                  </a:cubicBezTo>
                  <a:close/>
                  <a:moveTo>
                    <a:pt x="367" y="5454"/>
                  </a:moveTo>
                  <a:cubicBezTo>
                    <a:pt x="163" y="5454"/>
                    <a:pt x="0" y="5617"/>
                    <a:pt x="0" y="5861"/>
                  </a:cubicBezTo>
                  <a:cubicBezTo>
                    <a:pt x="0" y="6064"/>
                    <a:pt x="163" y="6227"/>
                    <a:pt x="367" y="6227"/>
                  </a:cubicBezTo>
                  <a:lnTo>
                    <a:pt x="1954" y="6227"/>
                  </a:lnTo>
                  <a:cubicBezTo>
                    <a:pt x="2157" y="6227"/>
                    <a:pt x="2361" y="6064"/>
                    <a:pt x="2361" y="5861"/>
                  </a:cubicBezTo>
                  <a:cubicBezTo>
                    <a:pt x="2361" y="5617"/>
                    <a:pt x="2157" y="5454"/>
                    <a:pt x="1954" y="5454"/>
                  </a:cubicBezTo>
                  <a:close/>
                  <a:moveTo>
                    <a:pt x="3704" y="5454"/>
                  </a:moveTo>
                  <a:cubicBezTo>
                    <a:pt x="3500" y="5454"/>
                    <a:pt x="3338" y="5617"/>
                    <a:pt x="3338" y="5861"/>
                  </a:cubicBezTo>
                  <a:cubicBezTo>
                    <a:pt x="3338" y="6064"/>
                    <a:pt x="3500" y="6227"/>
                    <a:pt x="3704" y="6227"/>
                  </a:cubicBezTo>
                  <a:lnTo>
                    <a:pt x="7814" y="6227"/>
                  </a:lnTo>
                  <a:cubicBezTo>
                    <a:pt x="8058" y="6227"/>
                    <a:pt x="8221" y="6064"/>
                    <a:pt x="8221" y="5861"/>
                  </a:cubicBezTo>
                  <a:cubicBezTo>
                    <a:pt x="8221" y="5617"/>
                    <a:pt x="8058" y="5454"/>
                    <a:pt x="7814" y="5454"/>
                  </a:cubicBezTo>
                  <a:close/>
                  <a:moveTo>
                    <a:pt x="367" y="7244"/>
                  </a:moveTo>
                  <a:cubicBezTo>
                    <a:pt x="163" y="7244"/>
                    <a:pt x="0" y="7448"/>
                    <a:pt x="0" y="7651"/>
                  </a:cubicBezTo>
                  <a:cubicBezTo>
                    <a:pt x="0" y="7855"/>
                    <a:pt x="163" y="8018"/>
                    <a:pt x="367" y="8018"/>
                  </a:cubicBezTo>
                  <a:lnTo>
                    <a:pt x="1954" y="8018"/>
                  </a:lnTo>
                  <a:cubicBezTo>
                    <a:pt x="2157" y="8018"/>
                    <a:pt x="2361" y="7855"/>
                    <a:pt x="2361" y="7651"/>
                  </a:cubicBezTo>
                  <a:cubicBezTo>
                    <a:pt x="2361" y="7448"/>
                    <a:pt x="2157" y="7244"/>
                    <a:pt x="1954" y="7244"/>
                  </a:cubicBezTo>
                  <a:close/>
                  <a:moveTo>
                    <a:pt x="3704" y="7244"/>
                  </a:moveTo>
                  <a:cubicBezTo>
                    <a:pt x="3500" y="7244"/>
                    <a:pt x="3338" y="7448"/>
                    <a:pt x="3338" y="7651"/>
                  </a:cubicBezTo>
                  <a:cubicBezTo>
                    <a:pt x="3338" y="7855"/>
                    <a:pt x="3500" y="8018"/>
                    <a:pt x="3704" y="8018"/>
                  </a:cubicBezTo>
                  <a:lnTo>
                    <a:pt x="7814" y="8018"/>
                  </a:lnTo>
                  <a:cubicBezTo>
                    <a:pt x="8058" y="8018"/>
                    <a:pt x="8221" y="7855"/>
                    <a:pt x="8221" y="7651"/>
                  </a:cubicBezTo>
                  <a:cubicBezTo>
                    <a:pt x="8221" y="7448"/>
                    <a:pt x="8058" y="7244"/>
                    <a:pt x="7814" y="7244"/>
                  </a:cubicBezTo>
                  <a:close/>
                  <a:moveTo>
                    <a:pt x="14204" y="8750"/>
                  </a:moveTo>
                  <a:cubicBezTo>
                    <a:pt x="13959" y="8750"/>
                    <a:pt x="13756" y="8954"/>
                    <a:pt x="13756" y="9198"/>
                  </a:cubicBezTo>
                  <a:cubicBezTo>
                    <a:pt x="13756" y="9483"/>
                    <a:pt x="13959" y="9686"/>
                    <a:pt x="14204" y="9686"/>
                  </a:cubicBezTo>
                  <a:cubicBezTo>
                    <a:pt x="14448" y="9686"/>
                    <a:pt x="14651" y="9483"/>
                    <a:pt x="14651" y="9198"/>
                  </a:cubicBezTo>
                  <a:cubicBezTo>
                    <a:pt x="14651" y="8954"/>
                    <a:pt x="14448" y="8750"/>
                    <a:pt x="14204" y="8750"/>
                  </a:cubicBezTo>
                  <a:close/>
                  <a:moveTo>
                    <a:pt x="15547" y="8750"/>
                  </a:moveTo>
                  <a:cubicBezTo>
                    <a:pt x="15302" y="8750"/>
                    <a:pt x="15099" y="8954"/>
                    <a:pt x="15099" y="9198"/>
                  </a:cubicBezTo>
                  <a:cubicBezTo>
                    <a:pt x="15099" y="9483"/>
                    <a:pt x="15302" y="9686"/>
                    <a:pt x="15547" y="9686"/>
                  </a:cubicBezTo>
                  <a:cubicBezTo>
                    <a:pt x="15791" y="9686"/>
                    <a:pt x="15994" y="9483"/>
                    <a:pt x="15994" y="9198"/>
                  </a:cubicBezTo>
                  <a:cubicBezTo>
                    <a:pt x="15994" y="8954"/>
                    <a:pt x="15791" y="8750"/>
                    <a:pt x="15547" y="8750"/>
                  </a:cubicBezTo>
                  <a:close/>
                  <a:moveTo>
                    <a:pt x="16890" y="8750"/>
                  </a:moveTo>
                  <a:cubicBezTo>
                    <a:pt x="16645" y="8750"/>
                    <a:pt x="16442" y="8954"/>
                    <a:pt x="16442" y="9198"/>
                  </a:cubicBezTo>
                  <a:cubicBezTo>
                    <a:pt x="16442" y="9483"/>
                    <a:pt x="16645" y="9686"/>
                    <a:pt x="16890" y="9686"/>
                  </a:cubicBezTo>
                  <a:cubicBezTo>
                    <a:pt x="17134" y="9686"/>
                    <a:pt x="17337" y="9483"/>
                    <a:pt x="17337" y="9198"/>
                  </a:cubicBezTo>
                  <a:cubicBezTo>
                    <a:pt x="17337" y="8954"/>
                    <a:pt x="17134" y="8750"/>
                    <a:pt x="16890" y="8750"/>
                  </a:cubicBezTo>
                  <a:close/>
                  <a:moveTo>
                    <a:pt x="18233" y="8750"/>
                  </a:moveTo>
                  <a:cubicBezTo>
                    <a:pt x="17988" y="8750"/>
                    <a:pt x="17785" y="8954"/>
                    <a:pt x="17785" y="9198"/>
                  </a:cubicBezTo>
                  <a:cubicBezTo>
                    <a:pt x="17785" y="9483"/>
                    <a:pt x="17988" y="9686"/>
                    <a:pt x="18233" y="9686"/>
                  </a:cubicBezTo>
                  <a:cubicBezTo>
                    <a:pt x="18477" y="9686"/>
                    <a:pt x="18680" y="9483"/>
                    <a:pt x="18680" y="9198"/>
                  </a:cubicBezTo>
                  <a:cubicBezTo>
                    <a:pt x="18680" y="8954"/>
                    <a:pt x="18477" y="8750"/>
                    <a:pt x="18233" y="8750"/>
                  </a:cubicBezTo>
                  <a:close/>
                  <a:moveTo>
                    <a:pt x="19576" y="8750"/>
                  </a:moveTo>
                  <a:cubicBezTo>
                    <a:pt x="19331" y="8750"/>
                    <a:pt x="19128" y="8954"/>
                    <a:pt x="19128" y="9198"/>
                  </a:cubicBezTo>
                  <a:cubicBezTo>
                    <a:pt x="19128" y="9483"/>
                    <a:pt x="19331" y="9686"/>
                    <a:pt x="19576" y="9686"/>
                  </a:cubicBezTo>
                  <a:cubicBezTo>
                    <a:pt x="19820" y="9686"/>
                    <a:pt x="20023" y="9483"/>
                    <a:pt x="20023" y="9198"/>
                  </a:cubicBezTo>
                  <a:cubicBezTo>
                    <a:pt x="20023" y="8954"/>
                    <a:pt x="19820" y="8750"/>
                    <a:pt x="19576" y="8750"/>
                  </a:cubicBezTo>
                  <a:close/>
                  <a:moveTo>
                    <a:pt x="20919" y="8750"/>
                  </a:moveTo>
                  <a:cubicBezTo>
                    <a:pt x="20674" y="8750"/>
                    <a:pt x="20471" y="8954"/>
                    <a:pt x="20471" y="9198"/>
                  </a:cubicBezTo>
                  <a:cubicBezTo>
                    <a:pt x="20471" y="9483"/>
                    <a:pt x="20674" y="9686"/>
                    <a:pt x="20919" y="9686"/>
                  </a:cubicBezTo>
                  <a:cubicBezTo>
                    <a:pt x="21163" y="9686"/>
                    <a:pt x="21366" y="9483"/>
                    <a:pt x="21366" y="9198"/>
                  </a:cubicBezTo>
                  <a:cubicBezTo>
                    <a:pt x="21366" y="8954"/>
                    <a:pt x="21163" y="8750"/>
                    <a:pt x="20919" y="8750"/>
                  </a:cubicBezTo>
                  <a:close/>
                  <a:moveTo>
                    <a:pt x="367" y="9035"/>
                  </a:moveTo>
                  <a:cubicBezTo>
                    <a:pt x="163" y="9035"/>
                    <a:pt x="0" y="9239"/>
                    <a:pt x="0" y="9442"/>
                  </a:cubicBezTo>
                  <a:cubicBezTo>
                    <a:pt x="0" y="9646"/>
                    <a:pt x="163" y="9849"/>
                    <a:pt x="367" y="9849"/>
                  </a:cubicBezTo>
                  <a:lnTo>
                    <a:pt x="1954" y="9849"/>
                  </a:lnTo>
                  <a:cubicBezTo>
                    <a:pt x="2157" y="9849"/>
                    <a:pt x="2361" y="9646"/>
                    <a:pt x="2361" y="9442"/>
                  </a:cubicBezTo>
                  <a:cubicBezTo>
                    <a:pt x="2361" y="9239"/>
                    <a:pt x="2157" y="9035"/>
                    <a:pt x="1954" y="9035"/>
                  </a:cubicBezTo>
                  <a:close/>
                  <a:moveTo>
                    <a:pt x="8628" y="9035"/>
                  </a:moveTo>
                  <a:cubicBezTo>
                    <a:pt x="8425" y="9035"/>
                    <a:pt x="8262" y="9239"/>
                    <a:pt x="8262" y="9442"/>
                  </a:cubicBezTo>
                  <a:cubicBezTo>
                    <a:pt x="8262" y="9646"/>
                    <a:pt x="8425" y="9849"/>
                    <a:pt x="8628" y="9849"/>
                  </a:cubicBezTo>
                  <a:lnTo>
                    <a:pt x="12779" y="9849"/>
                  </a:lnTo>
                  <a:cubicBezTo>
                    <a:pt x="12983" y="9849"/>
                    <a:pt x="13146" y="9646"/>
                    <a:pt x="13146" y="9442"/>
                  </a:cubicBezTo>
                  <a:cubicBezTo>
                    <a:pt x="13146" y="9239"/>
                    <a:pt x="12983" y="9035"/>
                    <a:pt x="12779" y="9035"/>
                  </a:cubicBezTo>
                  <a:close/>
                  <a:moveTo>
                    <a:pt x="367" y="10866"/>
                  </a:moveTo>
                  <a:cubicBezTo>
                    <a:pt x="163" y="10866"/>
                    <a:pt x="0" y="11029"/>
                    <a:pt x="0" y="11233"/>
                  </a:cubicBezTo>
                  <a:cubicBezTo>
                    <a:pt x="0" y="11436"/>
                    <a:pt x="163" y="11640"/>
                    <a:pt x="367" y="11640"/>
                  </a:cubicBezTo>
                  <a:lnTo>
                    <a:pt x="1954" y="11640"/>
                  </a:lnTo>
                  <a:cubicBezTo>
                    <a:pt x="2157" y="11640"/>
                    <a:pt x="2361" y="11436"/>
                    <a:pt x="2361" y="11233"/>
                  </a:cubicBezTo>
                  <a:cubicBezTo>
                    <a:pt x="2361" y="11029"/>
                    <a:pt x="2157" y="10866"/>
                    <a:pt x="1954" y="10866"/>
                  </a:cubicBezTo>
                  <a:close/>
                  <a:moveTo>
                    <a:pt x="8628" y="10866"/>
                  </a:moveTo>
                  <a:cubicBezTo>
                    <a:pt x="8425" y="10866"/>
                    <a:pt x="8262" y="11029"/>
                    <a:pt x="8262" y="11233"/>
                  </a:cubicBezTo>
                  <a:cubicBezTo>
                    <a:pt x="8262" y="11436"/>
                    <a:pt x="8425" y="11640"/>
                    <a:pt x="8628" y="11640"/>
                  </a:cubicBezTo>
                  <a:lnTo>
                    <a:pt x="12779" y="11640"/>
                  </a:lnTo>
                  <a:cubicBezTo>
                    <a:pt x="12983" y="11640"/>
                    <a:pt x="13146" y="11436"/>
                    <a:pt x="13146" y="11233"/>
                  </a:cubicBezTo>
                  <a:cubicBezTo>
                    <a:pt x="13146" y="11029"/>
                    <a:pt x="12983" y="10866"/>
                    <a:pt x="12779" y="10866"/>
                  </a:cubicBezTo>
                  <a:close/>
                  <a:moveTo>
                    <a:pt x="14204" y="12454"/>
                  </a:moveTo>
                  <a:cubicBezTo>
                    <a:pt x="13959" y="12454"/>
                    <a:pt x="13756" y="12657"/>
                    <a:pt x="13756" y="12942"/>
                  </a:cubicBezTo>
                  <a:cubicBezTo>
                    <a:pt x="13756" y="13186"/>
                    <a:pt x="13959" y="13390"/>
                    <a:pt x="14204" y="13390"/>
                  </a:cubicBezTo>
                  <a:cubicBezTo>
                    <a:pt x="14448" y="13390"/>
                    <a:pt x="14651" y="13186"/>
                    <a:pt x="14651" y="12942"/>
                  </a:cubicBezTo>
                  <a:cubicBezTo>
                    <a:pt x="14651" y="12657"/>
                    <a:pt x="14448" y="12454"/>
                    <a:pt x="14204" y="12454"/>
                  </a:cubicBezTo>
                  <a:close/>
                  <a:moveTo>
                    <a:pt x="15547" y="12454"/>
                  </a:moveTo>
                  <a:cubicBezTo>
                    <a:pt x="15302" y="12454"/>
                    <a:pt x="15099" y="12657"/>
                    <a:pt x="15099" y="12942"/>
                  </a:cubicBezTo>
                  <a:cubicBezTo>
                    <a:pt x="15099" y="13186"/>
                    <a:pt x="15302" y="13390"/>
                    <a:pt x="15547" y="13390"/>
                  </a:cubicBezTo>
                  <a:cubicBezTo>
                    <a:pt x="15791" y="13390"/>
                    <a:pt x="15994" y="13186"/>
                    <a:pt x="15994" y="12942"/>
                  </a:cubicBezTo>
                  <a:cubicBezTo>
                    <a:pt x="15994" y="12657"/>
                    <a:pt x="15791" y="12454"/>
                    <a:pt x="15547" y="12454"/>
                  </a:cubicBezTo>
                  <a:close/>
                  <a:moveTo>
                    <a:pt x="16890" y="12454"/>
                  </a:moveTo>
                  <a:cubicBezTo>
                    <a:pt x="16645" y="12454"/>
                    <a:pt x="16442" y="12657"/>
                    <a:pt x="16442" y="12942"/>
                  </a:cubicBezTo>
                  <a:cubicBezTo>
                    <a:pt x="16442" y="13186"/>
                    <a:pt x="16645" y="13390"/>
                    <a:pt x="16890" y="13390"/>
                  </a:cubicBezTo>
                  <a:cubicBezTo>
                    <a:pt x="17134" y="13390"/>
                    <a:pt x="17337" y="13186"/>
                    <a:pt x="17337" y="12942"/>
                  </a:cubicBezTo>
                  <a:cubicBezTo>
                    <a:pt x="17337" y="12657"/>
                    <a:pt x="17134" y="12454"/>
                    <a:pt x="16890" y="12454"/>
                  </a:cubicBezTo>
                  <a:close/>
                  <a:moveTo>
                    <a:pt x="18233" y="12454"/>
                  </a:moveTo>
                  <a:cubicBezTo>
                    <a:pt x="17988" y="12454"/>
                    <a:pt x="17785" y="12657"/>
                    <a:pt x="17785" y="12942"/>
                  </a:cubicBezTo>
                  <a:cubicBezTo>
                    <a:pt x="17785" y="13186"/>
                    <a:pt x="17988" y="13390"/>
                    <a:pt x="18233" y="13390"/>
                  </a:cubicBezTo>
                  <a:cubicBezTo>
                    <a:pt x="18477" y="13390"/>
                    <a:pt x="18680" y="13186"/>
                    <a:pt x="18680" y="12942"/>
                  </a:cubicBezTo>
                  <a:cubicBezTo>
                    <a:pt x="18680" y="12657"/>
                    <a:pt x="18477" y="12454"/>
                    <a:pt x="18233" y="12454"/>
                  </a:cubicBezTo>
                  <a:close/>
                  <a:moveTo>
                    <a:pt x="19576" y="12454"/>
                  </a:moveTo>
                  <a:cubicBezTo>
                    <a:pt x="19331" y="12454"/>
                    <a:pt x="19128" y="12657"/>
                    <a:pt x="19128" y="12942"/>
                  </a:cubicBezTo>
                  <a:cubicBezTo>
                    <a:pt x="19128" y="13186"/>
                    <a:pt x="19331" y="13390"/>
                    <a:pt x="19576" y="13390"/>
                  </a:cubicBezTo>
                  <a:cubicBezTo>
                    <a:pt x="19820" y="13390"/>
                    <a:pt x="20023" y="13186"/>
                    <a:pt x="20023" y="12942"/>
                  </a:cubicBezTo>
                  <a:cubicBezTo>
                    <a:pt x="20023" y="12657"/>
                    <a:pt x="19820" y="12454"/>
                    <a:pt x="19576" y="12454"/>
                  </a:cubicBezTo>
                  <a:close/>
                  <a:moveTo>
                    <a:pt x="20919" y="12454"/>
                  </a:moveTo>
                  <a:cubicBezTo>
                    <a:pt x="20674" y="12454"/>
                    <a:pt x="20471" y="12657"/>
                    <a:pt x="20471" y="12942"/>
                  </a:cubicBezTo>
                  <a:cubicBezTo>
                    <a:pt x="20471" y="13186"/>
                    <a:pt x="20674" y="13390"/>
                    <a:pt x="20919" y="13390"/>
                  </a:cubicBezTo>
                  <a:cubicBezTo>
                    <a:pt x="21163" y="13390"/>
                    <a:pt x="21366" y="13186"/>
                    <a:pt x="21366" y="12942"/>
                  </a:cubicBezTo>
                  <a:cubicBezTo>
                    <a:pt x="21366" y="12657"/>
                    <a:pt x="21163" y="12454"/>
                    <a:pt x="20919" y="12454"/>
                  </a:cubicBezTo>
                  <a:close/>
                  <a:moveTo>
                    <a:pt x="367" y="12657"/>
                  </a:moveTo>
                  <a:cubicBezTo>
                    <a:pt x="163" y="12657"/>
                    <a:pt x="0" y="12820"/>
                    <a:pt x="0" y="13023"/>
                  </a:cubicBezTo>
                  <a:cubicBezTo>
                    <a:pt x="0" y="13268"/>
                    <a:pt x="163" y="13430"/>
                    <a:pt x="367" y="13430"/>
                  </a:cubicBezTo>
                  <a:lnTo>
                    <a:pt x="1954" y="13430"/>
                  </a:lnTo>
                  <a:cubicBezTo>
                    <a:pt x="2157" y="13430"/>
                    <a:pt x="2361" y="13268"/>
                    <a:pt x="2361" y="13023"/>
                  </a:cubicBezTo>
                  <a:cubicBezTo>
                    <a:pt x="2361" y="12820"/>
                    <a:pt x="2157" y="12657"/>
                    <a:pt x="1954" y="12657"/>
                  </a:cubicBezTo>
                  <a:close/>
                  <a:moveTo>
                    <a:pt x="8628" y="12657"/>
                  </a:moveTo>
                  <a:cubicBezTo>
                    <a:pt x="8425" y="12657"/>
                    <a:pt x="8262" y="12820"/>
                    <a:pt x="8262" y="13023"/>
                  </a:cubicBezTo>
                  <a:cubicBezTo>
                    <a:pt x="8262" y="13268"/>
                    <a:pt x="8425" y="13430"/>
                    <a:pt x="8628" y="13430"/>
                  </a:cubicBezTo>
                  <a:lnTo>
                    <a:pt x="12779" y="13430"/>
                  </a:lnTo>
                  <a:cubicBezTo>
                    <a:pt x="12983" y="13430"/>
                    <a:pt x="13146" y="13268"/>
                    <a:pt x="13146" y="13023"/>
                  </a:cubicBezTo>
                  <a:cubicBezTo>
                    <a:pt x="13146" y="12820"/>
                    <a:pt x="12983"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1801;p35">
              <a:extLst>
                <a:ext uri="{FF2B5EF4-FFF2-40B4-BE49-F238E27FC236}">
                  <a16:creationId xmlns:a16="http://schemas.microsoft.com/office/drawing/2014/main" id="{C7B2EB4F-FDFB-1754-8CBB-0E7539988FCB}"/>
                </a:ext>
              </a:extLst>
            </p:cNvPr>
            <p:cNvSpPr/>
            <p:nvPr/>
          </p:nvSpPr>
          <p:spPr>
            <a:xfrm>
              <a:off x="3941225" y="2531400"/>
              <a:ext cx="657275" cy="73275"/>
            </a:xfrm>
            <a:custGeom>
              <a:avLst/>
              <a:gdLst/>
              <a:ahLst/>
              <a:cxnLst/>
              <a:rect l="l" t="t" r="r" b="b"/>
              <a:pathLst>
                <a:path w="26291" h="2931" extrusionOk="0">
                  <a:moveTo>
                    <a:pt x="5088" y="1"/>
                  </a:moveTo>
                  <a:lnTo>
                    <a:pt x="4965" y="41"/>
                  </a:lnTo>
                  <a:lnTo>
                    <a:pt x="326" y="2239"/>
                  </a:lnTo>
                  <a:cubicBezTo>
                    <a:pt x="0" y="2442"/>
                    <a:pt x="123" y="2931"/>
                    <a:pt x="489" y="2931"/>
                  </a:cubicBezTo>
                  <a:lnTo>
                    <a:pt x="22913" y="2931"/>
                  </a:lnTo>
                  <a:cubicBezTo>
                    <a:pt x="22994" y="2931"/>
                    <a:pt x="23076" y="2890"/>
                    <a:pt x="23157" y="2849"/>
                  </a:cubicBezTo>
                  <a:lnTo>
                    <a:pt x="26047" y="652"/>
                  </a:lnTo>
                  <a:cubicBezTo>
                    <a:pt x="26291" y="448"/>
                    <a:pt x="26169" y="1"/>
                    <a:pt x="2580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1802;p35">
              <a:extLst>
                <a:ext uri="{FF2B5EF4-FFF2-40B4-BE49-F238E27FC236}">
                  <a16:creationId xmlns:a16="http://schemas.microsoft.com/office/drawing/2014/main" id="{4F12CFF9-286F-26BB-72AD-3255CD9F905F}"/>
                </a:ext>
              </a:extLst>
            </p:cNvPr>
            <p:cNvSpPr/>
            <p:nvPr/>
          </p:nvSpPr>
          <p:spPr>
            <a:xfrm>
              <a:off x="3936125" y="2523250"/>
              <a:ext cx="668475" cy="89575"/>
            </a:xfrm>
            <a:custGeom>
              <a:avLst/>
              <a:gdLst/>
              <a:ahLst/>
              <a:cxnLst/>
              <a:rect l="l" t="t" r="r" b="b"/>
              <a:pathLst>
                <a:path w="26739" h="3583" extrusionOk="0">
                  <a:moveTo>
                    <a:pt x="26047" y="652"/>
                  </a:moveTo>
                  <a:lnTo>
                    <a:pt x="26047" y="693"/>
                  </a:lnTo>
                  <a:lnTo>
                    <a:pt x="23158" y="2931"/>
                  </a:lnTo>
                  <a:lnTo>
                    <a:pt x="693" y="2931"/>
                  </a:lnTo>
                  <a:lnTo>
                    <a:pt x="693" y="2890"/>
                  </a:lnTo>
                  <a:lnTo>
                    <a:pt x="5251" y="693"/>
                  </a:lnTo>
                  <a:lnTo>
                    <a:pt x="5332" y="652"/>
                  </a:lnTo>
                  <a:close/>
                  <a:moveTo>
                    <a:pt x="5251" y="1"/>
                  </a:moveTo>
                  <a:lnTo>
                    <a:pt x="5088" y="42"/>
                  </a:lnTo>
                  <a:lnTo>
                    <a:pt x="5007" y="42"/>
                  </a:lnTo>
                  <a:lnTo>
                    <a:pt x="408" y="2280"/>
                  </a:lnTo>
                  <a:cubicBezTo>
                    <a:pt x="123" y="2402"/>
                    <a:pt x="1" y="2646"/>
                    <a:pt x="1" y="2890"/>
                  </a:cubicBezTo>
                  <a:cubicBezTo>
                    <a:pt x="1" y="3053"/>
                    <a:pt x="82" y="3257"/>
                    <a:pt x="164" y="3379"/>
                  </a:cubicBezTo>
                  <a:cubicBezTo>
                    <a:pt x="286" y="3501"/>
                    <a:pt x="489" y="3582"/>
                    <a:pt x="693" y="3582"/>
                  </a:cubicBezTo>
                  <a:lnTo>
                    <a:pt x="23117" y="3582"/>
                  </a:lnTo>
                  <a:cubicBezTo>
                    <a:pt x="23280" y="3582"/>
                    <a:pt x="23442" y="3542"/>
                    <a:pt x="23565" y="3460"/>
                  </a:cubicBezTo>
                  <a:lnTo>
                    <a:pt x="26454" y="1222"/>
                  </a:lnTo>
                  <a:cubicBezTo>
                    <a:pt x="26617" y="1100"/>
                    <a:pt x="26739" y="896"/>
                    <a:pt x="26698" y="693"/>
                  </a:cubicBezTo>
                  <a:cubicBezTo>
                    <a:pt x="26698" y="489"/>
                    <a:pt x="26658" y="327"/>
                    <a:pt x="26535" y="204"/>
                  </a:cubicBezTo>
                  <a:cubicBezTo>
                    <a:pt x="26413" y="82"/>
                    <a:pt x="26210" y="1"/>
                    <a:pt x="2600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1803;p35">
              <a:extLst>
                <a:ext uri="{FF2B5EF4-FFF2-40B4-BE49-F238E27FC236}">
                  <a16:creationId xmlns:a16="http://schemas.microsoft.com/office/drawing/2014/main" id="{53DA0AE9-2CB2-8DAB-FFFE-98E763674444}"/>
                </a:ext>
              </a:extLst>
            </p:cNvPr>
            <p:cNvSpPr/>
            <p:nvPr/>
          </p:nvSpPr>
          <p:spPr>
            <a:xfrm>
              <a:off x="4246450" y="2181400"/>
              <a:ext cx="103800" cy="392750"/>
            </a:xfrm>
            <a:custGeom>
              <a:avLst/>
              <a:gdLst/>
              <a:ahLst/>
              <a:cxnLst/>
              <a:rect l="l" t="t" r="r" b="b"/>
              <a:pathLst>
                <a:path w="4152" h="15710" extrusionOk="0">
                  <a:moveTo>
                    <a:pt x="1" y="1"/>
                  </a:moveTo>
                  <a:lnTo>
                    <a:pt x="1" y="15710"/>
                  </a:lnTo>
                  <a:lnTo>
                    <a:pt x="4152" y="15710"/>
                  </a:lnTo>
                  <a:lnTo>
                    <a:pt x="4152" y="1"/>
                  </a:lnTo>
                  <a:close/>
                </a:path>
              </a:pathLst>
            </a:custGeom>
            <a:solidFill>
              <a:schemeClr val="lt1"/>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1804;p35">
              <a:extLst>
                <a:ext uri="{FF2B5EF4-FFF2-40B4-BE49-F238E27FC236}">
                  <a16:creationId xmlns:a16="http://schemas.microsoft.com/office/drawing/2014/main" id="{59989CB8-F691-027B-C30E-FEA1CB965086}"/>
                </a:ext>
              </a:extLst>
            </p:cNvPr>
            <p:cNvSpPr/>
            <p:nvPr/>
          </p:nvSpPr>
          <p:spPr>
            <a:xfrm>
              <a:off x="4238300" y="2172250"/>
              <a:ext cx="120100" cy="410050"/>
            </a:xfrm>
            <a:custGeom>
              <a:avLst/>
              <a:gdLst/>
              <a:ahLst/>
              <a:cxnLst/>
              <a:rect l="l" t="t" r="r" b="b"/>
              <a:pathLst>
                <a:path w="4804" h="16402" extrusionOk="0">
                  <a:moveTo>
                    <a:pt x="4111" y="692"/>
                  </a:moveTo>
                  <a:lnTo>
                    <a:pt x="4111" y="15750"/>
                  </a:lnTo>
                  <a:lnTo>
                    <a:pt x="693" y="15750"/>
                  </a:lnTo>
                  <a:lnTo>
                    <a:pt x="693" y="692"/>
                  </a:lnTo>
                  <a:close/>
                  <a:moveTo>
                    <a:pt x="327" y="0"/>
                  </a:moveTo>
                  <a:cubicBezTo>
                    <a:pt x="245" y="0"/>
                    <a:pt x="164" y="41"/>
                    <a:pt x="82" y="123"/>
                  </a:cubicBezTo>
                  <a:cubicBezTo>
                    <a:pt x="42" y="163"/>
                    <a:pt x="1" y="285"/>
                    <a:pt x="1" y="367"/>
                  </a:cubicBezTo>
                  <a:lnTo>
                    <a:pt x="1" y="16076"/>
                  </a:lnTo>
                  <a:cubicBezTo>
                    <a:pt x="1" y="16157"/>
                    <a:pt x="42" y="16239"/>
                    <a:pt x="82" y="16320"/>
                  </a:cubicBezTo>
                  <a:cubicBezTo>
                    <a:pt x="164" y="16361"/>
                    <a:pt x="245" y="16401"/>
                    <a:pt x="327" y="16401"/>
                  </a:cubicBezTo>
                  <a:lnTo>
                    <a:pt x="4478" y="16401"/>
                  </a:lnTo>
                  <a:cubicBezTo>
                    <a:pt x="4559" y="16401"/>
                    <a:pt x="4640" y="16361"/>
                    <a:pt x="4722" y="16320"/>
                  </a:cubicBezTo>
                  <a:cubicBezTo>
                    <a:pt x="4763" y="16239"/>
                    <a:pt x="4803" y="16157"/>
                    <a:pt x="4803" y="16076"/>
                  </a:cubicBezTo>
                  <a:lnTo>
                    <a:pt x="4803" y="367"/>
                  </a:lnTo>
                  <a:cubicBezTo>
                    <a:pt x="4803" y="285"/>
                    <a:pt x="4763" y="163"/>
                    <a:pt x="4722" y="123"/>
                  </a:cubicBezTo>
                  <a:cubicBezTo>
                    <a:pt x="4640" y="41"/>
                    <a:pt x="4559" y="0"/>
                    <a:pt x="44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1805;p35">
              <a:extLst>
                <a:ext uri="{FF2B5EF4-FFF2-40B4-BE49-F238E27FC236}">
                  <a16:creationId xmlns:a16="http://schemas.microsoft.com/office/drawing/2014/main" id="{39BCC7E0-D0F2-0BA9-EC1F-F2CE0BA46673}"/>
                </a:ext>
              </a:extLst>
            </p:cNvPr>
            <p:cNvSpPr/>
            <p:nvPr/>
          </p:nvSpPr>
          <p:spPr>
            <a:xfrm>
              <a:off x="4230175" y="2181400"/>
              <a:ext cx="136350" cy="284900"/>
            </a:xfrm>
            <a:custGeom>
              <a:avLst/>
              <a:gdLst/>
              <a:ahLst/>
              <a:cxnLst/>
              <a:rect l="l" t="t" r="r" b="b"/>
              <a:pathLst>
                <a:path w="5454" h="11396" extrusionOk="0">
                  <a:moveTo>
                    <a:pt x="0" y="1"/>
                  </a:moveTo>
                  <a:lnTo>
                    <a:pt x="0" y="11396"/>
                  </a:lnTo>
                  <a:lnTo>
                    <a:pt x="5454" y="11396"/>
                  </a:lnTo>
                  <a:lnTo>
                    <a:pt x="545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1806;p35">
              <a:extLst>
                <a:ext uri="{FF2B5EF4-FFF2-40B4-BE49-F238E27FC236}">
                  <a16:creationId xmlns:a16="http://schemas.microsoft.com/office/drawing/2014/main" id="{D5FC6940-4DE3-A77F-BBD3-82ACBFF1F3FB}"/>
                </a:ext>
              </a:extLst>
            </p:cNvPr>
            <p:cNvSpPr/>
            <p:nvPr/>
          </p:nvSpPr>
          <p:spPr>
            <a:xfrm>
              <a:off x="4222025" y="2172250"/>
              <a:ext cx="152650" cy="303225"/>
            </a:xfrm>
            <a:custGeom>
              <a:avLst/>
              <a:gdLst/>
              <a:ahLst/>
              <a:cxnLst/>
              <a:rect l="l" t="t" r="r" b="b"/>
              <a:pathLst>
                <a:path w="6106" h="12129" extrusionOk="0">
                  <a:moveTo>
                    <a:pt x="5414" y="692"/>
                  </a:moveTo>
                  <a:lnTo>
                    <a:pt x="5414" y="11436"/>
                  </a:lnTo>
                  <a:lnTo>
                    <a:pt x="693" y="11436"/>
                  </a:lnTo>
                  <a:lnTo>
                    <a:pt x="693" y="692"/>
                  </a:lnTo>
                  <a:close/>
                  <a:moveTo>
                    <a:pt x="326" y="0"/>
                  </a:moveTo>
                  <a:cubicBezTo>
                    <a:pt x="245" y="0"/>
                    <a:pt x="164" y="41"/>
                    <a:pt x="123" y="123"/>
                  </a:cubicBezTo>
                  <a:cubicBezTo>
                    <a:pt x="42" y="163"/>
                    <a:pt x="1" y="285"/>
                    <a:pt x="1" y="367"/>
                  </a:cubicBezTo>
                  <a:lnTo>
                    <a:pt x="1" y="11762"/>
                  </a:lnTo>
                  <a:cubicBezTo>
                    <a:pt x="1" y="11843"/>
                    <a:pt x="42" y="11965"/>
                    <a:pt x="123" y="12006"/>
                  </a:cubicBezTo>
                  <a:cubicBezTo>
                    <a:pt x="164" y="12087"/>
                    <a:pt x="245" y="12128"/>
                    <a:pt x="326" y="12128"/>
                  </a:cubicBezTo>
                  <a:lnTo>
                    <a:pt x="5780" y="12128"/>
                  </a:lnTo>
                  <a:cubicBezTo>
                    <a:pt x="5861" y="12128"/>
                    <a:pt x="5943" y="12087"/>
                    <a:pt x="5983" y="12006"/>
                  </a:cubicBezTo>
                  <a:cubicBezTo>
                    <a:pt x="6065" y="11925"/>
                    <a:pt x="6105" y="11843"/>
                    <a:pt x="6105" y="11762"/>
                  </a:cubicBezTo>
                  <a:lnTo>
                    <a:pt x="6105" y="367"/>
                  </a:lnTo>
                  <a:cubicBezTo>
                    <a:pt x="6105" y="285"/>
                    <a:pt x="6065" y="163"/>
                    <a:pt x="5983" y="123"/>
                  </a:cubicBezTo>
                  <a:cubicBezTo>
                    <a:pt x="5943" y="41"/>
                    <a:pt x="5861" y="0"/>
                    <a:pt x="57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1807;p35">
              <a:extLst>
                <a:ext uri="{FF2B5EF4-FFF2-40B4-BE49-F238E27FC236}">
                  <a16:creationId xmlns:a16="http://schemas.microsoft.com/office/drawing/2014/main" id="{6DE88AF5-1294-6FCE-2745-0F39422E274A}"/>
                </a:ext>
              </a:extLst>
            </p:cNvPr>
            <p:cNvSpPr/>
            <p:nvPr/>
          </p:nvSpPr>
          <p:spPr>
            <a:xfrm>
              <a:off x="3469125" y="874000"/>
              <a:ext cx="1707275" cy="1335925"/>
            </a:xfrm>
            <a:custGeom>
              <a:avLst/>
              <a:gdLst/>
              <a:ahLst/>
              <a:cxnLst/>
              <a:rect l="l" t="t" r="r" b="b"/>
              <a:pathLst>
                <a:path w="68291" h="53437" extrusionOk="0">
                  <a:moveTo>
                    <a:pt x="1" y="1"/>
                  </a:moveTo>
                  <a:lnTo>
                    <a:pt x="1" y="53436"/>
                  </a:lnTo>
                  <a:lnTo>
                    <a:pt x="68291" y="53436"/>
                  </a:lnTo>
                  <a:lnTo>
                    <a:pt x="6829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1808;p35">
              <a:extLst>
                <a:ext uri="{FF2B5EF4-FFF2-40B4-BE49-F238E27FC236}">
                  <a16:creationId xmlns:a16="http://schemas.microsoft.com/office/drawing/2014/main" id="{BC88F34E-2AAA-0678-314D-381B9E10BD6A}"/>
                </a:ext>
              </a:extLst>
            </p:cNvPr>
            <p:cNvSpPr/>
            <p:nvPr/>
          </p:nvSpPr>
          <p:spPr>
            <a:xfrm>
              <a:off x="3461000" y="865875"/>
              <a:ext cx="1723550" cy="1352175"/>
            </a:xfrm>
            <a:custGeom>
              <a:avLst/>
              <a:gdLst/>
              <a:ahLst/>
              <a:cxnLst/>
              <a:rect l="l" t="t" r="r" b="b"/>
              <a:pathLst>
                <a:path w="68942" h="54087" extrusionOk="0">
                  <a:moveTo>
                    <a:pt x="68290" y="692"/>
                  </a:moveTo>
                  <a:lnTo>
                    <a:pt x="68290" y="53395"/>
                  </a:lnTo>
                  <a:lnTo>
                    <a:pt x="652" y="53395"/>
                  </a:lnTo>
                  <a:lnTo>
                    <a:pt x="652" y="692"/>
                  </a:lnTo>
                  <a:close/>
                  <a:moveTo>
                    <a:pt x="326" y="0"/>
                  </a:moveTo>
                  <a:cubicBezTo>
                    <a:pt x="245" y="0"/>
                    <a:pt x="163" y="41"/>
                    <a:pt x="82" y="82"/>
                  </a:cubicBezTo>
                  <a:cubicBezTo>
                    <a:pt x="0" y="163"/>
                    <a:pt x="0" y="244"/>
                    <a:pt x="0" y="326"/>
                  </a:cubicBezTo>
                  <a:lnTo>
                    <a:pt x="0" y="53761"/>
                  </a:lnTo>
                  <a:cubicBezTo>
                    <a:pt x="0" y="53843"/>
                    <a:pt x="0" y="53924"/>
                    <a:pt x="82" y="54005"/>
                  </a:cubicBezTo>
                  <a:cubicBezTo>
                    <a:pt x="163" y="54046"/>
                    <a:pt x="245" y="54087"/>
                    <a:pt x="326" y="54087"/>
                  </a:cubicBezTo>
                  <a:lnTo>
                    <a:pt x="68616" y="54087"/>
                  </a:lnTo>
                  <a:cubicBezTo>
                    <a:pt x="68697" y="54087"/>
                    <a:pt x="68778" y="54046"/>
                    <a:pt x="68860" y="54005"/>
                  </a:cubicBezTo>
                  <a:cubicBezTo>
                    <a:pt x="68901" y="53924"/>
                    <a:pt x="68941" y="53843"/>
                    <a:pt x="68941" y="53761"/>
                  </a:cubicBezTo>
                  <a:lnTo>
                    <a:pt x="68941" y="326"/>
                  </a:lnTo>
                  <a:cubicBezTo>
                    <a:pt x="68941" y="244"/>
                    <a:pt x="68901" y="163"/>
                    <a:pt x="68860" y="82"/>
                  </a:cubicBezTo>
                  <a:cubicBezTo>
                    <a:pt x="68778" y="41"/>
                    <a:pt x="68697" y="0"/>
                    <a:pt x="686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1809;p35">
              <a:extLst>
                <a:ext uri="{FF2B5EF4-FFF2-40B4-BE49-F238E27FC236}">
                  <a16:creationId xmlns:a16="http://schemas.microsoft.com/office/drawing/2014/main" id="{28F8CF66-20D3-F02C-298C-63F88BC20598}"/>
                </a:ext>
              </a:extLst>
            </p:cNvPr>
            <p:cNvSpPr/>
            <p:nvPr/>
          </p:nvSpPr>
          <p:spPr>
            <a:xfrm>
              <a:off x="3560700" y="945225"/>
              <a:ext cx="1524125" cy="1193475"/>
            </a:xfrm>
            <a:custGeom>
              <a:avLst/>
              <a:gdLst/>
              <a:ahLst/>
              <a:cxnLst/>
              <a:rect l="l" t="t" r="r" b="b"/>
              <a:pathLst>
                <a:path w="60965" h="47739" extrusionOk="0">
                  <a:moveTo>
                    <a:pt x="1" y="1"/>
                  </a:moveTo>
                  <a:lnTo>
                    <a:pt x="1" y="47738"/>
                  </a:lnTo>
                  <a:lnTo>
                    <a:pt x="60965" y="47738"/>
                  </a:lnTo>
                  <a:lnTo>
                    <a:pt x="60965"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1810;p35">
              <a:extLst>
                <a:ext uri="{FF2B5EF4-FFF2-40B4-BE49-F238E27FC236}">
                  <a16:creationId xmlns:a16="http://schemas.microsoft.com/office/drawing/2014/main" id="{131F7307-E4F5-D95D-D4B1-78883264CC84}"/>
                </a:ext>
              </a:extLst>
            </p:cNvPr>
            <p:cNvSpPr/>
            <p:nvPr/>
          </p:nvSpPr>
          <p:spPr>
            <a:xfrm>
              <a:off x="3551550" y="937075"/>
              <a:ext cx="1542450" cy="1209750"/>
            </a:xfrm>
            <a:custGeom>
              <a:avLst/>
              <a:gdLst/>
              <a:ahLst/>
              <a:cxnLst/>
              <a:rect l="l" t="t" r="r" b="b"/>
              <a:pathLst>
                <a:path w="61698" h="48390" extrusionOk="0">
                  <a:moveTo>
                    <a:pt x="61005" y="693"/>
                  </a:moveTo>
                  <a:lnTo>
                    <a:pt x="61005" y="47698"/>
                  </a:lnTo>
                  <a:lnTo>
                    <a:pt x="692" y="47698"/>
                  </a:lnTo>
                  <a:lnTo>
                    <a:pt x="692" y="693"/>
                  </a:lnTo>
                  <a:close/>
                  <a:moveTo>
                    <a:pt x="367" y="1"/>
                  </a:moveTo>
                  <a:cubicBezTo>
                    <a:pt x="245" y="1"/>
                    <a:pt x="163" y="42"/>
                    <a:pt x="123" y="123"/>
                  </a:cubicBezTo>
                  <a:cubicBezTo>
                    <a:pt x="41" y="164"/>
                    <a:pt x="0" y="245"/>
                    <a:pt x="0" y="327"/>
                  </a:cubicBezTo>
                  <a:lnTo>
                    <a:pt x="0" y="48064"/>
                  </a:lnTo>
                  <a:cubicBezTo>
                    <a:pt x="0" y="48146"/>
                    <a:pt x="41" y="48227"/>
                    <a:pt x="123" y="48268"/>
                  </a:cubicBezTo>
                  <a:cubicBezTo>
                    <a:pt x="163" y="48349"/>
                    <a:pt x="245" y="48390"/>
                    <a:pt x="367" y="48390"/>
                  </a:cubicBezTo>
                  <a:lnTo>
                    <a:pt x="61331" y="48390"/>
                  </a:lnTo>
                  <a:cubicBezTo>
                    <a:pt x="61412" y="48390"/>
                    <a:pt x="61494" y="48349"/>
                    <a:pt x="61575" y="48268"/>
                  </a:cubicBezTo>
                  <a:cubicBezTo>
                    <a:pt x="61657" y="48227"/>
                    <a:pt x="61697" y="48146"/>
                    <a:pt x="61697" y="48064"/>
                  </a:cubicBezTo>
                  <a:lnTo>
                    <a:pt x="61697" y="327"/>
                  </a:lnTo>
                  <a:cubicBezTo>
                    <a:pt x="61697" y="245"/>
                    <a:pt x="61657" y="164"/>
                    <a:pt x="61575" y="123"/>
                  </a:cubicBezTo>
                  <a:cubicBezTo>
                    <a:pt x="61494" y="42"/>
                    <a:pt x="61412" y="1"/>
                    <a:pt x="61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1811;p35">
              <a:extLst>
                <a:ext uri="{FF2B5EF4-FFF2-40B4-BE49-F238E27FC236}">
                  <a16:creationId xmlns:a16="http://schemas.microsoft.com/office/drawing/2014/main" id="{6C2EED23-8323-A269-DB72-2F9F71D96087}"/>
                </a:ext>
              </a:extLst>
            </p:cNvPr>
            <p:cNvSpPr/>
            <p:nvPr/>
          </p:nvSpPr>
          <p:spPr>
            <a:xfrm>
              <a:off x="3671600" y="1070375"/>
              <a:ext cx="637950" cy="293050"/>
            </a:xfrm>
            <a:custGeom>
              <a:avLst/>
              <a:gdLst/>
              <a:ahLst/>
              <a:cxnLst/>
              <a:rect l="l" t="t" r="r" b="b"/>
              <a:pathLst>
                <a:path w="25518" h="11722" extrusionOk="0">
                  <a:moveTo>
                    <a:pt x="24826" y="692"/>
                  </a:moveTo>
                  <a:lnTo>
                    <a:pt x="24826" y="11070"/>
                  </a:lnTo>
                  <a:lnTo>
                    <a:pt x="652" y="11070"/>
                  </a:lnTo>
                  <a:lnTo>
                    <a:pt x="652" y="692"/>
                  </a:lnTo>
                  <a:close/>
                  <a:moveTo>
                    <a:pt x="1" y="0"/>
                  </a:moveTo>
                  <a:lnTo>
                    <a:pt x="1" y="11721"/>
                  </a:lnTo>
                  <a:lnTo>
                    <a:pt x="25518" y="11721"/>
                  </a:lnTo>
                  <a:lnTo>
                    <a:pt x="25518" y="11396"/>
                  </a:lnTo>
                  <a:lnTo>
                    <a:pt x="2551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1812;p35">
              <a:extLst>
                <a:ext uri="{FF2B5EF4-FFF2-40B4-BE49-F238E27FC236}">
                  <a16:creationId xmlns:a16="http://schemas.microsoft.com/office/drawing/2014/main" id="{64955B38-FBF2-46A0-ED01-2234CF10136E}"/>
                </a:ext>
              </a:extLst>
            </p:cNvPr>
            <p:cNvSpPr/>
            <p:nvPr/>
          </p:nvSpPr>
          <p:spPr>
            <a:xfrm>
              <a:off x="3760125" y="1538400"/>
              <a:ext cx="1047975" cy="116000"/>
            </a:xfrm>
            <a:custGeom>
              <a:avLst/>
              <a:gdLst/>
              <a:ahLst/>
              <a:cxnLst/>
              <a:rect l="l" t="t" r="r" b="b"/>
              <a:pathLst>
                <a:path w="41919" h="4640" extrusionOk="0">
                  <a:moveTo>
                    <a:pt x="0" y="0"/>
                  </a:moveTo>
                  <a:lnTo>
                    <a:pt x="0" y="692"/>
                  </a:lnTo>
                  <a:lnTo>
                    <a:pt x="5820" y="692"/>
                  </a:lnTo>
                  <a:cubicBezTo>
                    <a:pt x="8384" y="692"/>
                    <a:pt x="10907" y="1221"/>
                    <a:pt x="13227" y="2320"/>
                  </a:cubicBezTo>
                  <a:lnTo>
                    <a:pt x="15913" y="3581"/>
                  </a:lnTo>
                  <a:cubicBezTo>
                    <a:pt x="17419" y="4273"/>
                    <a:pt x="19006" y="4640"/>
                    <a:pt x="20593" y="4640"/>
                  </a:cubicBezTo>
                  <a:cubicBezTo>
                    <a:pt x="22384" y="4640"/>
                    <a:pt x="24215" y="4151"/>
                    <a:pt x="25843" y="3256"/>
                  </a:cubicBezTo>
                  <a:lnTo>
                    <a:pt x="26616" y="2849"/>
                  </a:lnTo>
                  <a:cubicBezTo>
                    <a:pt x="29221" y="1424"/>
                    <a:pt x="32110" y="692"/>
                    <a:pt x="35081" y="692"/>
                  </a:cubicBezTo>
                  <a:lnTo>
                    <a:pt x="41918" y="692"/>
                  </a:lnTo>
                  <a:lnTo>
                    <a:pt x="41918" y="0"/>
                  </a:lnTo>
                  <a:lnTo>
                    <a:pt x="35081" y="0"/>
                  </a:lnTo>
                  <a:cubicBezTo>
                    <a:pt x="31988" y="0"/>
                    <a:pt x="28977" y="773"/>
                    <a:pt x="26291" y="2238"/>
                  </a:cubicBezTo>
                  <a:lnTo>
                    <a:pt x="25517" y="2686"/>
                  </a:lnTo>
                  <a:cubicBezTo>
                    <a:pt x="23971" y="3500"/>
                    <a:pt x="22302" y="3948"/>
                    <a:pt x="20593" y="3948"/>
                  </a:cubicBezTo>
                  <a:cubicBezTo>
                    <a:pt x="19087" y="3948"/>
                    <a:pt x="17581" y="3622"/>
                    <a:pt x="16198" y="2971"/>
                  </a:cubicBezTo>
                  <a:lnTo>
                    <a:pt x="13512" y="1709"/>
                  </a:lnTo>
                  <a:cubicBezTo>
                    <a:pt x="11111" y="570"/>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1813;p35">
              <a:extLst>
                <a:ext uri="{FF2B5EF4-FFF2-40B4-BE49-F238E27FC236}">
                  <a16:creationId xmlns:a16="http://schemas.microsoft.com/office/drawing/2014/main" id="{73D19AA1-7E88-87BD-F257-48490F0F448C}"/>
                </a:ext>
              </a:extLst>
            </p:cNvPr>
            <p:cNvSpPr/>
            <p:nvPr/>
          </p:nvSpPr>
          <p:spPr>
            <a:xfrm>
              <a:off x="3760125" y="1639125"/>
              <a:ext cx="1047975" cy="116000"/>
            </a:xfrm>
            <a:custGeom>
              <a:avLst/>
              <a:gdLst/>
              <a:ahLst/>
              <a:cxnLst/>
              <a:rect l="l" t="t" r="r" b="b"/>
              <a:pathLst>
                <a:path w="41919" h="4640" extrusionOk="0">
                  <a:moveTo>
                    <a:pt x="0" y="0"/>
                  </a:moveTo>
                  <a:lnTo>
                    <a:pt x="0" y="692"/>
                  </a:lnTo>
                  <a:lnTo>
                    <a:pt x="5820" y="692"/>
                  </a:lnTo>
                  <a:cubicBezTo>
                    <a:pt x="8384" y="692"/>
                    <a:pt x="10907" y="1262"/>
                    <a:pt x="13227" y="2320"/>
                  </a:cubicBezTo>
                  <a:lnTo>
                    <a:pt x="15913" y="3622"/>
                  </a:lnTo>
                  <a:cubicBezTo>
                    <a:pt x="17419" y="4314"/>
                    <a:pt x="19006" y="4640"/>
                    <a:pt x="20593" y="4640"/>
                  </a:cubicBezTo>
                  <a:cubicBezTo>
                    <a:pt x="22384" y="4640"/>
                    <a:pt x="24215" y="4192"/>
                    <a:pt x="25843" y="3297"/>
                  </a:cubicBezTo>
                  <a:lnTo>
                    <a:pt x="26616" y="2849"/>
                  </a:lnTo>
                  <a:cubicBezTo>
                    <a:pt x="29221" y="1424"/>
                    <a:pt x="32110" y="692"/>
                    <a:pt x="35081" y="692"/>
                  </a:cubicBezTo>
                  <a:lnTo>
                    <a:pt x="41918" y="692"/>
                  </a:lnTo>
                  <a:lnTo>
                    <a:pt x="41918" y="0"/>
                  </a:lnTo>
                  <a:lnTo>
                    <a:pt x="35081" y="0"/>
                  </a:lnTo>
                  <a:cubicBezTo>
                    <a:pt x="31988" y="0"/>
                    <a:pt x="28977" y="773"/>
                    <a:pt x="26291" y="2279"/>
                  </a:cubicBezTo>
                  <a:lnTo>
                    <a:pt x="25517" y="2686"/>
                  </a:lnTo>
                  <a:cubicBezTo>
                    <a:pt x="24012" y="3541"/>
                    <a:pt x="22302" y="3948"/>
                    <a:pt x="20593" y="3948"/>
                  </a:cubicBezTo>
                  <a:cubicBezTo>
                    <a:pt x="19087" y="3948"/>
                    <a:pt x="17581" y="3622"/>
                    <a:pt x="16198" y="2971"/>
                  </a:cubicBezTo>
                  <a:lnTo>
                    <a:pt x="13512" y="1709"/>
                  </a:lnTo>
                  <a:cubicBezTo>
                    <a:pt x="11111" y="611"/>
                    <a:pt x="8465" y="0"/>
                    <a:pt x="58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1814;p35">
              <a:extLst>
                <a:ext uri="{FF2B5EF4-FFF2-40B4-BE49-F238E27FC236}">
                  <a16:creationId xmlns:a16="http://schemas.microsoft.com/office/drawing/2014/main" id="{68853118-5B54-BBD7-4103-052D813E775F}"/>
                </a:ext>
              </a:extLst>
            </p:cNvPr>
            <p:cNvSpPr/>
            <p:nvPr/>
          </p:nvSpPr>
          <p:spPr>
            <a:xfrm>
              <a:off x="3760125" y="1866000"/>
              <a:ext cx="1047975" cy="115000"/>
            </a:xfrm>
            <a:custGeom>
              <a:avLst/>
              <a:gdLst/>
              <a:ahLst/>
              <a:cxnLst/>
              <a:rect l="l" t="t" r="r" b="b"/>
              <a:pathLst>
                <a:path w="41919" h="4600" extrusionOk="0">
                  <a:moveTo>
                    <a:pt x="20593" y="1"/>
                  </a:moveTo>
                  <a:cubicBezTo>
                    <a:pt x="19006" y="1"/>
                    <a:pt x="17419" y="326"/>
                    <a:pt x="15913" y="1018"/>
                  </a:cubicBezTo>
                  <a:lnTo>
                    <a:pt x="13227" y="2280"/>
                  </a:lnTo>
                  <a:cubicBezTo>
                    <a:pt x="10907" y="3378"/>
                    <a:pt x="8384" y="3948"/>
                    <a:pt x="5820" y="3948"/>
                  </a:cubicBezTo>
                  <a:lnTo>
                    <a:pt x="0" y="3948"/>
                  </a:lnTo>
                  <a:lnTo>
                    <a:pt x="0" y="4599"/>
                  </a:lnTo>
                  <a:lnTo>
                    <a:pt x="5820" y="4599"/>
                  </a:lnTo>
                  <a:cubicBezTo>
                    <a:pt x="8465" y="4599"/>
                    <a:pt x="11111" y="4030"/>
                    <a:pt x="13512" y="2890"/>
                  </a:cubicBezTo>
                  <a:lnTo>
                    <a:pt x="16198" y="1628"/>
                  </a:lnTo>
                  <a:cubicBezTo>
                    <a:pt x="17581" y="977"/>
                    <a:pt x="19087" y="652"/>
                    <a:pt x="20593" y="652"/>
                  </a:cubicBezTo>
                  <a:cubicBezTo>
                    <a:pt x="22302" y="652"/>
                    <a:pt x="23971" y="1099"/>
                    <a:pt x="25517" y="1913"/>
                  </a:cubicBezTo>
                  <a:lnTo>
                    <a:pt x="26291" y="2361"/>
                  </a:lnTo>
                  <a:cubicBezTo>
                    <a:pt x="28977" y="3826"/>
                    <a:pt x="31988" y="4599"/>
                    <a:pt x="35081" y="4599"/>
                  </a:cubicBezTo>
                  <a:lnTo>
                    <a:pt x="41918" y="4599"/>
                  </a:lnTo>
                  <a:lnTo>
                    <a:pt x="41918" y="3948"/>
                  </a:lnTo>
                  <a:lnTo>
                    <a:pt x="35081" y="3948"/>
                  </a:lnTo>
                  <a:cubicBezTo>
                    <a:pt x="32110" y="3948"/>
                    <a:pt x="29221" y="3175"/>
                    <a:pt x="26616" y="1751"/>
                  </a:cubicBezTo>
                  <a:lnTo>
                    <a:pt x="25843" y="1344"/>
                  </a:lnTo>
                  <a:cubicBezTo>
                    <a:pt x="24215" y="448"/>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1815;p35">
              <a:extLst>
                <a:ext uri="{FF2B5EF4-FFF2-40B4-BE49-F238E27FC236}">
                  <a16:creationId xmlns:a16="http://schemas.microsoft.com/office/drawing/2014/main" id="{E6EAE757-D735-F686-570C-7797709FBD44}"/>
                </a:ext>
              </a:extLst>
            </p:cNvPr>
            <p:cNvSpPr/>
            <p:nvPr/>
          </p:nvSpPr>
          <p:spPr>
            <a:xfrm>
              <a:off x="3760125" y="1764250"/>
              <a:ext cx="1047975" cy="116025"/>
            </a:xfrm>
            <a:custGeom>
              <a:avLst/>
              <a:gdLst/>
              <a:ahLst/>
              <a:cxnLst/>
              <a:rect l="l" t="t" r="r" b="b"/>
              <a:pathLst>
                <a:path w="41919" h="4641" extrusionOk="0">
                  <a:moveTo>
                    <a:pt x="20593" y="1"/>
                  </a:moveTo>
                  <a:cubicBezTo>
                    <a:pt x="19006" y="1"/>
                    <a:pt x="17419" y="367"/>
                    <a:pt x="15913" y="1059"/>
                  </a:cubicBezTo>
                  <a:lnTo>
                    <a:pt x="13227" y="2321"/>
                  </a:lnTo>
                  <a:cubicBezTo>
                    <a:pt x="10907" y="3379"/>
                    <a:pt x="8384" y="3948"/>
                    <a:pt x="5820" y="3948"/>
                  </a:cubicBezTo>
                  <a:lnTo>
                    <a:pt x="0" y="3948"/>
                  </a:lnTo>
                  <a:lnTo>
                    <a:pt x="0" y="4640"/>
                  </a:lnTo>
                  <a:lnTo>
                    <a:pt x="5820" y="4640"/>
                  </a:lnTo>
                  <a:cubicBezTo>
                    <a:pt x="8465" y="4640"/>
                    <a:pt x="11111" y="4030"/>
                    <a:pt x="13512" y="2931"/>
                  </a:cubicBezTo>
                  <a:lnTo>
                    <a:pt x="16198" y="1669"/>
                  </a:lnTo>
                  <a:cubicBezTo>
                    <a:pt x="17581" y="1018"/>
                    <a:pt x="19087" y="693"/>
                    <a:pt x="20593" y="693"/>
                  </a:cubicBezTo>
                  <a:cubicBezTo>
                    <a:pt x="22302" y="693"/>
                    <a:pt x="24012" y="1100"/>
                    <a:pt x="25517" y="1954"/>
                  </a:cubicBezTo>
                  <a:lnTo>
                    <a:pt x="26291" y="2402"/>
                  </a:lnTo>
                  <a:cubicBezTo>
                    <a:pt x="28977" y="3867"/>
                    <a:pt x="31988" y="4640"/>
                    <a:pt x="35081" y="4640"/>
                  </a:cubicBezTo>
                  <a:lnTo>
                    <a:pt x="41918" y="4640"/>
                  </a:lnTo>
                  <a:lnTo>
                    <a:pt x="41918" y="3948"/>
                  </a:lnTo>
                  <a:lnTo>
                    <a:pt x="35081" y="3948"/>
                  </a:lnTo>
                  <a:cubicBezTo>
                    <a:pt x="32110" y="3948"/>
                    <a:pt x="29221" y="3216"/>
                    <a:pt x="26616" y="1792"/>
                  </a:cubicBezTo>
                  <a:lnTo>
                    <a:pt x="25843" y="1344"/>
                  </a:lnTo>
                  <a:cubicBezTo>
                    <a:pt x="24215" y="449"/>
                    <a:pt x="22384" y="1"/>
                    <a:pt x="2059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1816;p35">
              <a:extLst>
                <a:ext uri="{FF2B5EF4-FFF2-40B4-BE49-F238E27FC236}">
                  <a16:creationId xmlns:a16="http://schemas.microsoft.com/office/drawing/2014/main" id="{F0BEE1EA-5C88-04F9-35CF-C879A7B47FE8}"/>
                </a:ext>
              </a:extLst>
            </p:cNvPr>
            <p:cNvSpPr/>
            <p:nvPr/>
          </p:nvSpPr>
          <p:spPr>
            <a:xfrm>
              <a:off x="4825375" y="1479375"/>
              <a:ext cx="96675" cy="97700"/>
            </a:xfrm>
            <a:custGeom>
              <a:avLst/>
              <a:gdLst/>
              <a:ahLst/>
              <a:cxnLst/>
              <a:rect l="l" t="t" r="r" b="b"/>
              <a:pathLst>
                <a:path w="3867" h="3908" extrusionOk="0">
                  <a:moveTo>
                    <a:pt x="0" y="1"/>
                  </a:moveTo>
                  <a:lnTo>
                    <a:pt x="0" y="3908"/>
                  </a:lnTo>
                  <a:lnTo>
                    <a:pt x="3866" y="3908"/>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1817;p35">
              <a:extLst>
                <a:ext uri="{FF2B5EF4-FFF2-40B4-BE49-F238E27FC236}">
                  <a16:creationId xmlns:a16="http://schemas.microsoft.com/office/drawing/2014/main" id="{18D257D4-6677-E373-ABFA-9B8A09580DA9}"/>
                </a:ext>
              </a:extLst>
            </p:cNvPr>
            <p:cNvSpPr/>
            <p:nvPr/>
          </p:nvSpPr>
          <p:spPr>
            <a:xfrm>
              <a:off x="4825375" y="1599425"/>
              <a:ext cx="96675" cy="96700"/>
            </a:xfrm>
            <a:custGeom>
              <a:avLst/>
              <a:gdLst/>
              <a:ahLst/>
              <a:cxnLst/>
              <a:rect l="l" t="t" r="r" b="b"/>
              <a:pathLst>
                <a:path w="3867" h="3868"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1818;p35">
              <a:extLst>
                <a:ext uri="{FF2B5EF4-FFF2-40B4-BE49-F238E27FC236}">
                  <a16:creationId xmlns:a16="http://schemas.microsoft.com/office/drawing/2014/main" id="{34EB3BF4-7583-C5A5-477E-CACAAD16F77A}"/>
                </a:ext>
              </a:extLst>
            </p:cNvPr>
            <p:cNvSpPr/>
            <p:nvPr/>
          </p:nvSpPr>
          <p:spPr>
            <a:xfrm>
              <a:off x="4825375" y="1804950"/>
              <a:ext cx="96675" cy="96675"/>
            </a:xfrm>
            <a:custGeom>
              <a:avLst/>
              <a:gdLst/>
              <a:ahLst/>
              <a:cxnLst/>
              <a:rect l="l" t="t" r="r" b="b"/>
              <a:pathLst>
                <a:path w="3867" h="3867" extrusionOk="0">
                  <a:moveTo>
                    <a:pt x="0" y="1"/>
                  </a:moveTo>
                  <a:lnTo>
                    <a:pt x="0" y="3867"/>
                  </a:lnTo>
                  <a:lnTo>
                    <a:pt x="3866" y="3867"/>
                  </a:lnTo>
                  <a:lnTo>
                    <a:pt x="3866"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1819;p35">
              <a:extLst>
                <a:ext uri="{FF2B5EF4-FFF2-40B4-BE49-F238E27FC236}">
                  <a16:creationId xmlns:a16="http://schemas.microsoft.com/office/drawing/2014/main" id="{8CE5B9B3-C090-1738-1D6F-4A76C79F8FEF}"/>
                </a:ext>
              </a:extLst>
            </p:cNvPr>
            <p:cNvSpPr/>
            <p:nvPr/>
          </p:nvSpPr>
          <p:spPr>
            <a:xfrm>
              <a:off x="4825375" y="1924000"/>
              <a:ext cx="96675" cy="97700"/>
            </a:xfrm>
            <a:custGeom>
              <a:avLst/>
              <a:gdLst/>
              <a:ahLst/>
              <a:cxnLst/>
              <a:rect l="l" t="t" r="r" b="b"/>
              <a:pathLst>
                <a:path w="3867" h="3908" extrusionOk="0">
                  <a:moveTo>
                    <a:pt x="0" y="0"/>
                  </a:moveTo>
                  <a:lnTo>
                    <a:pt x="0" y="3907"/>
                  </a:lnTo>
                  <a:lnTo>
                    <a:pt x="3866" y="3907"/>
                  </a:lnTo>
                  <a:lnTo>
                    <a:pt x="386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1820;p35">
              <a:extLst>
                <a:ext uri="{FF2B5EF4-FFF2-40B4-BE49-F238E27FC236}">
                  <a16:creationId xmlns:a16="http://schemas.microsoft.com/office/drawing/2014/main" id="{023BAD81-9FBE-06AD-AB7C-CF2DDD9BC8AC}"/>
                </a:ext>
              </a:extLst>
            </p:cNvPr>
            <p:cNvSpPr/>
            <p:nvPr/>
          </p:nvSpPr>
          <p:spPr>
            <a:xfrm>
              <a:off x="3644125" y="1479375"/>
              <a:ext cx="96700" cy="97700"/>
            </a:xfrm>
            <a:custGeom>
              <a:avLst/>
              <a:gdLst/>
              <a:ahLst/>
              <a:cxnLst/>
              <a:rect l="l" t="t" r="r" b="b"/>
              <a:pathLst>
                <a:path w="3868" h="3908" extrusionOk="0">
                  <a:moveTo>
                    <a:pt x="1" y="1"/>
                  </a:moveTo>
                  <a:lnTo>
                    <a:pt x="1" y="3908"/>
                  </a:lnTo>
                  <a:lnTo>
                    <a:pt x="3867" y="3908"/>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1821;p35">
              <a:extLst>
                <a:ext uri="{FF2B5EF4-FFF2-40B4-BE49-F238E27FC236}">
                  <a16:creationId xmlns:a16="http://schemas.microsoft.com/office/drawing/2014/main" id="{9285C87B-82D8-8548-C105-8E363F3D20B6}"/>
                </a:ext>
              </a:extLst>
            </p:cNvPr>
            <p:cNvSpPr/>
            <p:nvPr/>
          </p:nvSpPr>
          <p:spPr>
            <a:xfrm>
              <a:off x="3644125" y="1599425"/>
              <a:ext cx="96700" cy="96700"/>
            </a:xfrm>
            <a:custGeom>
              <a:avLst/>
              <a:gdLst/>
              <a:ahLst/>
              <a:cxnLst/>
              <a:rect l="l" t="t" r="r" b="b"/>
              <a:pathLst>
                <a:path w="3868" h="3868"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1822;p35">
              <a:extLst>
                <a:ext uri="{FF2B5EF4-FFF2-40B4-BE49-F238E27FC236}">
                  <a16:creationId xmlns:a16="http://schemas.microsoft.com/office/drawing/2014/main" id="{945A797D-1FE1-1D6E-F4E3-62D8135BE58B}"/>
                </a:ext>
              </a:extLst>
            </p:cNvPr>
            <p:cNvSpPr/>
            <p:nvPr/>
          </p:nvSpPr>
          <p:spPr>
            <a:xfrm>
              <a:off x="3644125" y="1804950"/>
              <a:ext cx="96700" cy="96675"/>
            </a:xfrm>
            <a:custGeom>
              <a:avLst/>
              <a:gdLst/>
              <a:ahLst/>
              <a:cxnLst/>
              <a:rect l="l" t="t" r="r" b="b"/>
              <a:pathLst>
                <a:path w="3868" h="3867" extrusionOk="0">
                  <a:moveTo>
                    <a:pt x="1" y="1"/>
                  </a:moveTo>
                  <a:lnTo>
                    <a:pt x="1" y="3867"/>
                  </a:lnTo>
                  <a:lnTo>
                    <a:pt x="3867" y="3867"/>
                  </a:lnTo>
                  <a:lnTo>
                    <a:pt x="386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1823;p35">
              <a:extLst>
                <a:ext uri="{FF2B5EF4-FFF2-40B4-BE49-F238E27FC236}">
                  <a16:creationId xmlns:a16="http://schemas.microsoft.com/office/drawing/2014/main" id="{848CCFC0-F029-FAC6-EAD9-513AEFF1E59D}"/>
                </a:ext>
              </a:extLst>
            </p:cNvPr>
            <p:cNvSpPr/>
            <p:nvPr/>
          </p:nvSpPr>
          <p:spPr>
            <a:xfrm>
              <a:off x="3644125" y="1924000"/>
              <a:ext cx="96700" cy="97700"/>
            </a:xfrm>
            <a:custGeom>
              <a:avLst/>
              <a:gdLst/>
              <a:ahLst/>
              <a:cxnLst/>
              <a:rect l="l" t="t" r="r" b="b"/>
              <a:pathLst>
                <a:path w="3868" h="3908" extrusionOk="0">
                  <a:moveTo>
                    <a:pt x="1" y="0"/>
                  </a:moveTo>
                  <a:lnTo>
                    <a:pt x="1" y="3907"/>
                  </a:lnTo>
                  <a:lnTo>
                    <a:pt x="3867" y="3907"/>
                  </a:lnTo>
                  <a:lnTo>
                    <a:pt x="3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1824;p35">
              <a:extLst>
                <a:ext uri="{FF2B5EF4-FFF2-40B4-BE49-F238E27FC236}">
                  <a16:creationId xmlns:a16="http://schemas.microsoft.com/office/drawing/2014/main" id="{148C68D1-C27F-C305-3B96-FE3B8C330120}"/>
                </a:ext>
              </a:extLst>
            </p:cNvPr>
            <p:cNvSpPr/>
            <p:nvPr/>
          </p:nvSpPr>
          <p:spPr>
            <a:xfrm>
              <a:off x="4389900" y="1053075"/>
              <a:ext cx="534175" cy="335775"/>
            </a:xfrm>
            <a:custGeom>
              <a:avLst/>
              <a:gdLst/>
              <a:ahLst/>
              <a:cxnLst/>
              <a:rect l="l" t="t" r="r" b="b"/>
              <a:pathLst>
                <a:path w="21367" h="13431" extrusionOk="0">
                  <a:moveTo>
                    <a:pt x="367" y="82"/>
                  </a:moveTo>
                  <a:cubicBezTo>
                    <a:pt x="164" y="82"/>
                    <a:pt x="1" y="245"/>
                    <a:pt x="1" y="448"/>
                  </a:cubicBezTo>
                  <a:cubicBezTo>
                    <a:pt x="1" y="692"/>
                    <a:pt x="164" y="855"/>
                    <a:pt x="367" y="855"/>
                  </a:cubicBezTo>
                  <a:lnTo>
                    <a:pt x="1954" y="855"/>
                  </a:lnTo>
                  <a:cubicBezTo>
                    <a:pt x="2158" y="855"/>
                    <a:pt x="2321" y="692"/>
                    <a:pt x="2321" y="448"/>
                  </a:cubicBezTo>
                  <a:cubicBezTo>
                    <a:pt x="2321" y="245"/>
                    <a:pt x="2158" y="82"/>
                    <a:pt x="1954" y="82"/>
                  </a:cubicBezTo>
                  <a:close/>
                  <a:moveTo>
                    <a:pt x="3704" y="82"/>
                  </a:moveTo>
                  <a:cubicBezTo>
                    <a:pt x="3501" y="82"/>
                    <a:pt x="3297" y="245"/>
                    <a:pt x="3297" y="448"/>
                  </a:cubicBezTo>
                  <a:cubicBezTo>
                    <a:pt x="3297" y="692"/>
                    <a:pt x="3501" y="855"/>
                    <a:pt x="3704" y="855"/>
                  </a:cubicBezTo>
                  <a:lnTo>
                    <a:pt x="7815" y="855"/>
                  </a:lnTo>
                  <a:cubicBezTo>
                    <a:pt x="8059" y="855"/>
                    <a:pt x="8222" y="692"/>
                    <a:pt x="8222" y="448"/>
                  </a:cubicBezTo>
                  <a:cubicBezTo>
                    <a:pt x="8222" y="245"/>
                    <a:pt x="8059" y="82"/>
                    <a:pt x="7815" y="82"/>
                  </a:cubicBezTo>
                  <a:close/>
                  <a:moveTo>
                    <a:pt x="9565" y="0"/>
                  </a:moveTo>
                  <a:cubicBezTo>
                    <a:pt x="9320" y="0"/>
                    <a:pt x="9117" y="204"/>
                    <a:pt x="9117" y="448"/>
                  </a:cubicBezTo>
                  <a:cubicBezTo>
                    <a:pt x="9117" y="692"/>
                    <a:pt x="9320" y="896"/>
                    <a:pt x="9565" y="896"/>
                  </a:cubicBezTo>
                  <a:cubicBezTo>
                    <a:pt x="9850" y="896"/>
                    <a:pt x="10053" y="692"/>
                    <a:pt x="10053" y="448"/>
                  </a:cubicBezTo>
                  <a:cubicBezTo>
                    <a:pt x="10053" y="204"/>
                    <a:pt x="9850" y="0"/>
                    <a:pt x="9565" y="0"/>
                  </a:cubicBezTo>
                  <a:close/>
                  <a:moveTo>
                    <a:pt x="10948" y="0"/>
                  </a:moveTo>
                  <a:cubicBezTo>
                    <a:pt x="10704" y="0"/>
                    <a:pt x="10501" y="204"/>
                    <a:pt x="10501" y="448"/>
                  </a:cubicBezTo>
                  <a:cubicBezTo>
                    <a:pt x="10501" y="692"/>
                    <a:pt x="10704" y="896"/>
                    <a:pt x="10948" y="896"/>
                  </a:cubicBezTo>
                  <a:cubicBezTo>
                    <a:pt x="11193" y="896"/>
                    <a:pt x="11396" y="692"/>
                    <a:pt x="11396" y="448"/>
                  </a:cubicBezTo>
                  <a:cubicBezTo>
                    <a:pt x="11396" y="204"/>
                    <a:pt x="11193" y="0"/>
                    <a:pt x="10948" y="0"/>
                  </a:cubicBezTo>
                  <a:close/>
                  <a:moveTo>
                    <a:pt x="12291" y="0"/>
                  </a:moveTo>
                  <a:cubicBezTo>
                    <a:pt x="12047" y="0"/>
                    <a:pt x="11844" y="204"/>
                    <a:pt x="11844" y="448"/>
                  </a:cubicBezTo>
                  <a:cubicBezTo>
                    <a:pt x="11844" y="692"/>
                    <a:pt x="12047" y="896"/>
                    <a:pt x="12291" y="896"/>
                  </a:cubicBezTo>
                  <a:cubicBezTo>
                    <a:pt x="12536" y="896"/>
                    <a:pt x="12739" y="692"/>
                    <a:pt x="12739" y="448"/>
                  </a:cubicBezTo>
                  <a:cubicBezTo>
                    <a:pt x="12739" y="204"/>
                    <a:pt x="12536" y="0"/>
                    <a:pt x="12291" y="0"/>
                  </a:cubicBezTo>
                  <a:close/>
                  <a:moveTo>
                    <a:pt x="13634" y="0"/>
                  </a:moveTo>
                  <a:cubicBezTo>
                    <a:pt x="13390" y="0"/>
                    <a:pt x="13187" y="204"/>
                    <a:pt x="13187" y="448"/>
                  </a:cubicBezTo>
                  <a:cubicBezTo>
                    <a:pt x="13187" y="692"/>
                    <a:pt x="13390" y="896"/>
                    <a:pt x="13634" y="896"/>
                  </a:cubicBezTo>
                  <a:cubicBezTo>
                    <a:pt x="13879" y="896"/>
                    <a:pt x="14082" y="692"/>
                    <a:pt x="14082" y="448"/>
                  </a:cubicBezTo>
                  <a:cubicBezTo>
                    <a:pt x="14082" y="204"/>
                    <a:pt x="13879" y="0"/>
                    <a:pt x="13634" y="0"/>
                  </a:cubicBezTo>
                  <a:close/>
                  <a:moveTo>
                    <a:pt x="14977" y="0"/>
                  </a:moveTo>
                  <a:cubicBezTo>
                    <a:pt x="14733" y="0"/>
                    <a:pt x="14530" y="204"/>
                    <a:pt x="14530" y="448"/>
                  </a:cubicBezTo>
                  <a:cubicBezTo>
                    <a:pt x="14530" y="692"/>
                    <a:pt x="14733" y="896"/>
                    <a:pt x="14977" y="896"/>
                  </a:cubicBezTo>
                  <a:cubicBezTo>
                    <a:pt x="15222" y="896"/>
                    <a:pt x="15425" y="692"/>
                    <a:pt x="15425" y="448"/>
                  </a:cubicBezTo>
                  <a:cubicBezTo>
                    <a:pt x="15425" y="204"/>
                    <a:pt x="15222" y="0"/>
                    <a:pt x="14977" y="0"/>
                  </a:cubicBezTo>
                  <a:close/>
                  <a:moveTo>
                    <a:pt x="16320" y="0"/>
                  </a:moveTo>
                  <a:cubicBezTo>
                    <a:pt x="16076" y="0"/>
                    <a:pt x="15873" y="204"/>
                    <a:pt x="15873" y="448"/>
                  </a:cubicBezTo>
                  <a:cubicBezTo>
                    <a:pt x="15873" y="692"/>
                    <a:pt x="16076" y="896"/>
                    <a:pt x="16320" y="896"/>
                  </a:cubicBezTo>
                  <a:cubicBezTo>
                    <a:pt x="16565" y="896"/>
                    <a:pt x="16768" y="692"/>
                    <a:pt x="16768" y="448"/>
                  </a:cubicBezTo>
                  <a:cubicBezTo>
                    <a:pt x="16768" y="204"/>
                    <a:pt x="16565" y="0"/>
                    <a:pt x="16320" y="0"/>
                  </a:cubicBezTo>
                  <a:close/>
                  <a:moveTo>
                    <a:pt x="367" y="1873"/>
                  </a:moveTo>
                  <a:cubicBezTo>
                    <a:pt x="164" y="1873"/>
                    <a:pt x="1" y="2035"/>
                    <a:pt x="1" y="2239"/>
                  </a:cubicBezTo>
                  <a:cubicBezTo>
                    <a:pt x="1" y="2483"/>
                    <a:pt x="164" y="2646"/>
                    <a:pt x="367" y="2646"/>
                  </a:cubicBezTo>
                  <a:lnTo>
                    <a:pt x="1954" y="2646"/>
                  </a:lnTo>
                  <a:cubicBezTo>
                    <a:pt x="2158" y="2646"/>
                    <a:pt x="2321" y="2483"/>
                    <a:pt x="2321" y="2239"/>
                  </a:cubicBezTo>
                  <a:cubicBezTo>
                    <a:pt x="2321" y="2035"/>
                    <a:pt x="2158" y="1873"/>
                    <a:pt x="1954" y="1873"/>
                  </a:cubicBezTo>
                  <a:close/>
                  <a:moveTo>
                    <a:pt x="3704" y="1873"/>
                  </a:moveTo>
                  <a:cubicBezTo>
                    <a:pt x="3501" y="1873"/>
                    <a:pt x="3297" y="2035"/>
                    <a:pt x="3297" y="2239"/>
                  </a:cubicBezTo>
                  <a:cubicBezTo>
                    <a:pt x="3297" y="2483"/>
                    <a:pt x="3501" y="2646"/>
                    <a:pt x="3704" y="2646"/>
                  </a:cubicBezTo>
                  <a:lnTo>
                    <a:pt x="7815" y="2646"/>
                  </a:lnTo>
                  <a:cubicBezTo>
                    <a:pt x="8059" y="2646"/>
                    <a:pt x="8222" y="2483"/>
                    <a:pt x="8222" y="2239"/>
                  </a:cubicBezTo>
                  <a:cubicBezTo>
                    <a:pt x="8222" y="2035"/>
                    <a:pt x="8059" y="1873"/>
                    <a:pt x="7815" y="1873"/>
                  </a:cubicBezTo>
                  <a:close/>
                  <a:moveTo>
                    <a:pt x="367" y="3663"/>
                  </a:moveTo>
                  <a:cubicBezTo>
                    <a:pt x="164" y="3663"/>
                    <a:pt x="1" y="3826"/>
                    <a:pt x="1" y="4070"/>
                  </a:cubicBezTo>
                  <a:cubicBezTo>
                    <a:pt x="1" y="4274"/>
                    <a:pt x="164" y="4436"/>
                    <a:pt x="367" y="4436"/>
                  </a:cubicBezTo>
                  <a:lnTo>
                    <a:pt x="1954" y="4436"/>
                  </a:lnTo>
                  <a:cubicBezTo>
                    <a:pt x="2158" y="4436"/>
                    <a:pt x="2321" y="4274"/>
                    <a:pt x="2321" y="4070"/>
                  </a:cubicBezTo>
                  <a:cubicBezTo>
                    <a:pt x="2321" y="3826"/>
                    <a:pt x="2158" y="3663"/>
                    <a:pt x="1954" y="3663"/>
                  </a:cubicBezTo>
                  <a:close/>
                  <a:moveTo>
                    <a:pt x="3704" y="3663"/>
                  </a:moveTo>
                  <a:cubicBezTo>
                    <a:pt x="3501" y="3663"/>
                    <a:pt x="3297" y="3826"/>
                    <a:pt x="3297" y="4070"/>
                  </a:cubicBezTo>
                  <a:cubicBezTo>
                    <a:pt x="3297" y="4274"/>
                    <a:pt x="3501" y="4436"/>
                    <a:pt x="3704" y="4436"/>
                  </a:cubicBezTo>
                  <a:lnTo>
                    <a:pt x="7815" y="4436"/>
                  </a:lnTo>
                  <a:cubicBezTo>
                    <a:pt x="8059" y="4436"/>
                    <a:pt x="8222" y="4274"/>
                    <a:pt x="8222" y="4070"/>
                  </a:cubicBezTo>
                  <a:cubicBezTo>
                    <a:pt x="8222" y="3826"/>
                    <a:pt x="8059" y="3663"/>
                    <a:pt x="7815" y="3663"/>
                  </a:cubicBezTo>
                  <a:close/>
                  <a:moveTo>
                    <a:pt x="9565" y="3623"/>
                  </a:moveTo>
                  <a:cubicBezTo>
                    <a:pt x="9320" y="3623"/>
                    <a:pt x="9117" y="3826"/>
                    <a:pt x="9117" y="4070"/>
                  </a:cubicBezTo>
                  <a:cubicBezTo>
                    <a:pt x="9117" y="4314"/>
                    <a:pt x="9320" y="4518"/>
                    <a:pt x="9565" y="4518"/>
                  </a:cubicBezTo>
                  <a:cubicBezTo>
                    <a:pt x="9850" y="4518"/>
                    <a:pt x="10053" y="4314"/>
                    <a:pt x="10053" y="4070"/>
                  </a:cubicBezTo>
                  <a:cubicBezTo>
                    <a:pt x="10053" y="3826"/>
                    <a:pt x="9850" y="3623"/>
                    <a:pt x="9565" y="3623"/>
                  </a:cubicBezTo>
                  <a:close/>
                  <a:moveTo>
                    <a:pt x="10948" y="3623"/>
                  </a:moveTo>
                  <a:cubicBezTo>
                    <a:pt x="10704" y="3623"/>
                    <a:pt x="10501" y="3826"/>
                    <a:pt x="10501" y="4070"/>
                  </a:cubicBezTo>
                  <a:cubicBezTo>
                    <a:pt x="10501" y="4314"/>
                    <a:pt x="10704" y="4518"/>
                    <a:pt x="10948" y="4518"/>
                  </a:cubicBezTo>
                  <a:cubicBezTo>
                    <a:pt x="11193" y="4518"/>
                    <a:pt x="11396" y="4314"/>
                    <a:pt x="11396" y="4070"/>
                  </a:cubicBezTo>
                  <a:cubicBezTo>
                    <a:pt x="11396" y="3826"/>
                    <a:pt x="11193" y="3623"/>
                    <a:pt x="10948" y="3623"/>
                  </a:cubicBezTo>
                  <a:close/>
                  <a:moveTo>
                    <a:pt x="12291" y="3623"/>
                  </a:moveTo>
                  <a:cubicBezTo>
                    <a:pt x="12047" y="3623"/>
                    <a:pt x="11844" y="3826"/>
                    <a:pt x="11844" y="4070"/>
                  </a:cubicBezTo>
                  <a:cubicBezTo>
                    <a:pt x="11844" y="4314"/>
                    <a:pt x="12047" y="4518"/>
                    <a:pt x="12291" y="4518"/>
                  </a:cubicBezTo>
                  <a:cubicBezTo>
                    <a:pt x="12536" y="4518"/>
                    <a:pt x="12739" y="4314"/>
                    <a:pt x="12739" y="4070"/>
                  </a:cubicBezTo>
                  <a:cubicBezTo>
                    <a:pt x="12739" y="3826"/>
                    <a:pt x="12536" y="3623"/>
                    <a:pt x="12291" y="3623"/>
                  </a:cubicBezTo>
                  <a:close/>
                  <a:moveTo>
                    <a:pt x="13634" y="3623"/>
                  </a:moveTo>
                  <a:cubicBezTo>
                    <a:pt x="13390" y="3623"/>
                    <a:pt x="13187" y="3826"/>
                    <a:pt x="13187" y="4070"/>
                  </a:cubicBezTo>
                  <a:cubicBezTo>
                    <a:pt x="13187" y="4314"/>
                    <a:pt x="13390" y="4518"/>
                    <a:pt x="13634" y="4518"/>
                  </a:cubicBezTo>
                  <a:cubicBezTo>
                    <a:pt x="13879" y="4518"/>
                    <a:pt x="14082" y="4314"/>
                    <a:pt x="14082" y="4070"/>
                  </a:cubicBezTo>
                  <a:cubicBezTo>
                    <a:pt x="14082" y="3826"/>
                    <a:pt x="13879" y="3623"/>
                    <a:pt x="13634" y="3623"/>
                  </a:cubicBezTo>
                  <a:close/>
                  <a:moveTo>
                    <a:pt x="14977" y="3623"/>
                  </a:moveTo>
                  <a:cubicBezTo>
                    <a:pt x="14733" y="3623"/>
                    <a:pt x="14530" y="3826"/>
                    <a:pt x="14530" y="4070"/>
                  </a:cubicBezTo>
                  <a:cubicBezTo>
                    <a:pt x="14530" y="4314"/>
                    <a:pt x="14733" y="4518"/>
                    <a:pt x="14977" y="4518"/>
                  </a:cubicBezTo>
                  <a:cubicBezTo>
                    <a:pt x="15222" y="4518"/>
                    <a:pt x="15425" y="4314"/>
                    <a:pt x="15425" y="4070"/>
                  </a:cubicBezTo>
                  <a:cubicBezTo>
                    <a:pt x="15425" y="3826"/>
                    <a:pt x="15222" y="3623"/>
                    <a:pt x="14977" y="3623"/>
                  </a:cubicBezTo>
                  <a:close/>
                  <a:moveTo>
                    <a:pt x="16320" y="3623"/>
                  </a:moveTo>
                  <a:cubicBezTo>
                    <a:pt x="16076" y="3623"/>
                    <a:pt x="15873" y="3826"/>
                    <a:pt x="15873" y="4070"/>
                  </a:cubicBezTo>
                  <a:cubicBezTo>
                    <a:pt x="15873" y="4314"/>
                    <a:pt x="16076" y="4518"/>
                    <a:pt x="16320" y="4518"/>
                  </a:cubicBezTo>
                  <a:cubicBezTo>
                    <a:pt x="16565" y="4518"/>
                    <a:pt x="16768" y="4314"/>
                    <a:pt x="16768" y="4070"/>
                  </a:cubicBezTo>
                  <a:cubicBezTo>
                    <a:pt x="16768" y="3826"/>
                    <a:pt x="16565" y="3623"/>
                    <a:pt x="16320" y="3623"/>
                  </a:cubicBezTo>
                  <a:close/>
                  <a:moveTo>
                    <a:pt x="367" y="5454"/>
                  </a:moveTo>
                  <a:cubicBezTo>
                    <a:pt x="164" y="5454"/>
                    <a:pt x="1" y="5617"/>
                    <a:pt x="1" y="5861"/>
                  </a:cubicBezTo>
                  <a:cubicBezTo>
                    <a:pt x="1" y="6064"/>
                    <a:pt x="164" y="6227"/>
                    <a:pt x="367" y="6227"/>
                  </a:cubicBezTo>
                  <a:lnTo>
                    <a:pt x="1954" y="6227"/>
                  </a:lnTo>
                  <a:cubicBezTo>
                    <a:pt x="2158" y="6227"/>
                    <a:pt x="2321" y="6064"/>
                    <a:pt x="2321" y="5861"/>
                  </a:cubicBezTo>
                  <a:cubicBezTo>
                    <a:pt x="2321" y="5617"/>
                    <a:pt x="2158" y="5454"/>
                    <a:pt x="1954" y="5454"/>
                  </a:cubicBezTo>
                  <a:close/>
                  <a:moveTo>
                    <a:pt x="3704" y="5454"/>
                  </a:moveTo>
                  <a:cubicBezTo>
                    <a:pt x="3501" y="5454"/>
                    <a:pt x="3297" y="5617"/>
                    <a:pt x="3297" y="5861"/>
                  </a:cubicBezTo>
                  <a:cubicBezTo>
                    <a:pt x="3297" y="6064"/>
                    <a:pt x="3501" y="6227"/>
                    <a:pt x="3704" y="6227"/>
                  </a:cubicBezTo>
                  <a:lnTo>
                    <a:pt x="7815" y="6227"/>
                  </a:lnTo>
                  <a:cubicBezTo>
                    <a:pt x="8059" y="6227"/>
                    <a:pt x="8222" y="6064"/>
                    <a:pt x="8222" y="5861"/>
                  </a:cubicBezTo>
                  <a:cubicBezTo>
                    <a:pt x="8222" y="5617"/>
                    <a:pt x="8059" y="5454"/>
                    <a:pt x="7815" y="5454"/>
                  </a:cubicBezTo>
                  <a:close/>
                  <a:moveTo>
                    <a:pt x="367" y="7245"/>
                  </a:moveTo>
                  <a:cubicBezTo>
                    <a:pt x="164" y="7245"/>
                    <a:pt x="1" y="7448"/>
                    <a:pt x="1" y="7652"/>
                  </a:cubicBezTo>
                  <a:cubicBezTo>
                    <a:pt x="1" y="7855"/>
                    <a:pt x="164" y="8018"/>
                    <a:pt x="367" y="8018"/>
                  </a:cubicBezTo>
                  <a:lnTo>
                    <a:pt x="1954" y="8018"/>
                  </a:lnTo>
                  <a:cubicBezTo>
                    <a:pt x="2158" y="8018"/>
                    <a:pt x="2321" y="7855"/>
                    <a:pt x="2321" y="7652"/>
                  </a:cubicBezTo>
                  <a:cubicBezTo>
                    <a:pt x="2321" y="7448"/>
                    <a:pt x="2158" y="7245"/>
                    <a:pt x="1954" y="7245"/>
                  </a:cubicBezTo>
                  <a:close/>
                  <a:moveTo>
                    <a:pt x="3704" y="7245"/>
                  </a:moveTo>
                  <a:cubicBezTo>
                    <a:pt x="3501" y="7245"/>
                    <a:pt x="3297" y="7448"/>
                    <a:pt x="3297" y="7652"/>
                  </a:cubicBezTo>
                  <a:cubicBezTo>
                    <a:pt x="3297" y="7855"/>
                    <a:pt x="3501" y="8018"/>
                    <a:pt x="3704" y="8018"/>
                  </a:cubicBezTo>
                  <a:lnTo>
                    <a:pt x="7815" y="8018"/>
                  </a:lnTo>
                  <a:cubicBezTo>
                    <a:pt x="8059" y="8018"/>
                    <a:pt x="8222" y="7855"/>
                    <a:pt x="8222" y="7652"/>
                  </a:cubicBezTo>
                  <a:cubicBezTo>
                    <a:pt x="8222" y="7448"/>
                    <a:pt x="8059" y="7245"/>
                    <a:pt x="7815" y="7245"/>
                  </a:cubicBezTo>
                  <a:close/>
                  <a:moveTo>
                    <a:pt x="14204" y="8750"/>
                  </a:moveTo>
                  <a:cubicBezTo>
                    <a:pt x="13960" y="8750"/>
                    <a:pt x="13756" y="8954"/>
                    <a:pt x="13756" y="9239"/>
                  </a:cubicBezTo>
                  <a:cubicBezTo>
                    <a:pt x="13756" y="9483"/>
                    <a:pt x="13960" y="9686"/>
                    <a:pt x="14204" y="9686"/>
                  </a:cubicBezTo>
                  <a:cubicBezTo>
                    <a:pt x="14448" y="9686"/>
                    <a:pt x="14652" y="9483"/>
                    <a:pt x="14652" y="9239"/>
                  </a:cubicBezTo>
                  <a:cubicBezTo>
                    <a:pt x="14652" y="8954"/>
                    <a:pt x="14448" y="8750"/>
                    <a:pt x="14204" y="8750"/>
                  </a:cubicBezTo>
                  <a:close/>
                  <a:moveTo>
                    <a:pt x="15547" y="8750"/>
                  </a:moveTo>
                  <a:cubicBezTo>
                    <a:pt x="15303" y="8750"/>
                    <a:pt x="15099" y="8954"/>
                    <a:pt x="15099" y="9239"/>
                  </a:cubicBezTo>
                  <a:cubicBezTo>
                    <a:pt x="15099" y="9483"/>
                    <a:pt x="15303" y="9686"/>
                    <a:pt x="15547" y="9686"/>
                  </a:cubicBezTo>
                  <a:cubicBezTo>
                    <a:pt x="15791" y="9686"/>
                    <a:pt x="15995" y="9483"/>
                    <a:pt x="15995" y="9239"/>
                  </a:cubicBezTo>
                  <a:cubicBezTo>
                    <a:pt x="15995" y="8954"/>
                    <a:pt x="15791" y="8750"/>
                    <a:pt x="15547" y="8750"/>
                  </a:cubicBezTo>
                  <a:close/>
                  <a:moveTo>
                    <a:pt x="16890" y="8750"/>
                  </a:moveTo>
                  <a:cubicBezTo>
                    <a:pt x="16646" y="8750"/>
                    <a:pt x="16442" y="8954"/>
                    <a:pt x="16442" y="9239"/>
                  </a:cubicBezTo>
                  <a:cubicBezTo>
                    <a:pt x="16442" y="9483"/>
                    <a:pt x="16646" y="9686"/>
                    <a:pt x="16890" y="9686"/>
                  </a:cubicBezTo>
                  <a:cubicBezTo>
                    <a:pt x="17134" y="9686"/>
                    <a:pt x="17338" y="9483"/>
                    <a:pt x="17338" y="9239"/>
                  </a:cubicBezTo>
                  <a:cubicBezTo>
                    <a:pt x="17338" y="8954"/>
                    <a:pt x="17134" y="8750"/>
                    <a:pt x="16890" y="8750"/>
                  </a:cubicBezTo>
                  <a:close/>
                  <a:moveTo>
                    <a:pt x="18233" y="8750"/>
                  </a:moveTo>
                  <a:cubicBezTo>
                    <a:pt x="17989" y="8750"/>
                    <a:pt x="17785" y="8954"/>
                    <a:pt x="17785" y="9239"/>
                  </a:cubicBezTo>
                  <a:cubicBezTo>
                    <a:pt x="17785" y="9483"/>
                    <a:pt x="17989" y="9686"/>
                    <a:pt x="18233" y="9686"/>
                  </a:cubicBezTo>
                  <a:cubicBezTo>
                    <a:pt x="18477" y="9686"/>
                    <a:pt x="18681" y="9483"/>
                    <a:pt x="18681" y="9239"/>
                  </a:cubicBezTo>
                  <a:cubicBezTo>
                    <a:pt x="18681" y="8954"/>
                    <a:pt x="18477" y="8750"/>
                    <a:pt x="18233" y="8750"/>
                  </a:cubicBezTo>
                  <a:close/>
                  <a:moveTo>
                    <a:pt x="19576" y="8750"/>
                  </a:moveTo>
                  <a:cubicBezTo>
                    <a:pt x="19332" y="8750"/>
                    <a:pt x="19128" y="8954"/>
                    <a:pt x="19128" y="9239"/>
                  </a:cubicBezTo>
                  <a:cubicBezTo>
                    <a:pt x="19128" y="9483"/>
                    <a:pt x="19332" y="9686"/>
                    <a:pt x="19576" y="9686"/>
                  </a:cubicBezTo>
                  <a:cubicBezTo>
                    <a:pt x="19820" y="9686"/>
                    <a:pt x="20024" y="9483"/>
                    <a:pt x="20024" y="9239"/>
                  </a:cubicBezTo>
                  <a:cubicBezTo>
                    <a:pt x="20024" y="8954"/>
                    <a:pt x="19820" y="8750"/>
                    <a:pt x="19576" y="8750"/>
                  </a:cubicBezTo>
                  <a:close/>
                  <a:moveTo>
                    <a:pt x="20919" y="8750"/>
                  </a:moveTo>
                  <a:cubicBezTo>
                    <a:pt x="20675" y="8750"/>
                    <a:pt x="20471" y="8954"/>
                    <a:pt x="20471" y="9239"/>
                  </a:cubicBezTo>
                  <a:cubicBezTo>
                    <a:pt x="20471" y="9483"/>
                    <a:pt x="20675" y="9686"/>
                    <a:pt x="20919" y="9686"/>
                  </a:cubicBezTo>
                  <a:cubicBezTo>
                    <a:pt x="21163" y="9686"/>
                    <a:pt x="21367" y="9483"/>
                    <a:pt x="21367" y="9239"/>
                  </a:cubicBezTo>
                  <a:cubicBezTo>
                    <a:pt x="21367" y="8954"/>
                    <a:pt x="21163" y="8750"/>
                    <a:pt x="20919" y="8750"/>
                  </a:cubicBezTo>
                  <a:close/>
                  <a:moveTo>
                    <a:pt x="367" y="9076"/>
                  </a:moveTo>
                  <a:cubicBezTo>
                    <a:pt x="164" y="9076"/>
                    <a:pt x="1" y="9239"/>
                    <a:pt x="1" y="9442"/>
                  </a:cubicBezTo>
                  <a:cubicBezTo>
                    <a:pt x="1" y="9646"/>
                    <a:pt x="164" y="9849"/>
                    <a:pt x="367" y="9849"/>
                  </a:cubicBezTo>
                  <a:lnTo>
                    <a:pt x="1954" y="9849"/>
                  </a:lnTo>
                  <a:cubicBezTo>
                    <a:pt x="2158" y="9849"/>
                    <a:pt x="2321" y="9646"/>
                    <a:pt x="2321" y="9442"/>
                  </a:cubicBezTo>
                  <a:cubicBezTo>
                    <a:pt x="2321" y="9239"/>
                    <a:pt x="2158" y="9076"/>
                    <a:pt x="1954" y="9076"/>
                  </a:cubicBezTo>
                  <a:close/>
                  <a:moveTo>
                    <a:pt x="8629" y="9076"/>
                  </a:moveTo>
                  <a:cubicBezTo>
                    <a:pt x="8425" y="9076"/>
                    <a:pt x="8262" y="9239"/>
                    <a:pt x="8262" y="9442"/>
                  </a:cubicBezTo>
                  <a:cubicBezTo>
                    <a:pt x="8262" y="9646"/>
                    <a:pt x="8425" y="9849"/>
                    <a:pt x="8629" y="9849"/>
                  </a:cubicBezTo>
                  <a:lnTo>
                    <a:pt x="12780" y="9849"/>
                  </a:lnTo>
                  <a:cubicBezTo>
                    <a:pt x="12983" y="9849"/>
                    <a:pt x="13146" y="9646"/>
                    <a:pt x="13146" y="9442"/>
                  </a:cubicBezTo>
                  <a:cubicBezTo>
                    <a:pt x="13146" y="9239"/>
                    <a:pt x="12983" y="9076"/>
                    <a:pt x="12780" y="9076"/>
                  </a:cubicBezTo>
                  <a:close/>
                  <a:moveTo>
                    <a:pt x="367" y="10867"/>
                  </a:moveTo>
                  <a:cubicBezTo>
                    <a:pt x="164" y="10867"/>
                    <a:pt x="1" y="11029"/>
                    <a:pt x="1" y="11233"/>
                  </a:cubicBezTo>
                  <a:cubicBezTo>
                    <a:pt x="1" y="11436"/>
                    <a:pt x="164" y="11640"/>
                    <a:pt x="367" y="11640"/>
                  </a:cubicBezTo>
                  <a:lnTo>
                    <a:pt x="1954" y="11640"/>
                  </a:lnTo>
                  <a:cubicBezTo>
                    <a:pt x="2158" y="11640"/>
                    <a:pt x="2321" y="11436"/>
                    <a:pt x="2321" y="11233"/>
                  </a:cubicBezTo>
                  <a:cubicBezTo>
                    <a:pt x="2321" y="11029"/>
                    <a:pt x="2158" y="10867"/>
                    <a:pt x="1954" y="10867"/>
                  </a:cubicBezTo>
                  <a:close/>
                  <a:moveTo>
                    <a:pt x="8629" y="10867"/>
                  </a:moveTo>
                  <a:cubicBezTo>
                    <a:pt x="8425" y="10867"/>
                    <a:pt x="8262" y="11029"/>
                    <a:pt x="8262" y="11233"/>
                  </a:cubicBezTo>
                  <a:cubicBezTo>
                    <a:pt x="8262" y="11436"/>
                    <a:pt x="8425" y="11640"/>
                    <a:pt x="8629" y="11640"/>
                  </a:cubicBezTo>
                  <a:lnTo>
                    <a:pt x="12780" y="11640"/>
                  </a:lnTo>
                  <a:cubicBezTo>
                    <a:pt x="12983" y="11640"/>
                    <a:pt x="13146" y="11436"/>
                    <a:pt x="13146" y="11233"/>
                  </a:cubicBezTo>
                  <a:cubicBezTo>
                    <a:pt x="13146" y="11029"/>
                    <a:pt x="12983" y="10867"/>
                    <a:pt x="12780" y="10867"/>
                  </a:cubicBezTo>
                  <a:close/>
                  <a:moveTo>
                    <a:pt x="14204" y="12495"/>
                  </a:moveTo>
                  <a:cubicBezTo>
                    <a:pt x="13960" y="12495"/>
                    <a:pt x="13756" y="12657"/>
                    <a:pt x="13756" y="12942"/>
                  </a:cubicBezTo>
                  <a:cubicBezTo>
                    <a:pt x="13756" y="13186"/>
                    <a:pt x="13960" y="13390"/>
                    <a:pt x="14204" y="13390"/>
                  </a:cubicBezTo>
                  <a:cubicBezTo>
                    <a:pt x="14448" y="13390"/>
                    <a:pt x="14652" y="13186"/>
                    <a:pt x="14652" y="12942"/>
                  </a:cubicBezTo>
                  <a:cubicBezTo>
                    <a:pt x="14652" y="12657"/>
                    <a:pt x="14448" y="12495"/>
                    <a:pt x="14204" y="12495"/>
                  </a:cubicBezTo>
                  <a:close/>
                  <a:moveTo>
                    <a:pt x="15547" y="12495"/>
                  </a:moveTo>
                  <a:cubicBezTo>
                    <a:pt x="15303" y="12495"/>
                    <a:pt x="15099" y="12657"/>
                    <a:pt x="15099" y="12942"/>
                  </a:cubicBezTo>
                  <a:cubicBezTo>
                    <a:pt x="15099" y="13186"/>
                    <a:pt x="15303" y="13390"/>
                    <a:pt x="15547" y="13390"/>
                  </a:cubicBezTo>
                  <a:cubicBezTo>
                    <a:pt x="15791" y="13390"/>
                    <a:pt x="15995" y="13186"/>
                    <a:pt x="15995" y="12942"/>
                  </a:cubicBezTo>
                  <a:cubicBezTo>
                    <a:pt x="15995" y="12657"/>
                    <a:pt x="15791" y="12495"/>
                    <a:pt x="15547" y="12495"/>
                  </a:cubicBezTo>
                  <a:close/>
                  <a:moveTo>
                    <a:pt x="16890" y="12495"/>
                  </a:moveTo>
                  <a:cubicBezTo>
                    <a:pt x="16646" y="12495"/>
                    <a:pt x="16442" y="12657"/>
                    <a:pt x="16442" y="12942"/>
                  </a:cubicBezTo>
                  <a:cubicBezTo>
                    <a:pt x="16442" y="13186"/>
                    <a:pt x="16646" y="13390"/>
                    <a:pt x="16890" y="13390"/>
                  </a:cubicBezTo>
                  <a:cubicBezTo>
                    <a:pt x="17134" y="13390"/>
                    <a:pt x="17338" y="13186"/>
                    <a:pt x="17338" y="12942"/>
                  </a:cubicBezTo>
                  <a:cubicBezTo>
                    <a:pt x="17338" y="12657"/>
                    <a:pt x="17134" y="12495"/>
                    <a:pt x="16890" y="12495"/>
                  </a:cubicBezTo>
                  <a:close/>
                  <a:moveTo>
                    <a:pt x="18233" y="12495"/>
                  </a:moveTo>
                  <a:cubicBezTo>
                    <a:pt x="17989" y="12495"/>
                    <a:pt x="17785" y="12657"/>
                    <a:pt x="17785" y="12942"/>
                  </a:cubicBezTo>
                  <a:cubicBezTo>
                    <a:pt x="17785" y="13186"/>
                    <a:pt x="17989" y="13390"/>
                    <a:pt x="18233" y="13390"/>
                  </a:cubicBezTo>
                  <a:cubicBezTo>
                    <a:pt x="18477" y="13390"/>
                    <a:pt x="18681" y="13186"/>
                    <a:pt x="18681" y="12942"/>
                  </a:cubicBezTo>
                  <a:cubicBezTo>
                    <a:pt x="18681" y="12657"/>
                    <a:pt x="18477" y="12495"/>
                    <a:pt x="18233" y="12495"/>
                  </a:cubicBezTo>
                  <a:close/>
                  <a:moveTo>
                    <a:pt x="19576" y="12495"/>
                  </a:moveTo>
                  <a:cubicBezTo>
                    <a:pt x="19332" y="12495"/>
                    <a:pt x="19128" y="12657"/>
                    <a:pt x="19128" y="12942"/>
                  </a:cubicBezTo>
                  <a:cubicBezTo>
                    <a:pt x="19128" y="13186"/>
                    <a:pt x="19332" y="13390"/>
                    <a:pt x="19576" y="13390"/>
                  </a:cubicBezTo>
                  <a:cubicBezTo>
                    <a:pt x="19820" y="13390"/>
                    <a:pt x="20024" y="13186"/>
                    <a:pt x="20024" y="12942"/>
                  </a:cubicBezTo>
                  <a:cubicBezTo>
                    <a:pt x="20024" y="12657"/>
                    <a:pt x="19820" y="12495"/>
                    <a:pt x="19576" y="12495"/>
                  </a:cubicBezTo>
                  <a:close/>
                  <a:moveTo>
                    <a:pt x="20919" y="12495"/>
                  </a:moveTo>
                  <a:cubicBezTo>
                    <a:pt x="20675" y="12495"/>
                    <a:pt x="20471" y="12657"/>
                    <a:pt x="20471" y="12942"/>
                  </a:cubicBezTo>
                  <a:cubicBezTo>
                    <a:pt x="20471" y="13186"/>
                    <a:pt x="20675" y="13390"/>
                    <a:pt x="20919" y="13390"/>
                  </a:cubicBezTo>
                  <a:cubicBezTo>
                    <a:pt x="21163" y="13390"/>
                    <a:pt x="21367" y="13186"/>
                    <a:pt x="21367" y="12942"/>
                  </a:cubicBezTo>
                  <a:cubicBezTo>
                    <a:pt x="21367" y="12657"/>
                    <a:pt x="21163" y="12495"/>
                    <a:pt x="20919" y="12495"/>
                  </a:cubicBezTo>
                  <a:close/>
                  <a:moveTo>
                    <a:pt x="367" y="12657"/>
                  </a:moveTo>
                  <a:cubicBezTo>
                    <a:pt x="164" y="12657"/>
                    <a:pt x="1" y="12820"/>
                    <a:pt x="1" y="13024"/>
                  </a:cubicBezTo>
                  <a:cubicBezTo>
                    <a:pt x="1" y="13268"/>
                    <a:pt x="164" y="13431"/>
                    <a:pt x="367" y="13431"/>
                  </a:cubicBezTo>
                  <a:lnTo>
                    <a:pt x="1954" y="13431"/>
                  </a:lnTo>
                  <a:cubicBezTo>
                    <a:pt x="2158" y="13431"/>
                    <a:pt x="2321" y="13268"/>
                    <a:pt x="2321" y="13024"/>
                  </a:cubicBezTo>
                  <a:cubicBezTo>
                    <a:pt x="2321" y="12820"/>
                    <a:pt x="2158" y="12657"/>
                    <a:pt x="1954" y="12657"/>
                  </a:cubicBezTo>
                  <a:close/>
                  <a:moveTo>
                    <a:pt x="8629" y="12657"/>
                  </a:moveTo>
                  <a:cubicBezTo>
                    <a:pt x="8425" y="12657"/>
                    <a:pt x="8262" y="12820"/>
                    <a:pt x="8262" y="13024"/>
                  </a:cubicBezTo>
                  <a:cubicBezTo>
                    <a:pt x="8262" y="13268"/>
                    <a:pt x="8425" y="13431"/>
                    <a:pt x="8629" y="13431"/>
                  </a:cubicBezTo>
                  <a:lnTo>
                    <a:pt x="12780" y="13431"/>
                  </a:lnTo>
                  <a:cubicBezTo>
                    <a:pt x="12983" y="13431"/>
                    <a:pt x="13146" y="13268"/>
                    <a:pt x="13146" y="1302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1825;p35">
              <a:extLst>
                <a:ext uri="{FF2B5EF4-FFF2-40B4-BE49-F238E27FC236}">
                  <a16:creationId xmlns:a16="http://schemas.microsoft.com/office/drawing/2014/main" id="{EB0BB8C9-4981-0744-9E9F-C3B7AE1FAAF7}"/>
                </a:ext>
              </a:extLst>
            </p:cNvPr>
            <p:cNvSpPr/>
            <p:nvPr/>
          </p:nvSpPr>
          <p:spPr>
            <a:xfrm>
              <a:off x="2792550" y="4478775"/>
              <a:ext cx="657275" cy="73275"/>
            </a:xfrm>
            <a:custGeom>
              <a:avLst/>
              <a:gdLst/>
              <a:ahLst/>
              <a:cxnLst/>
              <a:rect l="l" t="t" r="r" b="b"/>
              <a:pathLst>
                <a:path w="26291" h="2931" extrusionOk="0">
                  <a:moveTo>
                    <a:pt x="5088" y="0"/>
                  </a:moveTo>
                  <a:lnTo>
                    <a:pt x="4925" y="41"/>
                  </a:lnTo>
                  <a:lnTo>
                    <a:pt x="326" y="2238"/>
                  </a:lnTo>
                  <a:cubicBezTo>
                    <a:pt x="0" y="2401"/>
                    <a:pt x="123" y="2930"/>
                    <a:pt x="489" y="2930"/>
                  </a:cubicBezTo>
                  <a:lnTo>
                    <a:pt x="22913" y="2930"/>
                  </a:lnTo>
                  <a:cubicBezTo>
                    <a:pt x="22994" y="2930"/>
                    <a:pt x="23076" y="2890"/>
                    <a:pt x="23157" y="2849"/>
                  </a:cubicBezTo>
                  <a:lnTo>
                    <a:pt x="26047" y="651"/>
                  </a:lnTo>
                  <a:cubicBezTo>
                    <a:pt x="26291" y="448"/>
                    <a:pt x="26169" y="0"/>
                    <a:pt x="258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1826;p35">
              <a:extLst>
                <a:ext uri="{FF2B5EF4-FFF2-40B4-BE49-F238E27FC236}">
                  <a16:creationId xmlns:a16="http://schemas.microsoft.com/office/drawing/2014/main" id="{9EF2F49F-44C4-89AF-12C8-1F7AA5B06D7A}"/>
                </a:ext>
              </a:extLst>
            </p:cNvPr>
            <p:cNvSpPr/>
            <p:nvPr/>
          </p:nvSpPr>
          <p:spPr>
            <a:xfrm>
              <a:off x="2787450" y="4470625"/>
              <a:ext cx="667475" cy="89550"/>
            </a:xfrm>
            <a:custGeom>
              <a:avLst/>
              <a:gdLst/>
              <a:ahLst/>
              <a:cxnLst/>
              <a:rect l="l" t="t" r="r" b="b"/>
              <a:pathLst>
                <a:path w="26699" h="3582" extrusionOk="0">
                  <a:moveTo>
                    <a:pt x="26047" y="652"/>
                  </a:moveTo>
                  <a:lnTo>
                    <a:pt x="26047" y="692"/>
                  </a:lnTo>
                  <a:lnTo>
                    <a:pt x="26006" y="692"/>
                  </a:lnTo>
                  <a:lnTo>
                    <a:pt x="23117" y="2931"/>
                  </a:lnTo>
                  <a:lnTo>
                    <a:pt x="693" y="2931"/>
                  </a:lnTo>
                  <a:lnTo>
                    <a:pt x="652" y="2890"/>
                  </a:lnTo>
                  <a:lnTo>
                    <a:pt x="693" y="2890"/>
                  </a:lnTo>
                  <a:lnTo>
                    <a:pt x="5251" y="692"/>
                  </a:lnTo>
                  <a:lnTo>
                    <a:pt x="5332" y="652"/>
                  </a:lnTo>
                  <a:close/>
                  <a:moveTo>
                    <a:pt x="5210" y="0"/>
                  </a:moveTo>
                  <a:lnTo>
                    <a:pt x="5088" y="41"/>
                  </a:lnTo>
                  <a:lnTo>
                    <a:pt x="5007" y="41"/>
                  </a:lnTo>
                  <a:lnTo>
                    <a:pt x="367" y="2279"/>
                  </a:lnTo>
                  <a:cubicBezTo>
                    <a:pt x="123" y="2402"/>
                    <a:pt x="1" y="2646"/>
                    <a:pt x="1" y="2890"/>
                  </a:cubicBezTo>
                  <a:cubicBezTo>
                    <a:pt x="1" y="3053"/>
                    <a:pt x="42" y="3256"/>
                    <a:pt x="164" y="3378"/>
                  </a:cubicBezTo>
                  <a:cubicBezTo>
                    <a:pt x="286" y="3500"/>
                    <a:pt x="489" y="3582"/>
                    <a:pt x="693" y="3582"/>
                  </a:cubicBezTo>
                  <a:lnTo>
                    <a:pt x="23117" y="3582"/>
                  </a:lnTo>
                  <a:cubicBezTo>
                    <a:pt x="23280" y="3582"/>
                    <a:pt x="23442" y="3541"/>
                    <a:pt x="23565" y="3460"/>
                  </a:cubicBezTo>
                  <a:lnTo>
                    <a:pt x="26454" y="1221"/>
                  </a:lnTo>
                  <a:cubicBezTo>
                    <a:pt x="26617" y="1099"/>
                    <a:pt x="26698" y="896"/>
                    <a:pt x="26698" y="692"/>
                  </a:cubicBezTo>
                  <a:cubicBezTo>
                    <a:pt x="26698" y="489"/>
                    <a:pt x="26658" y="326"/>
                    <a:pt x="26535" y="204"/>
                  </a:cubicBezTo>
                  <a:cubicBezTo>
                    <a:pt x="26413" y="82"/>
                    <a:pt x="26210" y="0"/>
                    <a:pt x="2600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1827;p35">
              <a:extLst>
                <a:ext uri="{FF2B5EF4-FFF2-40B4-BE49-F238E27FC236}">
                  <a16:creationId xmlns:a16="http://schemas.microsoft.com/office/drawing/2014/main" id="{651BE60D-25AF-AD97-21E0-B28AFEB5DF95}"/>
                </a:ext>
              </a:extLst>
            </p:cNvPr>
            <p:cNvSpPr/>
            <p:nvPr/>
          </p:nvSpPr>
          <p:spPr>
            <a:xfrm>
              <a:off x="3097775" y="4128775"/>
              <a:ext cx="102775" cy="392750"/>
            </a:xfrm>
            <a:custGeom>
              <a:avLst/>
              <a:gdLst/>
              <a:ahLst/>
              <a:cxnLst/>
              <a:rect l="l" t="t" r="r" b="b"/>
              <a:pathLst>
                <a:path w="4111" h="15710" extrusionOk="0">
                  <a:moveTo>
                    <a:pt x="1" y="0"/>
                  </a:moveTo>
                  <a:lnTo>
                    <a:pt x="1" y="15709"/>
                  </a:lnTo>
                  <a:lnTo>
                    <a:pt x="4111" y="15709"/>
                  </a:lnTo>
                  <a:lnTo>
                    <a:pt x="4111"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1828;p35">
              <a:extLst>
                <a:ext uri="{FF2B5EF4-FFF2-40B4-BE49-F238E27FC236}">
                  <a16:creationId xmlns:a16="http://schemas.microsoft.com/office/drawing/2014/main" id="{53EAC952-28A4-F59D-6639-E7A66DB55BED}"/>
                </a:ext>
              </a:extLst>
            </p:cNvPr>
            <p:cNvSpPr/>
            <p:nvPr/>
          </p:nvSpPr>
          <p:spPr>
            <a:xfrm>
              <a:off x="3089625" y="4119600"/>
              <a:ext cx="120100" cy="410050"/>
            </a:xfrm>
            <a:custGeom>
              <a:avLst/>
              <a:gdLst/>
              <a:ahLst/>
              <a:cxnLst/>
              <a:rect l="l" t="t" r="r" b="b"/>
              <a:pathLst>
                <a:path w="4804" h="16402" extrusionOk="0">
                  <a:moveTo>
                    <a:pt x="4111" y="693"/>
                  </a:moveTo>
                  <a:lnTo>
                    <a:pt x="4111" y="15751"/>
                  </a:lnTo>
                  <a:lnTo>
                    <a:pt x="652" y="15751"/>
                  </a:lnTo>
                  <a:lnTo>
                    <a:pt x="652" y="693"/>
                  </a:lnTo>
                  <a:close/>
                  <a:moveTo>
                    <a:pt x="327" y="1"/>
                  </a:moveTo>
                  <a:cubicBezTo>
                    <a:pt x="245" y="1"/>
                    <a:pt x="164" y="42"/>
                    <a:pt x="82" y="123"/>
                  </a:cubicBezTo>
                  <a:cubicBezTo>
                    <a:pt x="42" y="164"/>
                    <a:pt x="1" y="286"/>
                    <a:pt x="1" y="367"/>
                  </a:cubicBezTo>
                  <a:lnTo>
                    <a:pt x="1" y="16076"/>
                  </a:lnTo>
                  <a:cubicBezTo>
                    <a:pt x="1" y="16158"/>
                    <a:pt x="42" y="16239"/>
                    <a:pt x="82" y="16320"/>
                  </a:cubicBezTo>
                  <a:cubicBezTo>
                    <a:pt x="164" y="16361"/>
                    <a:pt x="245" y="16402"/>
                    <a:pt x="327" y="16402"/>
                  </a:cubicBezTo>
                  <a:lnTo>
                    <a:pt x="4437" y="16402"/>
                  </a:lnTo>
                  <a:cubicBezTo>
                    <a:pt x="4559" y="16402"/>
                    <a:pt x="4640" y="16361"/>
                    <a:pt x="4681" y="16320"/>
                  </a:cubicBezTo>
                  <a:cubicBezTo>
                    <a:pt x="4763" y="16239"/>
                    <a:pt x="4803" y="16158"/>
                    <a:pt x="4803" y="16076"/>
                  </a:cubicBezTo>
                  <a:lnTo>
                    <a:pt x="4803" y="367"/>
                  </a:lnTo>
                  <a:cubicBezTo>
                    <a:pt x="4803" y="286"/>
                    <a:pt x="4763" y="164"/>
                    <a:pt x="4681" y="123"/>
                  </a:cubicBezTo>
                  <a:cubicBezTo>
                    <a:pt x="4640" y="42"/>
                    <a:pt x="4559" y="1"/>
                    <a:pt x="44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1829;p35">
              <a:extLst>
                <a:ext uri="{FF2B5EF4-FFF2-40B4-BE49-F238E27FC236}">
                  <a16:creationId xmlns:a16="http://schemas.microsoft.com/office/drawing/2014/main" id="{3974AC64-C661-1095-93F1-56910CF3E38B}"/>
                </a:ext>
              </a:extLst>
            </p:cNvPr>
            <p:cNvSpPr/>
            <p:nvPr/>
          </p:nvSpPr>
          <p:spPr>
            <a:xfrm>
              <a:off x="3081500" y="4128775"/>
              <a:ext cx="135350" cy="284900"/>
            </a:xfrm>
            <a:custGeom>
              <a:avLst/>
              <a:gdLst/>
              <a:ahLst/>
              <a:cxnLst/>
              <a:rect l="l" t="t" r="r" b="b"/>
              <a:pathLst>
                <a:path w="5414" h="11396" extrusionOk="0">
                  <a:moveTo>
                    <a:pt x="0" y="0"/>
                  </a:moveTo>
                  <a:lnTo>
                    <a:pt x="0" y="11395"/>
                  </a:lnTo>
                  <a:lnTo>
                    <a:pt x="5413" y="11395"/>
                  </a:lnTo>
                  <a:lnTo>
                    <a:pt x="5413"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1830;p35">
              <a:extLst>
                <a:ext uri="{FF2B5EF4-FFF2-40B4-BE49-F238E27FC236}">
                  <a16:creationId xmlns:a16="http://schemas.microsoft.com/office/drawing/2014/main" id="{42666028-FD9B-8F07-BE85-91CAB7383104}"/>
                </a:ext>
              </a:extLst>
            </p:cNvPr>
            <p:cNvSpPr/>
            <p:nvPr/>
          </p:nvSpPr>
          <p:spPr>
            <a:xfrm>
              <a:off x="3073350" y="4119600"/>
              <a:ext cx="152650" cy="302200"/>
            </a:xfrm>
            <a:custGeom>
              <a:avLst/>
              <a:gdLst/>
              <a:ahLst/>
              <a:cxnLst/>
              <a:rect l="l" t="t" r="r" b="b"/>
              <a:pathLst>
                <a:path w="6106" h="12088" extrusionOk="0">
                  <a:moveTo>
                    <a:pt x="5414" y="693"/>
                  </a:moveTo>
                  <a:lnTo>
                    <a:pt x="5414" y="11437"/>
                  </a:lnTo>
                  <a:lnTo>
                    <a:pt x="693" y="11437"/>
                  </a:lnTo>
                  <a:lnTo>
                    <a:pt x="693" y="693"/>
                  </a:lnTo>
                  <a:close/>
                  <a:moveTo>
                    <a:pt x="326" y="1"/>
                  </a:moveTo>
                  <a:cubicBezTo>
                    <a:pt x="245" y="1"/>
                    <a:pt x="164" y="42"/>
                    <a:pt x="82" y="123"/>
                  </a:cubicBezTo>
                  <a:cubicBezTo>
                    <a:pt x="42" y="164"/>
                    <a:pt x="1" y="286"/>
                    <a:pt x="1" y="367"/>
                  </a:cubicBezTo>
                  <a:lnTo>
                    <a:pt x="1" y="11762"/>
                  </a:lnTo>
                  <a:cubicBezTo>
                    <a:pt x="1" y="11844"/>
                    <a:pt x="42" y="11925"/>
                    <a:pt x="82" y="12007"/>
                  </a:cubicBezTo>
                  <a:cubicBezTo>
                    <a:pt x="164" y="12088"/>
                    <a:pt x="245" y="12088"/>
                    <a:pt x="326" y="12088"/>
                  </a:cubicBezTo>
                  <a:lnTo>
                    <a:pt x="5739" y="12088"/>
                  </a:lnTo>
                  <a:cubicBezTo>
                    <a:pt x="5861" y="12088"/>
                    <a:pt x="5943" y="12088"/>
                    <a:pt x="5983" y="12007"/>
                  </a:cubicBezTo>
                  <a:cubicBezTo>
                    <a:pt x="6065" y="11925"/>
                    <a:pt x="6105" y="11844"/>
                    <a:pt x="6105" y="11762"/>
                  </a:cubicBezTo>
                  <a:lnTo>
                    <a:pt x="6105" y="367"/>
                  </a:lnTo>
                  <a:cubicBezTo>
                    <a:pt x="6105" y="286"/>
                    <a:pt x="6065" y="164"/>
                    <a:pt x="5983" y="123"/>
                  </a:cubicBezTo>
                  <a:cubicBezTo>
                    <a:pt x="5943" y="42"/>
                    <a:pt x="5861" y="1"/>
                    <a:pt x="57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1831;p35">
              <a:extLst>
                <a:ext uri="{FF2B5EF4-FFF2-40B4-BE49-F238E27FC236}">
                  <a16:creationId xmlns:a16="http://schemas.microsoft.com/office/drawing/2014/main" id="{2B30D6BC-9EDC-CA20-B9BC-DAD96C14C647}"/>
                </a:ext>
              </a:extLst>
            </p:cNvPr>
            <p:cNvSpPr/>
            <p:nvPr/>
          </p:nvSpPr>
          <p:spPr>
            <a:xfrm>
              <a:off x="2320450" y="2821375"/>
              <a:ext cx="1707275" cy="1335900"/>
            </a:xfrm>
            <a:custGeom>
              <a:avLst/>
              <a:gdLst/>
              <a:ahLst/>
              <a:cxnLst/>
              <a:rect l="l" t="t" r="r" b="b"/>
              <a:pathLst>
                <a:path w="68291" h="53436" extrusionOk="0">
                  <a:moveTo>
                    <a:pt x="1" y="0"/>
                  </a:moveTo>
                  <a:lnTo>
                    <a:pt x="1" y="53436"/>
                  </a:lnTo>
                  <a:lnTo>
                    <a:pt x="68291" y="53436"/>
                  </a:lnTo>
                  <a:lnTo>
                    <a:pt x="6829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1832;p35">
              <a:extLst>
                <a:ext uri="{FF2B5EF4-FFF2-40B4-BE49-F238E27FC236}">
                  <a16:creationId xmlns:a16="http://schemas.microsoft.com/office/drawing/2014/main" id="{39675504-8DBC-0D7D-E943-4A070B0E2BB3}"/>
                </a:ext>
              </a:extLst>
            </p:cNvPr>
            <p:cNvSpPr/>
            <p:nvPr/>
          </p:nvSpPr>
          <p:spPr>
            <a:xfrm>
              <a:off x="2311300" y="2813225"/>
              <a:ext cx="1724575" cy="1352200"/>
            </a:xfrm>
            <a:custGeom>
              <a:avLst/>
              <a:gdLst/>
              <a:ahLst/>
              <a:cxnLst/>
              <a:rect l="l" t="t" r="r" b="b"/>
              <a:pathLst>
                <a:path w="68983" h="54088" extrusionOk="0">
                  <a:moveTo>
                    <a:pt x="68290" y="693"/>
                  </a:moveTo>
                  <a:lnTo>
                    <a:pt x="68290" y="53395"/>
                  </a:lnTo>
                  <a:lnTo>
                    <a:pt x="693" y="53395"/>
                  </a:lnTo>
                  <a:lnTo>
                    <a:pt x="693" y="693"/>
                  </a:lnTo>
                  <a:close/>
                  <a:moveTo>
                    <a:pt x="367" y="1"/>
                  </a:moveTo>
                  <a:cubicBezTo>
                    <a:pt x="286" y="1"/>
                    <a:pt x="163" y="41"/>
                    <a:pt x="123" y="82"/>
                  </a:cubicBezTo>
                  <a:cubicBezTo>
                    <a:pt x="41" y="163"/>
                    <a:pt x="1" y="245"/>
                    <a:pt x="1" y="326"/>
                  </a:cubicBezTo>
                  <a:lnTo>
                    <a:pt x="1" y="53762"/>
                  </a:lnTo>
                  <a:cubicBezTo>
                    <a:pt x="1" y="53843"/>
                    <a:pt x="41" y="53924"/>
                    <a:pt x="123" y="54006"/>
                  </a:cubicBezTo>
                  <a:cubicBezTo>
                    <a:pt x="163" y="54047"/>
                    <a:pt x="286" y="54087"/>
                    <a:pt x="367" y="54087"/>
                  </a:cubicBezTo>
                  <a:lnTo>
                    <a:pt x="68657" y="54087"/>
                  </a:lnTo>
                  <a:cubicBezTo>
                    <a:pt x="68738" y="54087"/>
                    <a:pt x="68819" y="54047"/>
                    <a:pt x="68901" y="54006"/>
                  </a:cubicBezTo>
                  <a:cubicBezTo>
                    <a:pt x="68942" y="53924"/>
                    <a:pt x="68982" y="53843"/>
                    <a:pt x="68982" y="53762"/>
                  </a:cubicBezTo>
                  <a:lnTo>
                    <a:pt x="68982" y="326"/>
                  </a:lnTo>
                  <a:cubicBezTo>
                    <a:pt x="68982" y="245"/>
                    <a:pt x="68942" y="163"/>
                    <a:pt x="68901" y="82"/>
                  </a:cubicBezTo>
                  <a:cubicBezTo>
                    <a:pt x="68819" y="41"/>
                    <a:pt x="68738" y="1"/>
                    <a:pt x="6865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1833;p35">
              <a:extLst>
                <a:ext uri="{FF2B5EF4-FFF2-40B4-BE49-F238E27FC236}">
                  <a16:creationId xmlns:a16="http://schemas.microsoft.com/office/drawing/2014/main" id="{61EB063F-13D1-9527-347D-D2055A5C963A}"/>
                </a:ext>
              </a:extLst>
            </p:cNvPr>
            <p:cNvSpPr/>
            <p:nvPr/>
          </p:nvSpPr>
          <p:spPr>
            <a:xfrm>
              <a:off x="2411025" y="2892600"/>
              <a:ext cx="1525125" cy="1193450"/>
            </a:xfrm>
            <a:custGeom>
              <a:avLst/>
              <a:gdLst/>
              <a:ahLst/>
              <a:cxnLst/>
              <a:rect l="l" t="t" r="r" b="b"/>
              <a:pathLst>
                <a:path w="61005" h="47738" extrusionOk="0">
                  <a:moveTo>
                    <a:pt x="0" y="0"/>
                  </a:moveTo>
                  <a:lnTo>
                    <a:pt x="0" y="47738"/>
                  </a:lnTo>
                  <a:lnTo>
                    <a:pt x="61005" y="47738"/>
                  </a:lnTo>
                  <a:lnTo>
                    <a:pt x="61005"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1834;p35">
              <a:extLst>
                <a:ext uri="{FF2B5EF4-FFF2-40B4-BE49-F238E27FC236}">
                  <a16:creationId xmlns:a16="http://schemas.microsoft.com/office/drawing/2014/main" id="{0FCE5DA4-7B03-5B9B-6DD9-6CD9DF9C7A5C}"/>
                </a:ext>
              </a:extLst>
            </p:cNvPr>
            <p:cNvSpPr/>
            <p:nvPr/>
          </p:nvSpPr>
          <p:spPr>
            <a:xfrm>
              <a:off x="2402875" y="2884450"/>
              <a:ext cx="1541425" cy="1209750"/>
            </a:xfrm>
            <a:custGeom>
              <a:avLst/>
              <a:gdLst/>
              <a:ahLst/>
              <a:cxnLst/>
              <a:rect l="l" t="t" r="r" b="b"/>
              <a:pathLst>
                <a:path w="61657" h="48390" extrusionOk="0">
                  <a:moveTo>
                    <a:pt x="61005" y="692"/>
                  </a:moveTo>
                  <a:lnTo>
                    <a:pt x="61005" y="47698"/>
                  </a:lnTo>
                  <a:lnTo>
                    <a:pt x="692" y="47698"/>
                  </a:lnTo>
                  <a:lnTo>
                    <a:pt x="692" y="692"/>
                  </a:lnTo>
                  <a:close/>
                  <a:moveTo>
                    <a:pt x="326" y="0"/>
                  </a:moveTo>
                  <a:cubicBezTo>
                    <a:pt x="245" y="0"/>
                    <a:pt x="163" y="41"/>
                    <a:pt x="123" y="123"/>
                  </a:cubicBezTo>
                  <a:cubicBezTo>
                    <a:pt x="41" y="163"/>
                    <a:pt x="0" y="245"/>
                    <a:pt x="0" y="326"/>
                  </a:cubicBezTo>
                  <a:lnTo>
                    <a:pt x="0" y="48064"/>
                  </a:lnTo>
                  <a:cubicBezTo>
                    <a:pt x="0" y="48145"/>
                    <a:pt x="41" y="48227"/>
                    <a:pt x="123" y="48267"/>
                  </a:cubicBezTo>
                  <a:cubicBezTo>
                    <a:pt x="163" y="48349"/>
                    <a:pt x="245" y="48389"/>
                    <a:pt x="326" y="48389"/>
                  </a:cubicBezTo>
                  <a:lnTo>
                    <a:pt x="61331" y="48389"/>
                  </a:lnTo>
                  <a:cubicBezTo>
                    <a:pt x="61412" y="48389"/>
                    <a:pt x="61494" y="48349"/>
                    <a:pt x="61575" y="48267"/>
                  </a:cubicBezTo>
                  <a:cubicBezTo>
                    <a:pt x="61616" y="48227"/>
                    <a:pt x="61657" y="48145"/>
                    <a:pt x="61657" y="48064"/>
                  </a:cubicBezTo>
                  <a:lnTo>
                    <a:pt x="61657" y="326"/>
                  </a:lnTo>
                  <a:cubicBezTo>
                    <a:pt x="61657" y="245"/>
                    <a:pt x="61616" y="163"/>
                    <a:pt x="61575" y="123"/>
                  </a:cubicBezTo>
                  <a:cubicBezTo>
                    <a:pt x="61494" y="41"/>
                    <a:pt x="61412" y="0"/>
                    <a:pt x="6133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1835;p35">
              <a:extLst>
                <a:ext uri="{FF2B5EF4-FFF2-40B4-BE49-F238E27FC236}">
                  <a16:creationId xmlns:a16="http://schemas.microsoft.com/office/drawing/2014/main" id="{1C5C34A6-D2AB-1FBF-3F66-9EA5E15E16E0}"/>
                </a:ext>
              </a:extLst>
            </p:cNvPr>
            <p:cNvSpPr/>
            <p:nvPr/>
          </p:nvSpPr>
          <p:spPr>
            <a:xfrm>
              <a:off x="2700975" y="2953625"/>
              <a:ext cx="534175" cy="335775"/>
            </a:xfrm>
            <a:custGeom>
              <a:avLst/>
              <a:gdLst/>
              <a:ahLst/>
              <a:cxnLst/>
              <a:rect l="l" t="t" r="r" b="b"/>
              <a:pathLst>
                <a:path w="21367" h="13431" extrusionOk="0">
                  <a:moveTo>
                    <a:pt x="367" y="82"/>
                  </a:moveTo>
                  <a:cubicBezTo>
                    <a:pt x="163" y="82"/>
                    <a:pt x="1" y="245"/>
                    <a:pt x="1" y="489"/>
                  </a:cubicBezTo>
                  <a:cubicBezTo>
                    <a:pt x="1" y="693"/>
                    <a:pt x="163" y="856"/>
                    <a:pt x="367" y="856"/>
                  </a:cubicBezTo>
                  <a:lnTo>
                    <a:pt x="1954" y="856"/>
                  </a:lnTo>
                  <a:cubicBezTo>
                    <a:pt x="2158" y="856"/>
                    <a:pt x="2361" y="693"/>
                    <a:pt x="2361" y="489"/>
                  </a:cubicBezTo>
                  <a:cubicBezTo>
                    <a:pt x="2361" y="245"/>
                    <a:pt x="2158" y="82"/>
                    <a:pt x="1954" y="82"/>
                  </a:cubicBezTo>
                  <a:close/>
                  <a:moveTo>
                    <a:pt x="3704" y="82"/>
                  </a:moveTo>
                  <a:cubicBezTo>
                    <a:pt x="3501" y="82"/>
                    <a:pt x="3338" y="245"/>
                    <a:pt x="3338" y="489"/>
                  </a:cubicBezTo>
                  <a:cubicBezTo>
                    <a:pt x="3338" y="693"/>
                    <a:pt x="3501" y="856"/>
                    <a:pt x="3704" y="856"/>
                  </a:cubicBezTo>
                  <a:lnTo>
                    <a:pt x="7855" y="856"/>
                  </a:lnTo>
                  <a:cubicBezTo>
                    <a:pt x="8059" y="856"/>
                    <a:pt x="8222" y="693"/>
                    <a:pt x="8222" y="489"/>
                  </a:cubicBezTo>
                  <a:cubicBezTo>
                    <a:pt x="8222" y="245"/>
                    <a:pt x="8059" y="82"/>
                    <a:pt x="7855" y="82"/>
                  </a:cubicBezTo>
                  <a:close/>
                  <a:moveTo>
                    <a:pt x="9605" y="1"/>
                  </a:moveTo>
                  <a:cubicBezTo>
                    <a:pt x="9361" y="1"/>
                    <a:pt x="9158" y="204"/>
                    <a:pt x="9158" y="489"/>
                  </a:cubicBezTo>
                  <a:cubicBezTo>
                    <a:pt x="9158" y="733"/>
                    <a:pt x="9361" y="937"/>
                    <a:pt x="9605" y="937"/>
                  </a:cubicBezTo>
                  <a:cubicBezTo>
                    <a:pt x="9849" y="937"/>
                    <a:pt x="10053" y="733"/>
                    <a:pt x="10053" y="489"/>
                  </a:cubicBezTo>
                  <a:cubicBezTo>
                    <a:pt x="10053" y="204"/>
                    <a:pt x="9849" y="1"/>
                    <a:pt x="9605" y="1"/>
                  </a:cubicBezTo>
                  <a:close/>
                  <a:moveTo>
                    <a:pt x="10948" y="1"/>
                  </a:moveTo>
                  <a:cubicBezTo>
                    <a:pt x="10704" y="1"/>
                    <a:pt x="10501" y="204"/>
                    <a:pt x="10501" y="489"/>
                  </a:cubicBezTo>
                  <a:cubicBezTo>
                    <a:pt x="10501" y="733"/>
                    <a:pt x="10704" y="937"/>
                    <a:pt x="10948" y="937"/>
                  </a:cubicBezTo>
                  <a:cubicBezTo>
                    <a:pt x="11192" y="937"/>
                    <a:pt x="11396" y="733"/>
                    <a:pt x="11396" y="489"/>
                  </a:cubicBezTo>
                  <a:cubicBezTo>
                    <a:pt x="11396" y="204"/>
                    <a:pt x="11192" y="1"/>
                    <a:pt x="10948" y="1"/>
                  </a:cubicBezTo>
                  <a:close/>
                  <a:moveTo>
                    <a:pt x="12291" y="1"/>
                  </a:moveTo>
                  <a:cubicBezTo>
                    <a:pt x="12047" y="1"/>
                    <a:pt x="11844" y="204"/>
                    <a:pt x="11844" y="489"/>
                  </a:cubicBezTo>
                  <a:cubicBezTo>
                    <a:pt x="11844" y="733"/>
                    <a:pt x="12047" y="937"/>
                    <a:pt x="12291" y="937"/>
                  </a:cubicBezTo>
                  <a:cubicBezTo>
                    <a:pt x="12535" y="937"/>
                    <a:pt x="12739" y="733"/>
                    <a:pt x="12739" y="489"/>
                  </a:cubicBezTo>
                  <a:cubicBezTo>
                    <a:pt x="12739" y="204"/>
                    <a:pt x="12535" y="1"/>
                    <a:pt x="12291" y="1"/>
                  </a:cubicBezTo>
                  <a:close/>
                  <a:moveTo>
                    <a:pt x="13634" y="1"/>
                  </a:moveTo>
                  <a:cubicBezTo>
                    <a:pt x="13390" y="1"/>
                    <a:pt x="13187" y="204"/>
                    <a:pt x="13187" y="489"/>
                  </a:cubicBezTo>
                  <a:cubicBezTo>
                    <a:pt x="13187" y="733"/>
                    <a:pt x="13390" y="937"/>
                    <a:pt x="13634" y="937"/>
                  </a:cubicBezTo>
                  <a:cubicBezTo>
                    <a:pt x="13878" y="937"/>
                    <a:pt x="14082" y="733"/>
                    <a:pt x="14082" y="489"/>
                  </a:cubicBezTo>
                  <a:cubicBezTo>
                    <a:pt x="14082" y="204"/>
                    <a:pt x="13878" y="1"/>
                    <a:pt x="13634" y="1"/>
                  </a:cubicBezTo>
                  <a:close/>
                  <a:moveTo>
                    <a:pt x="14977" y="1"/>
                  </a:moveTo>
                  <a:cubicBezTo>
                    <a:pt x="14733" y="1"/>
                    <a:pt x="14530" y="204"/>
                    <a:pt x="14530" y="489"/>
                  </a:cubicBezTo>
                  <a:cubicBezTo>
                    <a:pt x="14530" y="733"/>
                    <a:pt x="14733" y="937"/>
                    <a:pt x="14977" y="937"/>
                  </a:cubicBezTo>
                  <a:cubicBezTo>
                    <a:pt x="15221" y="937"/>
                    <a:pt x="15425" y="733"/>
                    <a:pt x="15425" y="489"/>
                  </a:cubicBezTo>
                  <a:cubicBezTo>
                    <a:pt x="15425" y="204"/>
                    <a:pt x="15221" y="1"/>
                    <a:pt x="14977" y="1"/>
                  </a:cubicBezTo>
                  <a:close/>
                  <a:moveTo>
                    <a:pt x="16320" y="1"/>
                  </a:moveTo>
                  <a:cubicBezTo>
                    <a:pt x="16076" y="1"/>
                    <a:pt x="15873" y="204"/>
                    <a:pt x="15873" y="489"/>
                  </a:cubicBezTo>
                  <a:cubicBezTo>
                    <a:pt x="15873" y="733"/>
                    <a:pt x="16076" y="937"/>
                    <a:pt x="16320" y="937"/>
                  </a:cubicBezTo>
                  <a:cubicBezTo>
                    <a:pt x="16564" y="937"/>
                    <a:pt x="16768" y="733"/>
                    <a:pt x="16768" y="489"/>
                  </a:cubicBezTo>
                  <a:cubicBezTo>
                    <a:pt x="16768" y="204"/>
                    <a:pt x="16564" y="1"/>
                    <a:pt x="16320" y="1"/>
                  </a:cubicBezTo>
                  <a:close/>
                  <a:moveTo>
                    <a:pt x="367" y="1873"/>
                  </a:moveTo>
                  <a:cubicBezTo>
                    <a:pt x="163" y="1873"/>
                    <a:pt x="1" y="2036"/>
                    <a:pt x="1" y="2280"/>
                  </a:cubicBezTo>
                  <a:cubicBezTo>
                    <a:pt x="1" y="2483"/>
                    <a:pt x="163" y="2646"/>
                    <a:pt x="367" y="2646"/>
                  </a:cubicBezTo>
                  <a:lnTo>
                    <a:pt x="1954" y="2646"/>
                  </a:lnTo>
                  <a:cubicBezTo>
                    <a:pt x="2158" y="2646"/>
                    <a:pt x="2361" y="2483"/>
                    <a:pt x="2361" y="2280"/>
                  </a:cubicBezTo>
                  <a:cubicBezTo>
                    <a:pt x="2361" y="2036"/>
                    <a:pt x="2158" y="1873"/>
                    <a:pt x="1954" y="1873"/>
                  </a:cubicBezTo>
                  <a:close/>
                  <a:moveTo>
                    <a:pt x="3704" y="1873"/>
                  </a:moveTo>
                  <a:cubicBezTo>
                    <a:pt x="3501" y="1873"/>
                    <a:pt x="3338" y="2036"/>
                    <a:pt x="3338" y="2280"/>
                  </a:cubicBezTo>
                  <a:cubicBezTo>
                    <a:pt x="3338" y="2483"/>
                    <a:pt x="3501" y="2646"/>
                    <a:pt x="3704" y="2646"/>
                  </a:cubicBezTo>
                  <a:lnTo>
                    <a:pt x="7855" y="2646"/>
                  </a:lnTo>
                  <a:cubicBezTo>
                    <a:pt x="8059" y="2646"/>
                    <a:pt x="8222" y="2483"/>
                    <a:pt x="8222" y="2280"/>
                  </a:cubicBezTo>
                  <a:cubicBezTo>
                    <a:pt x="8222" y="2036"/>
                    <a:pt x="8059" y="1873"/>
                    <a:pt x="7855" y="1873"/>
                  </a:cubicBezTo>
                  <a:close/>
                  <a:moveTo>
                    <a:pt x="367" y="3664"/>
                  </a:moveTo>
                  <a:cubicBezTo>
                    <a:pt x="163" y="3664"/>
                    <a:pt x="1" y="3867"/>
                    <a:pt x="1" y="4071"/>
                  </a:cubicBezTo>
                  <a:cubicBezTo>
                    <a:pt x="1" y="4274"/>
                    <a:pt x="163" y="4437"/>
                    <a:pt x="367" y="4437"/>
                  </a:cubicBezTo>
                  <a:lnTo>
                    <a:pt x="1954" y="4437"/>
                  </a:lnTo>
                  <a:cubicBezTo>
                    <a:pt x="2158" y="4437"/>
                    <a:pt x="2361" y="4274"/>
                    <a:pt x="2361" y="4071"/>
                  </a:cubicBezTo>
                  <a:cubicBezTo>
                    <a:pt x="2361" y="3867"/>
                    <a:pt x="2158" y="3664"/>
                    <a:pt x="1954" y="3664"/>
                  </a:cubicBezTo>
                  <a:close/>
                  <a:moveTo>
                    <a:pt x="3704" y="3664"/>
                  </a:moveTo>
                  <a:cubicBezTo>
                    <a:pt x="3501" y="3664"/>
                    <a:pt x="3338" y="3867"/>
                    <a:pt x="3338" y="4071"/>
                  </a:cubicBezTo>
                  <a:cubicBezTo>
                    <a:pt x="3338" y="4274"/>
                    <a:pt x="3501" y="4437"/>
                    <a:pt x="3704" y="4437"/>
                  </a:cubicBezTo>
                  <a:lnTo>
                    <a:pt x="7855" y="4437"/>
                  </a:lnTo>
                  <a:cubicBezTo>
                    <a:pt x="8059" y="4437"/>
                    <a:pt x="8222" y="4274"/>
                    <a:pt x="8222" y="4071"/>
                  </a:cubicBezTo>
                  <a:cubicBezTo>
                    <a:pt x="8222" y="3867"/>
                    <a:pt x="8059" y="3664"/>
                    <a:pt x="7855" y="3664"/>
                  </a:cubicBezTo>
                  <a:close/>
                  <a:moveTo>
                    <a:pt x="9605" y="3623"/>
                  </a:moveTo>
                  <a:cubicBezTo>
                    <a:pt x="9361" y="3623"/>
                    <a:pt x="9158" y="3826"/>
                    <a:pt x="9158" y="4071"/>
                  </a:cubicBezTo>
                  <a:cubicBezTo>
                    <a:pt x="9158" y="4315"/>
                    <a:pt x="9361" y="4518"/>
                    <a:pt x="9605" y="4518"/>
                  </a:cubicBezTo>
                  <a:cubicBezTo>
                    <a:pt x="9849" y="4518"/>
                    <a:pt x="10053" y="4315"/>
                    <a:pt x="10053" y="4071"/>
                  </a:cubicBezTo>
                  <a:cubicBezTo>
                    <a:pt x="10053" y="3826"/>
                    <a:pt x="9849" y="3623"/>
                    <a:pt x="9605" y="3623"/>
                  </a:cubicBezTo>
                  <a:close/>
                  <a:moveTo>
                    <a:pt x="10948" y="3623"/>
                  </a:moveTo>
                  <a:cubicBezTo>
                    <a:pt x="10704" y="3623"/>
                    <a:pt x="10501" y="3826"/>
                    <a:pt x="10501" y="4071"/>
                  </a:cubicBezTo>
                  <a:cubicBezTo>
                    <a:pt x="10501" y="4315"/>
                    <a:pt x="10704" y="4518"/>
                    <a:pt x="10948" y="4518"/>
                  </a:cubicBezTo>
                  <a:cubicBezTo>
                    <a:pt x="11192" y="4518"/>
                    <a:pt x="11396" y="4315"/>
                    <a:pt x="11396" y="4071"/>
                  </a:cubicBezTo>
                  <a:cubicBezTo>
                    <a:pt x="11396" y="3826"/>
                    <a:pt x="11192" y="3623"/>
                    <a:pt x="10948" y="3623"/>
                  </a:cubicBezTo>
                  <a:close/>
                  <a:moveTo>
                    <a:pt x="12291" y="3623"/>
                  </a:moveTo>
                  <a:cubicBezTo>
                    <a:pt x="12047" y="3623"/>
                    <a:pt x="11844" y="3826"/>
                    <a:pt x="11844" y="4071"/>
                  </a:cubicBezTo>
                  <a:cubicBezTo>
                    <a:pt x="11844" y="4315"/>
                    <a:pt x="12047" y="4518"/>
                    <a:pt x="12291" y="4518"/>
                  </a:cubicBezTo>
                  <a:cubicBezTo>
                    <a:pt x="12535" y="4518"/>
                    <a:pt x="12739" y="4315"/>
                    <a:pt x="12739" y="4071"/>
                  </a:cubicBezTo>
                  <a:cubicBezTo>
                    <a:pt x="12739" y="3826"/>
                    <a:pt x="12535" y="3623"/>
                    <a:pt x="12291" y="3623"/>
                  </a:cubicBezTo>
                  <a:close/>
                  <a:moveTo>
                    <a:pt x="13634" y="3623"/>
                  </a:moveTo>
                  <a:cubicBezTo>
                    <a:pt x="13390" y="3623"/>
                    <a:pt x="13187" y="3826"/>
                    <a:pt x="13187" y="4071"/>
                  </a:cubicBezTo>
                  <a:cubicBezTo>
                    <a:pt x="13187" y="4315"/>
                    <a:pt x="13390" y="4518"/>
                    <a:pt x="13634" y="4518"/>
                  </a:cubicBezTo>
                  <a:cubicBezTo>
                    <a:pt x="13878" y="4518"/>
                    <a:pt x="14082" y="4315"/>
                    <a:pt x="14082" y="4071"/>
                  </a:cubicBezTo>
                  <a:cubicBezTo>
                    <a:pt x="14082" y="3826"/>
                    <a:pt x="13878" y="3623"/>
                    <a:pt x="13634" y="3623"/>
                  </a:cubicBezTo>
                  <a:close/>
                  <a:moveTo>
                    <a:pt x="14977" y="3623"/>
                  </a:moveTo>
                  <a:cubicBezTo>
                    <a:pt x="14733" y="3623"/>
                    <a:pt x="14530" y="3826"/>
                    <a:pt x="14530" y="4071"/>
                  </a:cubicBezTo>
                  <a:cubicBezTo>
                    <a:pt x="14530" y="4315"/>
                    <a:pt x="14733" y="4518"/>
                    <a:pt x="14977" y="4518"/>
                  </a:cubicBezTo>
                  <a:cubicBezTo>
                    <a:pt x="15221" y="4518"/>
                    <a:pt x="15425" y="4315"/>
                    <a:pt x="15425" y="4071"/>
                  </a:cubicBezTo>
                  <a:cubicBezTo>
                    <a:pt x="15425" y="3826"/>
                    <a:pt x="15221" y="3623"/>
                    <a:pt x="14977" y="3623"/>
                  </a:cubicBezTo>
                  <a:close/>
                  <a:moveTo>
                    <a:pt x="16320" y="3623"/>
                  </a:moveTo>
                  <a:cubicBezTo>
                    <a:pt x="16076" y="3623"/>
                    <a:pt x="15873" y="3826"/>
                    <a:pt x="15873" y="4071"/>
                  </a:cubicBezTo>
                  <a:cubicBezTo>
                    <a:pt x="15873" y="4315"/>
                    <a:pt x="16076" y="4518"/>
                    <a:pt x="16320" y="4518"/>
                  </a:cubicBezTo>
                  <a:cubicBezTo>
                    <a:pt x="16564" y="4518"/>
                    <a:pt x="16768" y="4315"/>
                    <a:pt x="16768" y="4071"/>
                  </a:cubicBezTo>
                  <a:cubicBezTo>
                    <a:pt x="16768" y="3826"/>
                    <a:pt x="16564" y="3623"/>
                    <a:pt x="16320" y="3623"/>
                  </a:cubicBezTo>
                  <a:close/>
                  <a:moveTo>
                    <a:pt x="367" y="5454"/>
                  </a:moveTo>
                  <a:cubicBezTo>
                    <a:pt x="163" y="5454"/>
                    <a:pt x="1" y="5658"/>
                    <a:pt x="1" y="5861"/>
                  </a:cubicBezTo>
                  <a:cubicBezTo>
                    <a:pt x="1" y="6065"/>
                    <a:pt x="163" y="6228"/>
                    <a:pt x="367" y="6228"/>
                  </a:cubicBezTo>
                  <a:lnTo>
                    <a:pt x="1954" y="6228"/>
                  </a:lnTo>
                  <a:cubicBezTo>
                    <a:pt x="2158" y="6228"/>
                    <a:pt x="2361" y="6065"/>
                    <a:pt x="2361" y="5861"/>
                  </a:cubicBezTo>
                  <a:cubicBezTo>
                    <a:pt x="2361" y="5658"/>
                    <a:pt x="2158" y="5454"/>
                    <a:pt x="1954" y="5454"/>
                  </a:cubicBezTo>
                  <a:close/>
                  <a:moveTo>
                    <a:pt x="3704" y="5454"/>
                  </a:moveTo>
                  <a:cubicBezTo>
                    <a:pt x="3501" y="5454"/>
                    <a:pt x="3338" y="5658"/>
                    <a:pt x="3338" y="5861"/>
                  </a:cubicBezTo>
                  <a:cubicBezTo>
                    <a:pt x="3338" y="6065"/>
                    <a:pt x="3501" y="6228"/>
                    <a:pt x="3704" y="6228"/>
                  </a:cubicBezTo>
                  <a:lnTo>
                    <a:pt x="7855" y="6228"/>
                  </a:lnTo>
                  <a:cubicBezTo>
                    <a:pt x="8059" y="6228"/>
                    <a:pt x="8222" y="6065"/>
                    <a:pt x="8222" y="5861"/>
                  </a:cubicBezTo>
                  <a:cubicBezTo>
                    <a:pt x="8222" y="5658"/>
                    <a:pt x="8059" y="5454"/>
                    <a:pt x="7855" y="5454"/>
                  </a:cubicBezTo>
                  <a:close/>
                  <a:moveTo>
                    <a:pt x="367" y="7286"/>
                  </a:moveTo>
                  <a:cubicBezTo>
                    <a:pt x="163" y="7286"/>
                    <a:pt x="1" y="7448"/>
                    <a:pt x="1" y="7652"/>
                  </a:cubicBezTo>
                  <a:cubicBezTo>
                    <a:pt x="1" y="7855"/>
                    <a:pt x="163" y="8059"/>
                    <a:pt x="367" y="8059"/>
                  </a:cubicBezTo>
                  <a:lnTo>
                    <a:pt x="1954" y="8059"/>
                  </a:lnTo>
                  <a:cubicBezTo>
                    <a:pt x="2158" y="8059"/>
                    <a:pt x="2361" y="7855"/>
                    <a:pt x="2361" y="7652"/>
                  </a:cubicBezTo>
                  <a:cubicBezTo>
                    <a:pt x="2361" y="7448"/>
                    <a:pt x="2158" y="7286"/>
                    <a:pt x="1954" y="7286"/>
                  </a:cubicBezTo>
                  <a:close/>
                  <a:moveTo>
                    <a:pt x="3704" y="7286"/>
                  </a:moveTo>
                  <a:cubicBezTo>
                    <a:pt x="3501" y="7286"/>
                    <a:pt x="3338" y="7448"/>
                    <a:pt x="3338" y="7652"/>
                  </a:cubicBezTo>
                  <a:cubicBezTo>
                    <a:pt x="3338" y="7855"/>
                    <a:pt x="3501" y="8059"/>
                    <a:pt x="3704" y="8059"/>
                  </a:cubicBezTo>
                  <a:lnTo>
                    <a:pt x="7855" y="8059"/>
                  </a:lnTo>
                  <a:cubicBezTo>
                    <a:pt x="8059" y="8059"/>
                    <a:pt x="8222" y="7855"/>
                    <a:pt x="8222" y="7652"/>
                  </a:cubicBezTo>
                  <a:cubicBezTo>
                    <a:pt x="8222" y="7448"/>
                    <a:pt x="8059" y="7286"/>
                    <a:pt x="7855" y="7286"/>
                  </a:cubicBezTo>
                  <a:close/>
                  <a:moveTo>
                    <a:pt x="14204" y="8791"/>
                  </a:moveTo>
                  <a:cubicBezTo>
                    <a:pt x="13960" y="8791"/>
                    <a:pt x="13756" y="8995"/>
                    <a:pt x="13756" y="9239"/>
                  </a:cubicBezTo>
                  <a:cubicBezTo>
                    <a:pt x="13756" y="9483"/>
                    <a:pt x="13960" y="9687"/>
                    <a:pt x="14204" y="9687"/>
                  </a:cubicBezTo>
                  <a:cubicBezTo>
                    <a:pt x="14448" y="9687"/>
                    <a:pt x="14652" y="9483"/>
                    <a:pt x="14652" y="9239"/>
                  </a:cubicBezTo>
                  <a:cubicBezTo>
                    <a:pt x="14652" y="8995"/>
                    <a:pt x="14448" y="8791"/>
                    <a:pt x="14204" y="8791"/>
                  </a:cubicBezTo>
                  <a:close/>
                  <a:moveTo>
                    <a:pt x="15547" y="8791"/>
                  </a:moveTo>
                  <a:cubicBezTo>
                    <a:pt x="15303" y="8791"/>
                    <a:pt x="15099" y="8995"/>
                    <a:pt x="15099" y="9239"/>
                  </a:cubicBezTo>
                  <a:cubicBezTo>
                    <a:pt x="15099" y="9483"/>
                    <a:pt x="15303" y="9687"/>
                    <a:pt x="15547" y="9687"/>
                  </a:cubicBezTo>
                  <a:cubicBezTo>
                    <a:pt x="15791" y="9687"/>
                    <a:pt x="15995" y="9483"/>
                    <a:pt x="15995" y="9239"/>
                  </a:cubicBezTo>
                  <a:cubicBezTo>
                    <a:pt x="15995" y="8995"/>
                    <a:pt x="15791" y="8791"/>
                    <a:pt x="15547" y="8791"/>
                  </a:cubicBezTo>
                  <a:close/>
                  <a:moveTo>
                    <a:pt x="16890" y="8791"/>
                  </a:moveTo>
                  <a:cubicBezTo>
                    <a:pt x="16646" y="8791"/>
                    <a:pt x="16442" y="8995"/>
                    <a:pt x="16442" y="9239"/>
                  </a:cubicBezTo>
                  <a:cubicBezTo>
                    <a:pt x="16442" y="9483"/>
                    <a:pt x="16646" y="9687"/>
                    <a:pt x="16890" y="9687"/>
                  </a:cubicBezTo>
                  <a:cubicBezTo>
                    <a:pt x="17134" y="9687"/>
                    <a:pt x="17338" y="9483"/>
                    <a:pt x="17338" y="9239"/>
                  </a:cubicBezTo>
                  <a:cubicBezTo>
                    <a:pt x="17338" y="8995"/>
                    <a:pt x="17134" y="8791"/>
                    <a:pt x="16890" y="8791"/>
                  </a:cubicBezTo>
                  <a:close/>
                  <a:moveTo>
                    <a:pt x="18233" y="8791"/>
                  </a:moveTo>
                  <a:cubicBezTo>
                    <a:pt x="17989" y="8791"/>
                    <a:pt x="17785" y="8995"/>
                    <a:pt x="17785" y="9239"/>
                  </a:cubicBezTo>
                  <a:cubicBezTo>
                    <a:pt x="17785" y="9483"/>
                    <a:pt x="17989" y="9687"/>
                    <a:pt x="18233" y="9687"/>
                  </a:cubicBezTo>
                  <a:cubicBezTo>
                    <a:pt x="18477" y="9687"/>
                    <a:pt x="18681" y="9483"/>
                    <a:pt x="18681" y="9239"/>
                  </a:cubicBezTo>
                  <a:cubicBezTo>
                    <a:pt x="18681" y="8995"/>
                    <a:pt x="18477" y="8791"/>
                    <a:pt x="18233" y="8791"/>
                  </a:cubicBezTo>
                  <a:close/>
                  <a:moveTo>
                    <a:pt x="19576" y="8791"/>
                  </a:moveTo>
                  <a:cubicBezTo>
                    <a:pt x="19332" y="8791"/>
                    <a:pt x="19128" y="8995"/>
                    <a:pt x="19128" y="9239"/>
                  </a:cubicBezTo>
                  <a:cubicBezTo>
                    <a:pt x="19128" y="9483"/>
                    <a:pt x="19332" y="9687"/>
                    <a:pt x="19576" y="9687"/>
                  </a:cubicBezTo>
                  <a:cubicBezTo>
                    <a:pt x="19820" y="9687"/>
                    <a:pt x="20024" y="9483"/>
                    <a:pt x="20024" y="9239"/>
                  </a:cubicBezTo>
                  <a:cubicBezTo>
                    <a:pt x="20024" y="8995"/>
                    <a:pt x="19820" y="8791"/>
                    <a:pt x="19576" y="8791"/>
                  </a:cubicBezTo>
                  <a:close/>
                  <a:moveTo>
                    <a:pt x="20919" y="8791"/>
                  </a:moveTo>
                  <a:cubicBezTo>
                    <a:pt x="20675" y="8791"/>
                    <a:pt x="20471" y="8995"/>
                    <a:pt x="20471" y="9239"/>
                  </a:cubicBezTo>
                  <a:cubicBezTo>
                    <a:pt x="20471" y="9483"/>
                    <a:pt x="20675" y="9687"/>
                    <a:pt x="20919" y="9687"/>
                  </a:cubicBezTo>
                  <a:cubicBezTo>
                    <a:pt x="21163" y="9687"/>
                    <a:pt x="21367" y="9483"/>
                    <a:pt x="21367" y="9239"/>
                  </a:cubicBezTo>
                  <a:cubicBezTo>
                    <a:pt x="21367" y="8995"/>
                    <a:pt x="21163" y="8791"/>
                    <a:pt x="20919" y="8791"/>
                  </a:cubicBezTo>
                  <a:close/>
                  <a:moveTo>
                    <a:pt x="367" y="9076"/>
                  </a:moveTo>
                  <a:cubicBezTo>
                    <a:pt x="163" y="9076"/>
                    <a:pt x="1" y="9239"/>
                    <a:pt x="1" y="9443"/>
                  </a:cubicBezTo>
                  <a:cubicBezTo>
                    <a:pt x="1" y="9646"/>
                    <a:pt x="163" y="9850"/>
                    <a:pt x="367" y="9850"/>
                  </a:cubicBezTo>
                  <a:lnTo>
                    <a:pt x="1954" y="9850"/>
                  </a:lnTo>
                  <a:cubicBezTo>
                    <a:pt x="2158" y="9850"/>
                    <a:pt x="2361" y="9646"/>
                    <a:pt x="2361" y="9443"/>
                  </a:cubicBezTo>
                  <a:cubicBezTo>
                    <a:pt x="2361" y="9239"/>
                    <a:pt x="2158" y="9076"/>
                    <a:pt x="1954" y="9076"/>
                  </a:cubicBezTo>
                  <a:close/>
                  <a:moveTo>
                    <a:pt x="8669" y="9076"/>
                  </a:moveTo>
                  <a:cubicBezTo>
                    <a:pt x="8425" y="9076"/>
                    <a:pt x="8262" y="9239"/>
                    <a:pt x="8262" y="9443"/>
                  </a:cubicBezTo>
                  <a:cubicBezTo>
                    <a:pt x="8262" y="9646"/>
                    <a:pt x="8425" y="9850"/>
                    <a:pt x="8669" y="9850"/>
                  </a:cubicBezTo>
                  <a:lnTo>
                    <a:pt x="12780" y="9850"/>
                  </a:lnTo>
                  <a:cubicBezTo>
                    <a:pt x="12983" y="9850"/>
                    <a:pt x="13146" y="9646"/>
                    <a:pt x="13146" y="9443"/>
                  </a:cubicBezTo>
                  <a:cubicBezTo>
                    <a:pt x="13146" y="9239"/>
                    <a:pt x="12983" y="9076"/>
                    <a:pt x="12780" y="9076"/>
                  </a:cubicBezTo>
                  <a:close/>
                  <a:moveTo>
                    <a:pt x="367" y="10867"/>
                  </a:moveTo>
                  <a:cubicBezTo>
                    <a:pt x="163" y="10867"/>
                    <a:pt x="1" y="11030"/>
                    <a:pt x="1" y="11233"/>
                  </a:cubicBezTo>
                  <a:cubicBezTo>
                    <a:pt x="1" y="11478"/>
                    <a:pt x="163" y="11640"/>
                    <a:pt x="367" y="11640"/>
                  </a:cubicBezTo>
                  <a:lnTo>
                    <a:pt x="1954" y="11640"/>
                  </a:lnTo>
                  <a:cubicBezTo>
                    <a:pt x="2158" y="11640"/>
                    <a:pt x="2361" y="11478"/>
                    <a:pt x="2361" y="11233"/>
                  </a:cubicBezTo>
                  <a:cubicBezTo>
                    <a:pt x="2361" y="11030"/>
                    <a:pt x="2158" y="10867"/>
                    <a:pt x="1954" y="10867"/>
                  </a:cubicBezTo>
                  <a:close/>
                  <a:moveTo>
                    <a:pt x="8669" y="10867"/>
                  </a:moveTo>
                  <a:cubicBezTo>
                    <a:pt x="8425" y="10867"/>
                    <a:pt x="8262" y="11030"/>
                    <a:pt x="8262" y="11233"/>
                  </a:cubicBezTo>
                  <a:cubicBezTo>
                    <a:pt x="8262" y="11478"/>
                    <a:pt x="8425" y="11640"/>
                    <a:pt x="8669" y="11640"/>
                  </a:cubicBezTo>
                  <a:lnTo>
                    <a:pt x="12780" y="11640"/>
                  </a:lnTo>
                  <a:cubicBezTo>
                    <a:pt x="12983" y="11640"/>
                    <a:pt x="13146" y="11478"/>
                    <a:pt x="13146" y="11233"/>
                  </a:cubicBezTo>
                  <a:cubicBezTo>
                    <a:pt x="13146" y="11030"/>
                    <a:pt x="12983" y="10867"/>
                    <a:pt x="12780" y="10867"/>
                  </a:cubicBezTo>
                  <a:close/>
                  <a:moveTo>
                    <a:pt x="14204" y="12495"/>
                  </a:moveTo>
                  <a:cubicBezTo>
                    <a:pt x="13960" y="12495"/>
                    <a:pt x="13756" y="12698"/>
                    <a:pt x="13756" y="12943"/>
                  </a:cubicBezTo>
                  <a:cubicBezTo>
                    <a:pt x="13756" y="13187"/>
                    <a:pt x="13960" y="13390"/>
                    <a:pt x="14204" y="13390"/>
                  </a:cubicBezTo>
                  <a:cubicBezTo>
                    <a:pt x="14448" y="13390"/>
                    <a:pt x="14652" y="13187"/>
                    <a:pt x="14652" y="12943"/>
                  </a:cubicBezTo>
                  <a:cubicBezTo>
                    <a:pt x="14652" y="12698"/>
                    <a:pt x="14448" y="12495"/>
                    <a:pt x="14204" y="12495"/>
                  </a:cubicBezTo>
                  <a:close/>
                  <a:moveTo>
                    <a:pt x="15547" y="12495"/>
                  </a:moveTo>
                  <a:cubicBezTo>
                    <a:pt x="15303" y="12495"/>
                    <a:pt x="15099" y="12698"/>
                    <a:pt x="15099" y="12943"/>
                  </a:cubicBezTo>
                  <a:cubicBezTo>
                    <a:pt x="15099" y="13187"/>
                    <a:pt x="15303" y="13390"/>
                    <a:pt x="15547" y="13390"/>
                  </a:cubicBezTo>
                  <a:cubicBezTo>
                    <a:pt x="15791" y="13390"/>
                    <a:pt x="15995" y="13187"/>
                    <a:pt x="15995" y="12943"/>
                  </a:cubicBezTo>
                  <a:cubicBezTo>
                    <a:pt x="15995" y="12698"/>
                    <a:pt x="15791" y="12495"/>
                    <a:pt x="15547" y="12495"/>
                  </a:cubicBezTo>
                  <a:close/>
                  <a:moveTo>
                    <a:pt x="16890" y="12495"/>
                  </a:moveTo>
                  <a:cubicBezTo>
                    <a:pt x="16646" y="12495"/>
                    <a:pt x="16442" y="12698"/>
                    <a:pt x="16442" y="12943"/>
                  </a:cubicBezTo>
                  <a:cubicBezTo>
                    <a:pt x="16442" y="13187"/>
                    <a:pt x="16646" y="13390"/>
                    <a:pt x="16890" y="13390"/>
                  </a:cubicBezTo>
                  <a:cubicBezTo>
                    <a:pt x="17134" y="13390"/>
                    <a:pt x="17338" y="13187"/>
                    <a:pt x="17338" y="12943"/>
                  </a:cubicBezTo>
                  <a:cubicBezTo>
                    <a:pt x="17338" y="12698"/>
                    <a:pt x="17134" y="12495"/>
                    <a:pt x="16890" y="12495"/>
                  </a:cubicBezTo>
                  <a:close/>
                  <a:moveTo>
                    <a:pt x="18233" y="12495"/>
                  </a:moveTo>
                  <a:cubicBezTo>
                    <a:pt x="17989" y="12495"/>
                    <a:pt x="17785" y="12698"/>
                    <a:pt x="17785" y="12943"/>
                  </a:cubicBezTo>
                  <a:cubicBezTo>
                    <a:pt x="17785" y="13187"/>
                    <a:pt x="17989" y="13390"/>
                    <a:pt x="18233" y="13390"/>
                  </a:cubicBezTo>
                  <a:cubicBezTo>
                    <a:pt x="18477" y="13390"/>
                    <a:pt x="18681" y="13187"/>
                    <a:pt x="18681" y="12943"/>
                  </a:cubicBezTo>
                  <a:cubicBezTo>
                    <a:pt x="18681" y="12698"/>
                    <a:pt x="18477" y="12495"/>
                    <a:pt x="18233" y="12495"/>
                  </a:cubicBezTo>
                  <a:close/>
                  <a:moveTo>
                    <a:pt x="19576" y="12495"/>
                  </a:moveTo>
                  <a:cubicBezTo>
                    <a:pt x="19332" y="12495"/>
                    <a:pt x="19128" y="12698"/>
                    <a:pt x="19128" y="12943"/>
                  </a:cubicBezTo>
                  <a:cubicBezTo>
                    <a:pt x="19128" y="13187"/>
                    <a:pt x="19332" y="13390"/>
                    <a:pt x="19576" y="13390"/>
                  </a:cubicBezTo>
                  <a:cubicBezTo>
                    <a:pt x="19820" y="13390"/>
                    <a:pt x="20024" y="13187"/>
                    <a:pt x="20024" y="12943"/>
                  </a:cubicBezTo>
                  <a:cubicBezTo>
                    <a:pt x="20024" y="12698"/>
                    <a:pt x="19820" y="12495"/>
                    <a:pt x="19576" y="12495"/>
                  </a:cubicBezTo>
                  <a:close/>
                  <a:moveTo>
                    <a:pt x="20919" y="12495"/>
                  </a:moveTo>
                  <a:cubicBezTo>
                    <a:pt x="20675" y="12495"/>
                    <a:pt x="20471" y="12698"/>
                    <a:pt x="20471" y="12943"/>
                  </a:cubicBezTo>
                  <a:cubicBezTo>
                    <a:pt x="20471" y="13187"/>
                    <a:pt x="20675" y="13390"/>
                    <a:pt x="20919" y="13390"/>
                  </a:cubicBezTo>
                  <a:cubicBezTo>
                    <a:pt x="21163" y="13390"/>
                    <a:pt x="21367" y="13187"/>
                    <a:pt x="21367" y="12943"/>
                  </a:cubicBezTo>
                  <a:cubicBezTo>
                    <a:pt x="21367" y="12698"/>
                    <a:pt x="21163" y="12495"/>
                    <a:pt x="20919" y="12495"/>
                  </a:cubicBezTo>
                  <a:close/>
                  <a:moveTo>
                    <a:pt x="367" y="12658"/>
                  </a:moveTo>
                  <a:cubicBezTo>
                    <a:pt x="163" y="12658"/>
                    <a:pt x="1" y="12821"/>
                    <a:pt x="1" y="13065"/>
                  </a:cubicBezTo>
                  <a:cubicBezTo>
                    <a:pt x="1" y="13268"/>
                    <a:pt x="163" y="13431"/>
                    <a:pt x="367" y="13431"/>
                  </a:cubicBezTo>
                  <a:lnTo>
                    <a:pt x="1954" y="13431"/>
                  </a:lnTo>
                  <a:cubicBezTo>
                    <a:pt x="2158" y="13431"/>
                    <a:pt x="2361" y="13268"/>
                    <a:pt x="2361" y="13065"/>
                  </a:cubicBezTo>
                  <a:cubicBezTo>
                    <a:pt x="2361" y="12821"/>
                    <a:pt x="2158" y="12658"/>
                    <a:pt x="1954" y="12658"/>
                  </a:cubicBezTo>
                  <a:close/>
                  <a:moveTo>
                    <a:pt x="8669" y="12658"/>
                  </a:moveTo>
                  <a:cubicBezTo>
                    <a:pt x="8425" y="12658"/>
                    <a:pt x="8262" y="12821"/>
                    <a:pt x="8262" y="13065"/>
                  </a:cubicBezTo>
                  <a:cubicBezTo>
                    <a:pt x="8262" y="13268"/>
                    <a:pt x="8425" y="13431"/>
                    <a:pt x="8669" y="13431"/>
                  </a:cubicBezTo>
                  <a:lnTo>
                    <a:pt x="12780" y="13431"/>
                  </a:lnTo>
                  <a:cubicBezTo>
                    <a:pt x="12983" y="13431"/>
                    <a:pt x="13146" y="13268"/>
                    <a:pt x="13146" y="13065"/>
                  </a:cubicBezTo>
                  <a:cubicBezTo>
                    <a:pt x="13146" y="12821"/>
                    <a:pt x="12983" y="12658"/>
                    <a:pt x="12780"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1836;p35">
              <a:extLst>
                <a:ext uri="{FF2B5EF4-FFF2-40B4-BE49-F238E27FC236}">
                  <a16:creationId xmlns:a16="http://schemas.microsoft.com/office/drawing/2014/main" id="{A7D217F0-65C4-A857-49AA-5B082C509968}"/>
                </a:ext>
              </a:extLst>
            </p:cNvPr>
            <p:cNvSpPr/>
            <p:nvPr/>
          </p:nvSpPr>
          <p:spPr>
            <a:xfrm>
              <a:off x="2700975" y="3313800"/>
              <a:ext cx="534175" cy="334775"/>
            </a:xfrm>
            <a:custGeom>
              <a:avLst/>
              <a:gdLst/>
              <a:ahLst/>
              <a:cxnLst/>
              <a:rect l="l" t="t" r="r" b="b"/>
              <a:pathLst>
                <a:path w="21367" h="13391" extrusionOk="0">
                  <a:moveTo>
                    <a:pt x="367" y="41"/>
                  </a:moveTo>
                  <a:cubicBezTo>
                    <a:pt x="163" y="41"/>
                    <a:pt x="1" y="204"/>
                    <a:pt x="1" y="448"/>
                  </a:cubicBezTo>
                  <a:cubicBezTo>
                    <a:pt x="1" y="652"/>
                    <a:pt x="163" y="815"/>
                    <a:pt x="367" y="815"/>
                  </a:cubicBezTo>
                  <a:lnTo>
                    <a:pt x="1954" y="815"/>
                  </a:lnTo>
                  <a:cubicBezTo>
                    <a:pt x="2158" y="815"/>
                    <a:pt x="2361" y="652"/>
                    <a:pt x="2361" y="448"/>
                  </a:cubicBezTo>
                  <a:cubicBezTo>
                    <a:pt x="2361" y="204"/>
                    <a:pt x="2158" y="41"/>
                    <a:pt x="1954" y="41"/>
                  </a:cubicBezTo>
                  <a:close/>
                  <a:moveTo>
                    <a:pt x="3704" y="41"/>
                  </a:moveTo>
                  <a:cubicBezTo>
                    <a:pt x="3501" y="41"/>
                    <a:pt x="3338" y="204"/>
                    <a:pt x="3338" y="448"/>
                  </a:cubicBezTo>
                  <a:cubicBezTo>
                    <a:pt x="3338" y="652"/>
                    <a:pt x="3501" y="815"/>
                    <a:pt x="3704" y="815"/>
                  </a:cubicBezTo>
                  <a:lnTo>
                    <a:pt x="7855" y="815"/>
                  </a:lnTo>
                  <a:cubicBezTo>
                    <a:pt x="8059" y="815"/>
                    <a:pt x="8222" y="652"/>
                    <a:pt x="8222" y="448"/>
                  </a:cubicBezTo>
                  <a:cubicBezTo>
                    <a:pt x="8222" y="204"/>
                    <a:pt x="8059" y="41"/>
                    <a:pt x="7855" y="41"/>
                  </a:cubicBezTo>
                  <a:close/>
                  <a:moveTo>
                    <a:pt x="9605" y="1"/>
                  </a:moveTo>
                  <a:cubicBezTo>
                    <a:pt x="9361" y="1"/>
                    <a:pt x="9158" y="204"/>
                    <a:pt x="9158" y="448"/>
                  </a:cubicBezTo>
                  <a:cubicBezTo>
                    <a:pt x="9158" y="693"/>
                    <a:pt x="9361" y="896"/>
                    <a:pt x="9605" y="896"/>
                  </a:cubicBezTo>
                  <a:cubicBezTo>
                    <a:pt x="9849" y="896"/>
                    <a:pt x="10053" y="693"/>
                    <a:pt x="10053" y="448"/>
                  </a:cubicBezTo>
                  <a:cubicBezTo>
                    <a:pt x="10053" y="204"/>
                    <a:pt x="9849" y="1"/>
                    <a:pt x="9605" y="1"/>
                  </a:cubicBezTo>
                  <a:close/>
                  <a:moveTo>
                    <a:pt x="10948" y="1"/>
                  </a:moveTo>
                  <a:cubicBezTo>
                    <a:pt x="10704" y="1"/>
                    <a:pt x="10501" y="204"/>
                    <a:pt x="10501" y="448"/>
                  </a:cubicBezTo>
                  <a:cubicBezTo>
                    <a:pt x="10501" y="693"/>
                    <a:pt x="10704" y="896"/>
                    <a:pt x="10948" y="896"/>
                  </a:cubicBezTo>
                  <a:cubicBezTo>
                    <a:pt x="11192" y="896"/>
                    <a:pt x="11396" y="693"/>
                    <a:pt x="11396" y="448"/>
                  </a:cubicBezTo>
                  <a:cubicBezTo>
                    <a:pt x="11396" y="204"/>
                    <a:pt x="11192" y="1"/>
                    <a:pt x="10948" y="1"/>
                  </a:cubicBezTo>
                  <a:close/>
                  <a:moveTo>
                    <a:pt x="12291" y="1"/>
                  </a:moveTo>
                  <a:cubicBezTo>
                    <a:pt x="12047" y="1"/>
                    <a:pt x="11844" y="204"/>
                    <a:pt x="11844" y="448"/>
                  </a:cubicBezTo>
                  <a:cubicBezTo>
                    <a:pt x="11844" y="693"/>
                    <a:pt x="12047" y="896"/>
                    <a:pt x="12291" y="896"/>
                  </a:cubicBezTo>
                  <a:cubicBezTo>
                    <a:pt x="12535" y="896"/>
                    <a:pt x="12739" y="693"/>
                    <a:pt x="12739" y="448"/>
                  </a:cubicBezTo>
                  <a:cubicBezTo>
                    <a:pt x="12739" y="204"/>
                    <a:pt x="12535" y="1"/>
                    <a:pt x="12291" y="1"/>
                  </a:cubicBezTo>
                  <a:close/>
                  <a:moveTo>
                    <a:pt x="13634" y="1"/>
                  </a:moveTo>
                  <a:cubicBezTo>
                    <a:pt x="13390" y="1"/>
                    <a:pt x="13187" y="204"/>
                    <a:pt x="13187" y="448"/>
                  </a:cubicBezTo>
                  <a:cubicBezTo>
                    <a:pt x="13187" y="693"/>
                    <a:pt x="13390" y="896"/>
                    <a:pt x="13634" y="896"/>
                  </a:cubicBezTo>
                  <a:cubicBezTo>
                    <a:pt x="13878" y="896"/>
                    <a:pt x="14082" y="693"/>
                    <a:pt x="14082" y="448"/>
                  </a:cubicBezTo>
                  <a:cubicBezTo>
                    <a:pt x="14082" y="204"/>
                    <a:pt x="13878" y="1"/>
                    <a:pt x="13634" y="1"/>
                  </a:cubicBezTo>
                  <a:close/>
                  <a:moveTo>
                    <a:pt x="14977" y="1"/>
                  </a:moveTo>
                  <a:cubicBezTo>
                    <a:pt x="14733" y="1"/>
                    <a:pt x="14530" y="204"/>
                    <a:pt x="14530" y="448"/>
                  </a:cubicBezTo>
                  <a:cubicBezTo>
                    <a:pt x="14530" y="693"/>
                    <a:pt x="14733" y="896"/>
                    <a:pt x="14977" y="896"/>
                  </a:cubicBezTo>
                  <a:cubicBezTo>
                    <a:pt x="15221" y="896"/>
                    <a:pt x="15425" y="693"/>
                    <a:pt x="15425" y="448"/>
                  </a:cubicBezTo>
                  <a:cubicBezTo>
                    <a:pt x="15425" y="204"/>
                    <a:pt x="15221" y="1"/>
                    <a:pt x="14977" y="1"/>
                  </a:cubicBezTo>
                  <a:close/>
                  <a:moveTo>
                    <a:pt x="16320" y="1"/>
                  </a:moveTo>
                  <a:cubicBezTo>
                    <a:pt x="16076" y="1"/>
                    <a:pt x="15873" y="204"/>
                    <a:pt x="15873" y="448"/>
                  </a:cubicBezTo>
                  <a:cubicBezTo>
                    <a:pt x="15873" y="693"/>
                    <a:pt x="16076" y="896"/>
                    <a:pt x="16320" y="896"/>
                  </a:cubicBezTo>
                  <a:cubicBezTo>
                    <a:pt x="16564" y="896"/>
                    <a:pt x="16768" y="693"/>
                    <a:pt x="16768" y="448"/>
                  </a:cubicBezTo>
                  <a:cubicBezTo>
                    <a:pt x="16768" y="204"/>
                    <a:pt x="16564" y="1"/>
                    <a:pt x="16320" y="1"/>
                  </a:cubicBezTo>
                  <a:close/>
                  <a:moveTo>
                    <a:pt x="367" y="1832"/>
                  </a:moveTo>
                  <a:cubicBezTo>
                    <a:pt x="163" y="1832"/>
                    <a:pt x="1" y="2036"/>
                    <a:pt x="1" y="2239"/>
                  </a:cubicBezTo>
                  <a:cubicBezTo>
                    <a:pt x="1" y="2443"/>
                    <a:pt x="163" y="2605"/>
                    <a:pt x="367" y="2605"/>
                  </a:cubicBezTo>
                  <a:lnTo>
                    <a:pt x="1954" y="2605"/>
                  </a:lnTo>
                  <a:cubicBezTo>
                    <a:pt x="2158" y="2605"/>
                    <a:pt x="2361" y="2443"/>
                    <a:pt x="2361" y="2239"/>
                  </a:cubicBezTo>
                  <a:cubicBezTo>
                    <a:pt x="2361" y="2036"/>
                    <a:pt x="2158" y="1832"/>
                    <a:pt x="1954" y="1832"/>
                  </a:cubicBezTo>
                  <a:close/>
                  <a:moveTo>
                    <a:pt x="3704" y="1832"/>
                  </a:moveTo>
                  <a:cubicBezTo>
                    <a:pt x="3501" y="1832"/>
                    <a:pt x="3338" y="2036"/>
                    <a:pt x="3338" y="2239"/>
                  </a:cubicBezTo>
                  <a:cubicBezTo>
                    <a:pt x="3338" y="2443"/>
                    <a:pt x="3501" y="2605"/>
                    <a:pt x="3704" y="2605"/>
                  </a:cubicBezTo>
                  <a:lnTo>
                    <a:pt x="7855" y="2605"/>
                  </a:lnTo>
                  <a:cubicBezTo>
                    <a:pt x="8059" y="2605"/>
                    <a:pt x="8222" y="2443"/>
                    <a:pt x="8222" y="2239"/>
                  </a:cubicBezTo>
                  <a:cubicBezTo>
                    <a:pt x="8222" y="2036"/>
                    <a:pt x="8059" y="1832"/>
                    <a:pt x="7855" y="1832"/>
                  </a:cubicBezTo>
                  <a:close/>
                  <a:moveTo>
                    <a:pt x="367" y="3663"/>
                  </a:moveTo>
                  <a:cubicBezTo>
                    <a:pt x="163" y="3663"/>
                    <a:pt x="1" y="3826"/>
                    <a:pt x="1" y="4030"/>
                  </a:cubicBezTo>
                  <a:cubicBezTo>
                    <a:pt x="1" y="4233"/>
                    <a:pt x="163" y="4437"/>
                    <a:pt x="367" y="4437"/>
                  </a:cubicBezTo>
                  <a:lnTo>
                    <a:pt x="1954" y="4437"/>
                  </a:lnTo>
                  <a:cubicBezTo>
                    <a:pt x="2158" y="4437"/>
                    <a:pt x="2361" y="4233"/>
                    <a:pt x="2361" y="4030"/>
                  </a:cubicBezTo>
                  <a:cubicBezTo>
                    <a:pt x="2361" y="3826"/>
                    <a:pt x="2158" y="3663"/>
                    <a:pt x="1954" y="3663"/>
                  </a:cubicBezTo>
                  <a:close/>
                  <a:moveTo>
                    <a:pt x="3704" y="3663"/>
                  </a:moveTo>
                  <a:cubicBezTo>
                    <a:pt x="3501" y="3663"/>
                    <a:pt x="3338" y="3826"/>
                    <a:pt x="3338" y="4030"/>
                  </a:cubicBezTo>
                  <a:cubicBezTo>
                    <a:pt x="3338" y="4233"/>
                    <a:pt x="3501" y="4437"/>
                    <a:pt x="3704" y="4437"/>
                  </a:cubicBezTo>
                  <a:lnTo>
                    <a:pt x="7855" y="4437"/>
                  </a:lnTo>
                  <a:cubicBezTo>
                    <a:pt x="8059" y="4437"/>
                    <a:pt x="8222" y="4233"/>
                    <a:pt x="8222" y="4030"/>
                  </a:cubicBezTo>
                  <a:cubicBezTo>
                    <a:pt x="8222" y="3826"/>
                    <a:pt x="8059" y="3663"/>
                    <a:pt x="7855" y="3663"/>
                  </a:cubicBezTo>
                  <a:close/>
                  <a:moveTo>
                    <a:pt x="9605" y="3582"/>
                  </a:moveTo>
                  <a:cubicBezTo>
                    <a:pt x="9361" y="3582"/>
                    <a:pt x="9158" y="3786"/>
                    <a:pt x="9158" y="4030"/>
                  </a:cubicBezTo>
                  <a:cubicBezTo>
                    <a:pt x="9158" y="4274"/>
                    <a:pt x="9361" y="4477"/>
                    <a:pt x="9605" y="4477"/>
                  </a:cubicBezTo>
                  <a:cubicBezTo>
                    <a:pt x="9849" y="4477"/>
                    <a:pt x="10053" y="4274"/>
                    <a:pt x="10053" y="4030"/>
                  </a:cubicBezTo>
                  <a:cubicBezTo>
                    <a:pt x="10053" y="3786"/>
                    <a:pt x="9849" y="3582"/>
                    <a:pt x="9605" y="3582"/>
                  </a:cubicBezTo>
                  <a:close/>
                  <a:moveTo>
                    <a:pt x="10948" y="3582"/>
                  </a:moveTo>
                  <a:cubicBezTo>
                    <a:pt x="10704" y="3582"/>
                    <a:pt x="10501" y="3786"/>
                    <a:pt x="10501" y="4030"/>
                  </a:cubicBezTo>
                  <a:cubicBezTo>
                    <a:pt x="10501" y="4274"/>
                    <a:pt x="10704" y="4477"/>
                    <a:pt x="10948" y="4477"/>
                  </a:cubicBezTo>
                  <a:cubicBezTo>
                    <a:pt x="11192" y="4477"/>
                    <a:pt x="11396" y="4274"/>
                    <a:pt x="11396" y="4030"/>
                  </a:cubicBezTo>
                  <a:cubicBezTo>
                    <a:pt x="11396" y="3786"/>
                    <a:pt x="11192" y="3582"/>
                    <a:pt x="10948" y="3582"/>
                  </a:cubicBezTo>
                  <a:close/>
                  <a:moveTo>
                    <a:pt x="12291" y="3582"/>
                  </a:moveTo>
                  <a:cubicBezTo>
                    <a:pt x="12047" y="3582"/>
                    <a:pt x="11844" y="3786"/>
                    <a:pt x="11844" y="4030"/>
                  </a:cubicBezTo>
                  <a:cubicBezTo>
                    <a:pt x="11844" y="4274"/>
                    <a:pt x="12047" y="4477"/>
                    <a:pt x="12291" y="4477"/>
                  </a:cubicBezTo>
                  <a:cubicBezTo>
                    <a:pt x="12535" y="4477"/>
                    <a:pt x="12739" y="4274"/>
                    <a:pt x="12739" y="4030"/>
                  </a:cubicBezTo>
                  <a:cubicBezTo>
                    <a:pt x="12739" y="3786"/>
                    <a:pt x="12535" y="3582"/>
                    <a:pt x="12291" y="3582"/>
                  </a:cubicBezTo>
                  <a:close/>
                  <a:moveTo>
                    <a:pt x="13634" y="3582"/>
                  </a:moveTo>
                  <a:cubicBezTo>
                    <a:pt x="13390" y="3582"/>
                    <a:pt x="13187" y="3786"/>
                    <a:pt x="13187" y="4030"/>
                  </a:cubicBezTo>
                  <a:cubicBezTo>
                    <a:pt x="13187" y="4274"/>
                    <a:pt x="13390" y="4477"/>
                    <a:pt x="13634" y="4477"/>
                  </a:cubicBezTo>
                  <a:cubicBezTo>
                    <a:pt x="13878" y="4477"/>
                    <a:pt x="14082" y="4274"/>
                    <a:pt x="14082" y="4030"/>
                  </a:cubicBezTo>
                  <a:cubicBezTo>
                    <a:pt x="14082" y="3786"/>
                    <a:pt x="13878" y="3582"/>
                    <a:pt x="13634" y="3582"/>
                  </a:cubicBezTo>
                  <a:close/>
                  <a:moveTo>
                    <a:pt x="14977" y="3582"/>
                  </a:moveTo>
                  <a:cubicBezTo>
                    <a:pt x="14733" y="3582"/>
                    <a:pt x="14530" y="3786"/>
                    <a:pt x="14530" y="4030"/>
                  </a:cubicBezTo>
                  <a:cubicBezTo>
                    <a:pt x="14530" y="4274"/>
                    <a:pt x="14733" y="4477"/>
                    <a:pt x="14977" y="4477"/>
                  </a:cubicBezTo>
                  <a:cubicBezTo>
                    <a:pt x="15221" y="4477"/>
                    <a:pt x="15425" y="4274"/>
                    <a:pt x="15425" y="4030"/>
                  </a:cubicBezTo>
                  <a:cubicBezTo>
                    <a:pt x="15425" y="3786"/>
                    <a:pt x="15221" y="3582"/>
                    <a:pt x="14977" y="3582"/>
                  </a:cubicBezTo>
                  <a:close/>
                  <a:moveTo>
                    <a:pt x="16320" y="3582"/>
                  </a:moveTo>
                  <a:cubicBezTo>
                    <a:pt x="16076" y="3582"/>
                    <a:pt x="15873" y="3786"/>
                    <a:pt x="15873" y="4030"/>
                  </a:cubicBezTo>
                  <a:cubicBezTo>
                    <a:pt x="15873" y="4274"/>
                    <a:pt x="16076" y="4477"/>
                    <a:pt x="16320" y="4477"/>
                  </a:cubicBezTo>
                  <a:cubicBezTo>
                    <a:pt x="16564" y="4477"/>
                    <a:pt x="16768" y="4274"/>
                    <a:pt x="16768" y="4030"/>
                  </a:cubicBezTo>
                  <a:cubicBezTo>
                    <a:pt x="16768" y="3786"/>
                    <a:pt x="16564" y="3582"/>
                    <a:pt x="16320" y="3582"/>
                  </a:cubicBezTo>
                  <a:close/>
                  <a:moveTo>
                    <a:pt x="367" y="5454"/>
                  </a:moveTo>
                  <a:cubicBezTo>
                    <a:pt x="163" y="5454"/>
                    <a:pt x="1" y="5617"/>
                    <a:pt x="1" y="5820"/>
                  </a:cubicBezTo>
                  <a:cubicBezTo>
                    <a:pt x="1" y="6024"/>
                    <a:pt x="163" y="6227"/>
                    <a:pt x="367" y="6227"/>
                  </a:cubicBezTo>
                  <a:lnTo>
                    <a:pt x="1954" y="6227"/>
                  </a:lnTo>
                  <a:cubicBezTo>
                    <a:pt x="2158" y="6227"/>
                    <a:pt x="2361" y="6024"/>
                    <a:pt x="2361" y="5820"/>
                  </a:cubicBezTo>
                  <a:cubicBezTo>
                    <a:pt x="2361" y="5617"/>
                    <a:pt x="2158" y="5454"/>
                    <a:pt x="1954" y="5454"/>
                  </a:cubicBezTo>
                  <a:close/>
                  <a:moveTo>
                    <a:pt x="3704" y="5454"/>
                  </a:moveTo>
                  <a:cubicBezTo>
                    <a:pt x="3501" y="5454"/>
                    <a:pt x="3338" y="5617"/>
                    <a:pt x="3338" y="5820"/>
                  </a:cubicBezTo>
                  <a:cubicBezTo>
                    <a:pt x="3338" y="6024"/>
                    <a:pt x="3501" y="6227"/>
                    <a:pt x="3704" y="6227"/>
                  </a:cubicBezTo>
                  <a:lnTo>
                    <a:pt x="7855" y="6227"/>
                  </a:lnTo>
                  <a:cubicBezTo>
                    <a:pt x="8059" y="6227"/>
                    <a:pt x="8222" y="6024"/>
                    <a:pt x="8222" y="5820"/>
                  </a:cubicBezTo>
                  <a:cubicBezTo>
                    <a:pt x="8222" y="5617"/>
                    <a:pt x="8059" y="5454"/>
                    <a:pt x="7855" y="5454"/>
                  </a:cubicBezTo>
                  <a:close/>
                  <a:moveTo>
                    <a:pt x="367" y="7245"/>
                  </a:moveTo>
                  <a:cubicBezTo>
                    <a:pt x="163" y="7245"/>
                    <a:pt x="1" y="7408"/>
                    <a:pt x="1" y="7611"/>
                  </a:cubicBezTo>
                  <a:cubicBezTo>
                    <a:pt x="1" y="7855"/>
                    <a:pt x="163" y="8018"/>
                    <a:pt x="367" y="8018"/>
                  </a:cubicBezTo>
                  <a:lnTo>
                    <a:pt x="1954" y="8018"/>
                  </a:lnTo>
                  <a:cubicBezTo>
                    <a:pt x="2158" y="8018"/>
                    <a:pt x="2361" y="7855"/>
                    <a:pt x="2361" y="7611"/>
                  </a:cubicBezTo>
                  <a:cubicBezTo>
                    <a:pt x="2361" y="7408"/>
                    <a:pt x="2158" y="7245"/>
                    <a:pt x="1954" y="7245"/>
                  </a:cubicBezTo>
                  <a:close/>
                  <a:moveTo>
                    <a:pt x="3704" y="7245"/>
                  </a:moveTo>
                  <a:cubicBezTo>
                    <a:pt x="3501" y="7245"/>
                    <a:pt x="3338" y="7408"/>
                    <a:pt x="3338" y="7611"/>
                  </a:cubicBezTo>
                  <a:cubicBezTo>
                    <a:pt x="3338" y="7855"/>
                    <a:pt x="3501" y="8018"/>
                    <a:pt x="3704" y="8018"/>
                  </a:cubicBezTo>
                  <a:lnTo>
                    <a:pt x="7855" y="8018"/>
                  </a:lnTo>
                  <a:cubicBezTo>
                    <a:pt x="8059" y="8018"/>
                    <a:pt x="8222" y="7855"/>
                    <a:pt x="8222" y="7611"/>
                  </a:cubicBezTo>
                  <a:cubicBezTo>
                    <a:pt x="8222" y="7408"/>
                    <a:pt x="8059" y="7245"/>
                    <a:pt x="7855" y="7245"/>
                  </a:cubicBezTo>
                  <a:close/>
                  <a:moveTo>
                    <a:pt x="14204" y="8751"/>
                  </a:moveTo>
                  <a:cubicBezTo>
                    <a:pt x="13960" y="8751"/>
                    <a:pt x="13756" y="8954"/>
                    <a:pt x="13756" y="9198"/>
                  </a:cubicBezTo>
                  <a:cubicBezTo>
                    <a:pt x="13756" y="9442"/>
                    <a:pt x="13960" y="9646"/>
                    <a:pt x="14204" y="9646"/>
                  </a:cubicBezTo>
                  <a:cubicBezTo>
                    <a:pt x="14448" y="9646"/>
                    <a:pt x="14652" y="9442"/>
                    <a:pt x="14652" y="9198"/>
                  </a:cubicBezTo>
                  <a:cubicBezTo>
                    <a:pt x="14652" y="8954"/>
                    <a:pt x="14448" y="8751"/>
                    <a:pt x="14204" y="8751"/>
                  </a:cubicBezTo>
                  <a:close/>
                  <a:moveTo>
                    <a:pt x="15547" y="8751"/>
                  </a:moveTo>
                  <a:cubicBezTo>
                    <a:pt x="15303" y="8751"/>
                    <a:pt x="15099" y="8954"/>
                    <a:pt x="15099" y="9198"/>
                  </a:cubicBezTo>
                  <a:cubicBezTo>
                    <a:pt x="15099" y="9442"/>
                    <a:pt x="15303" y="9646"/>
                    <a:pt x="15547" y="9646"/>
                  </a:cubicBezTo>
                  <a:cubicBezTo>
                    <a:pt x="15791" y="9646"/>
                    <a:pt x="15995" y="9442"/>
                    <a:pt x="15995" y="9198"/>
                  </a:cubicBezTo>
                  <a:cubicBezTo>
                    <a:pt x="15995" y="8954"/>
                    <a:pt x="15791" y="8751"/>
                    <a:pt x="15547" y="8751"/>
                  </a:cubicBezTo>
                  <a:close/>
                  <a:moveTo>
                    <a:pt x="16890" y="8751"/>
                  </a:moveTo>
                  <a:cubicBezTo>
                    <a:pt x="16646" y="8751"/>
                    <a:pt x="16442" y="8954"/>
                    <a:pt x="16442" y="9198"/>
                  </a:cubicBezTo>
                  <a:cubicBezTo>
                    <a:pt x="16442" y="9442"/>
                    <a:pt x="16646" y="9646"/>
                    <a:pt x="16890" y="9646"/>
                  </a:cubicBezTo>
                  <a:cubicBezTo>
                    <a:pt x="17134" y="9646"/>
                    <a:pt x="17338" y="9442"/>
                    <a:pt x="17338" y="9198"/>
                  </a:cubicBezTo>
                  <a:cubicBezTo>
                    <a:pt x="17338" y="8954"/>
                    <a:pt x="17134" y="8751"/>
                    <a:pt x="16890" y="8751"/>
                  </a:cubicBezTo>
                  <a:close/>
                  <a:moveTo>
                    <a:pt x="18233" y="8751"/>
                  </a:moveTo>
                  <a:cubicBezTo>
                    <a:pt x="17989" y="8751"/>
                    <a:pt x="17785" y="8954"/>
                    <a:pt x="17785" y="9198"/>
                  </a:cubicBezTo>
                  <a:cubicBezTo>
                    <a:pt x="17785" y="9442"/>
                    <a:pt x="17989" y="9646"/>
                    <a:pt x="18233" y="9646"/>
                  </a:cubicBezTo>
                  <a:cubicBezTo>
                    <a:pt x="18477" y="9646"/>
                    <a:pt x="18681" y="9442"/>
                    <a:pt x="18681" y="9198"/>
                  </a:cubicBezTo>
                  <a:cubicBezTo>
                    <a:pt x="18681" y="8954"/>
                    <a:pt x="18477" y="8751"/>
                    <a:pt x="18233" y="8751"/>
                  </a:cubicBezTo>
                  <a:close/>
                  <a:moveTo>
                    <a:pt x="19576" y="8751"/>
                  </a:moveTo>
                  <a:cubicBezTo>
                    <a:pt x="19332" y="8751"/>
                    <a:pt x="19128" y="8954"/>
                    <a:pt x="19128" y="9198"/>
                  </a:cubicBezTo>
                  <a:cubicBezTo>
                    <a:pt x="19128" y="9442"/>
                    <a:pt x="19332" y="9646"/>
                    <a:pt x="19576" y="9646"/>
                  </a:cubicBezTo>
                  <a:cubicBezTo>
                    <a:pt x="19820" y="9646"/>
                    <a:pt x="20024" y="9442"/>
                    <a:pt x="20024" y="9198"/>
                  </a:cubicBezTo>
                  <a:cubicBezTo>
                    <a:pt x="20024" y="8954"/>
                    <a:pt x="19820" y="8751"/>
                    <a:pt x="19576" y="8751"/>
                  </a:cubicBezTo>
                  <a:close/>
                  <a:moveTo>
                    <a:pt x="20919" y="8751"/>
                  </a:moveTo>
                  <a:cubicBezTo>
                    <a:pt x="20675" y="8751"/>
                    <a:pt x="20471" y="8954"/>
                    <a:pt x="20471" y="9198"/>
                  </a:cubicBezTo>
                  <a:cubicBezTo>
                    <a:pt x="20471" y="9442"/>
                    <a:pt x="20675" y="9646"/>
                    <a:pt x="20919" y="9646"/>
                  </a:cubicBezTo>
                  <a:cubicBezTo>
                    <a:pt x="21163" y="9646"/>
                    <a:pt x="21367" y="9442"/>
                    <a:pt x="21367" y="9198"/>
                  </a:cubicBezTo>
                  <a:cubicBezTo>
                    <a:pt x="21367" y="8954"/>
                    <a:pt x="21163" y="8751"/>
                    <a:pt x="20919" y="8751"/>
                  </a:cubicBezTo>
                  <a:close/>
                  <a:moveTo>
                    <a:pt x="367" y="9035"/>
                  </a:moveTo>
                  <a:cubicBezTo>
                    <a:pt x="163" y="9035"/>
                    <a:pt x="1" y="9198"/>
                    <a:pt x="1" y="9402"/>
                  </a:cubicBezTo>
                  <a:cubicBezTo>
                    <a:pt x="1" y="9646"/>
                    <a:pt x="163" y="9809"/>
                    <a:pt x="367" y="9809"/>
                  </a:cubicBezTo>
                  <a:lnTo>
                    <a:pt x="1954" y="9809"/>
                  </a:lnTo>
                  <a:cubicBezTo>
                    <a:pt x="2158" y="9809"/>
                    <a:pt x="2361" y="9646"/>
                    <a:pt x="2361" y="9402"/>
                  </a:cubicBezTo>
                  <a:cubicBezTo>
                    <a:pt x="2361" y="9198"/>
                    <a:pt x="2158" y="9035"/>
                    <a:pt x="1954" y="9035"/>
                  </a:cubicBezTo>
                  <a:close/>
                  <a:moveTo>
                    <a:pt x="8669" y="9035"/>
                  </a:moveTo>
                  <a:cubicBezTo>
                    <a:pt x="8425" y="9035"/>
                    <a:pt x="8262" y="9198"/>
                    <a:pt x="8262" y="9402"/>
                  </a:cubicBezTo>
                  <a:cubicBezTo>
                    <a:pt x="8262" y="9646"/>
                    <a:pt x="8425" y="9809"/>
                    <a:pt x="8669" y="9809"/>
                  </a:cubicBezTo>
                  <a:lnTo>
                    <a:pt x="12780" y="9809"/>
                  </a:lnTo>
                  <a:cubicBezTo>
                    <a:pt x="12983" y="9809"/>
                    <a:pt x="13146" y="9646"/>
                    <a:pt x="13146" y="9402"/>
                  </a:cubicBezTo>
                  <a:cubicBezTo>
                    <a:pt x="13146" y="9198"/>
                    <a:pt x="12983" y="9035"/>
                    <a:pt x="12780" y="9035"/>
                  </a:cubicBezTo>
                  <a:close/>
                  <a:moveTo>
                    <a:pt x="367" y="10826"/>
                  </a:moveTo>
                  <a:cubicBezTo>
                    <a:pt x="163" y="10826"/>
                    <a:pt x="1" y="10989"/>
                    <a:pt x="1" y="11233"/>
                  </a:cubicBezTo>
                  <a:cubicBezTo>
                    <a:pt x="1" y="11437"/>
                    <a:pt x="163" y="11599"/>
                    <a:pt x="367" y="11599"/>
                  </a:cubicBezTo>
                  <a:lnTo>
                    <a:pt x="1954" y="11599"/>
                  </a:lnTo>
                  <a:cubicBezTo>
                    <a:pt x="2158" y="11599"/>
                    <a:pt x="2361" y="11437"/>
                    <a:pt x="2361" y="11233"/>
                  </a:cubicBezTo>
                  <a:cubicBezTo>
                    <a:pt x="2361" y="10989"/>
                    <a:pt x="2158" y="10826"/>
                    <a:pt x="1954" y="10826"/>
                  </a:cubicBezTo>
                  <a:close/>
                  <a:moveTo>
                    <a:pt x="8669" y="10826"/>
                  </a:moveTo>
                  <a:cubicBezTo>
                    <a:pt x="8425" y="10826"/>
                    <a:pt x="8262" y="10989"/>
                    <a:pt x="8262" y="11233"/>
                  </a:cubicBezTo>
                  <a:cubicBezTo>
                    <a:pt x="8262" y="11437"/>
                    <a:pt x="8425" y="11599"/>
                    <a:pt x="8669" y="11599"/>
                  </a:cubicBezTo>
                  <a:lnTo>
                    <a:pt x="12780" y="11599"/>
                  </a:lnTo>
                  <a:cubicBezTo>
                    <a:pt x="12983" y="11599"/>
                    <a:pt x="13146" y="11437"/>
                    <a:pt x="13146" y="11233"/>
                  </a:cubicBezTo>
                  <a:cubicBezTo>
                    <a:pt x="13146" y="10989"/>
                    <a:pt x="12983" y="10826"/>
                    <a:pt x="12780" y="10826"/>
                  </a:cubicBezTo>
                  <a:close/>
                  <a:moveTo>
                    <a:pt x="14204" y="12454"/>
                  </a:moveTo>
                  <a:cubicBezTo>
                    <a:pt x="13960" y="12454"/>
                    <a:pt x="13756" y="12658"/>
                    <a:pt x="13756" y="12902"/>
                  </a:cubicBezTo>
                  <a:cubicBezTo>
                    <a:pt x="13756" y="13146"/>
                    <a:pt x="13960" y="13349"/>
                    <a:pt x="14204" y="13349"/>
                  </a:cubicBezTo>
                  <a:cubicBezTo>
                    <a:pt x="14448" y="13349"/>
                    <a:pt x="14652" y="13146"/>
                    <a:pt x="14652" y="12902"/>
                  </a:cubicBezTo>
                  <a:cubicBezTo>
                    <a:pt x="14652" y="12658"/>
                    <a:pt x="14448" y="12454"/>
                    <a:pt x="14204" y="12454"/>
                  </a:cubicBezTo>
                  <a:close/>
                  <a:moveTo>
                    <a:pt x="15547" y="12454"/>
                  </a:moveTo>
                  <a:cubicBezTo>
                    <a:pt x="15303" y="12454"/>
                    <a:pt x="15099" y="12658"/>
                    <a:pt x="15099" y="12902"/>
                  </a:cubicBezTo>
                  <a:cubicBezTo>
                    <a:pt x="15099" y="13146"/>
                    <a:pt x="15303" y="13349"/>
                    <a:pt x="15547" y="13349"/>
                  </a:cubicBezTo>
                  <a:cubicBezTo>
                    <a:pt x="15791" y="13349"/>
                    <a:pt x="15995" y="13146"/>
                    <a:pt x="15995" y="12902"/>
                  </a:cubicBezTo>
                  <a:cubicBezTo>
                    <a:pt x="15995" y="12658"/>
                    <a:pt x="15791" y="12454"/>
                    <a:pt x="15547" y="12454"/>
                  </a:cubicBezTo>
                  <a:close/>
                  <a:moveTo>
                    <a:pt x="16890" y="12454"/>
                  </a:moveTo>
                  <a:cubicBezTo>
                    <a:pt x="16646" y="12454"/>
                    <a:pt x="16442" y="12658"/>
                    <a:pt x="16442" y="12902"/>
                  </a:cubicBezTo>
                  <a:cubicBezTo>
                    <a:pt x="16442" y="13146"/>
                    <a:pt x="16646" y="13349"/>
                    <a:pt x="16890" y="13349"/>
                  </a:cubicBezTo>
                  <a:cubicBezTo>
                    <a:pt x="17134" y="13349"/>
                    <a:pt x="17338" y="13146"/>
                    <a:pt x="17338" y="12902"/>
                  </a:cubicBezTo>
                  <a:cubicBezTo>
                    <a:pt x="17338" y="12658"/>
                    <a:pt x="17134" y="12454"/>
                    <a:pt x="16890" y="12454"/>
                  </a:cubicBezTo>
                  <a:close/>
                  <a:moveTo>
                    <a:pt x="18233" y="12454"/>
                  </a:moveTo>
                  <a:cubicBezTo>
                    <a:pt x="17989" y="12454"/>
                    <a:pt x="17785" y="12658"/>
                    <a:pt x="17785" y="12902"/>
                  </a:cubicBezTo>
                  <a:cubicBezTo>
                    <a:pt x="17785" y="13146"/>
                    <a:pt x="17989" y="13349"/>
                    <a:pt x="18233" y="13349"/>
                  </a:cubicBezTo>
                  <a:cubicBezTo>
                    <a:pt x="18477" y="13349"/>
                    <a:pt x="18681" y="13146"/>
                    <a:pt x="18681" y="12902"/>
                  </a:cubicBezTo>
                  <a:cubicBezTo>
                    <a:pt x="18681" y="12658"/>
                    <a:pt x="18477" y="12454"/>
                    <a:pt x="18233" y="12454"/>
                  </a:cubicBezTo>
                  <a:close/>
                  <a:moveTo>
                    <a:pt x="19576" y="12454"/>
                  </a:moveTo>
                  <a:cubicBezTo>
                    <a:pt x="19332" y="12454"/>
                    <a:pt x="19128" y="12658"/>
                    <a:pt x="19128" y="12902"/>
                  </a:cubicBezTo>
                  <a:cubicBezTo>
                    <a:pt x="19128" y="13146"/>
                    <a:pt x="19332" y="13349"/>
                    <a:pt x="19576" y="13349"/>
                  </a:cubicBezTo>
                  <a:cubicBezTo>
                    <a:pt x="19820" y="13349"/>
                    <a:pt x="20024" y="13146"/>
                    <a:pt x="20024" y="12902"/>
                  </a:cubicBezTo>
                  <a:cubicBezTo>
                    <a:pt x="20024" y="12658"/>
                    <a:pt x="19820" y="12454"/>
                    <a:pt x="19576" y="12454"/>
                  </a:cubicBezTo>
                  <a:close/>
                  <a:moveTo>
                    <a:pt x="20919" y="12454"/>
                  </a:moveTo>
                  <a:cubicBezTo>
                    <a:pt x="20675" y="12454"/>
                    <a:pt x="20471" y="12658"/>
                    <a:pt x="20471" y="12902"/>
                  </a:cubicBezTo>
                  <a:cubicBezTo>
                    <a:pt x="20471" y="13146"/>
                    <a:pt x="20675" y="13349"/>
                    <a:pt x="20919" y="13349"/>
                  </a:cubicBezTo>
                  <a:cubicBezTo>
                    <a:pt x="21163" y="13349"/>
                    <a:pt x="21367" y="13146"/>
                    <a:pt x="21367" y="12902"/>
                  </a:cubicBezTo>
                  <a:cubicBezTo>
                    <a:pt x="21367" y="12658"/>
                    <a:pt x="21163" y="12454"/>
                    <a:pt x="20919" y="12454"/>
                  </a:cubicBezTo>
                  <a:close/>
                  <a:moveTo>
                    <a:pt x="367" y="12617"/>
                  </a:moveTo>
                  <a:cubicBezTo>
                    <a:pt x="163" y="12617"/>
                    <a:pt x="1" y="12780"/>
                    <a:pt x="1" y="13024"/>
                  </a:cubicBezTo>
                  <a:cubicBezTo>
                    <a:pt x="1" y="13227"/>
                    <a:pt x="163" y="13390"/>
                    <a:pt x="367" y="13390"/>
                  </a:cubicBezTo>
                  <a:lnTo>
                    <a:pt x="1954" y="13390"/>
                  </a:lnTo>
                  <a:cubicBezTo>
                    <a:pt x="2158" y="13390"/>
                    <a:pt x="2361" y="13227"/>
                    <a:pt x="2361" y="13024"/>
                  </a:cubicBezTo>
                  <a:cubicBezTo>
                    <a:pt x="2361" y="12780"/>
                    <a:pt x="2158" y="12617"/>
                    <a:pt x="1954" y="12617"/>
                  </a:cubicBezTo>
                  <a:close/>
                  <a:moveTo>
                    <a:pt x="8669" y="12617"/>
                  </a:moveTo>
                  <a:cubicBezTo>
                    <a:pt x="8425" y="12617"/>
                    <a:pt x="8262" y="12780"/>
                    <a:pt x="8262" y="13024"/>
                  </a:cubicBezTo>
                  <a:cubicBezTo>
                    <a:pt x="8262" y="13227"/>
                    <a:pt x="8425" y="13390"/>
                    <a:pt x="8669" y="13390"/>
                  </a:cubicBezTo>
                  <a:lnTo>
                    <a:pt x="12780" y="13390"/>
                  </a:lnTo>
                  <a:cubicBezTo>
                    <a:pt x="12983" y="13390"/>
                    <a:pt x="13146" y="13227"/>
                    <a:pt x="13146" y="13024"/>
                  </a:cubicBezTo>
                  <a:cubicBezTo>
                    <a:pt x="13146" y="12780"/>
                    <a:pt x="12983" y="12617"/>
                    <a:pt x="12780" y="1261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1837;p35">
              <a:extLst>
                <a:ext uri="{FF2B5EF4-FFF2-40B4-BE49-F238E27FC236}">
                  <a16:creationId xmlns:a16="http://schemas.microsoft.com/office/drawing/2014/main" id="{CE9C8156-9C4E-F65B-DD9B-2D1371F211CF}"/>
                </a:ext>
              </a:extLst>
            </p:cNvPr>
            <p:cNvSpPr/>
            <p:nvPr/>
          </p:nvSpPr>
          <p:spPr>
            <a:xfrm>
              <a:off x="2700975" y="3681100"/>
              <a:ext cx="534175" cy="335775"/>
            </a:xfrm>
            <a:custGeom>
              <a:avLst/>
              <a:gdLst/>
              <a:ahLst/>
              <a:cxnLst/>
              <a:rect l="l" t="t" r="r" b="b"/>
              <a:pathLst>
                <a:path w="21367" h="13431" extrusionOk="0">
                  <a:moveTo>
                    <a:pt x="367" y="82"/>
                  </a:moveTo>
                  <a:cubicBezTo>
                    <a:pt x="163" y="82"/>
                    <a:pt x="1" y="245"/>
                    <a:pt x="1" y="489"/>
                  </a:cubicBezTo>
                  <a:cubicBezTo>
                    <a:pt x="1" y="692"/>
                    <a:pt x="163" y="855"/>
                    <a:pt x="367" y="855"/>
                  </a:cubicBezTo>
                  <a:lnTo>
                    <a:pt x="1954" y="855"/>
                  </a:lnTo>
                  <a:cubicBezTo>
                    <a:pt x="2158" y="855"/>
                    <a:pt x="2361" y="692"/>
                    <a:pt x="2361" y="489"/>
                  </a:cubicBezTo>
                  <a:cubicBezTo>
                    <a:pt x="2361" y="245"/>
                    <a:pt x="2158" y="82"/>
                    <a:pt x="1954" y="82"/>
                  </a:cubicBezTo>
                  <a:close/>
                  <a:moveTo>
                    <a:pt x="3704" y="82"/>
                  </a:moveTo>
                  <a:cubicBezTo>
                    <a:pt x="3501" y="82"/>
                    <a:pt x="3338" y="245"/>
                    <a:pt x="3338" y="489"/>
                  </a:cubicBezTo>
                  <a:cubicBezTo>
                    <a:pt x="3338" y="692"/>
                    <a:pt x="3501" y="855"/>
                    <a:pt x="3704" y="855"/>
                  </a:cubicBezTo>
                  <a:lnTo>
                    <a:pt x="7855" y="855"/>
                  </a:lnTo>
                  <a:cubicBezTo>
                    <a:pt x="8059" y="855"/>
                    <a:pt x="8222" y="692"/>
                    <a:pt x="8222" y="489"/>
                  </a:cubicBezTo>
                  <a:cubicBezTo>
                    <a:pt x="8222" y="245"/>
                    <a:pt x="8059" y="82"/>
                    <a:pt x="7855" y="82"/>
                  </a:cubicBezTo>
                  <a:close/>
                  <a:moveTo>
                    <a:pt x="9605" y="0"/>
                  </a:moveTo>
                  <a:cubicBezTo>
                    <a:pt x="9361" y="0"/>
                    <a:pt x="9158" y="204"/>
                    <a:pt x="9158" y="489"/>
                  </a:cubicBezTo>
                  <a:cubicBezTo>
                    <a:pt x="9158" y="733"/>
                    <a:pt x="9361" y="936"/>
                    <a:pt x="9605" y="936"/>
                  </a:cubicBezTo>
                  <a:cubicBezTo>
                    <a:pt x="9849" y="936"/>
                    <a:pt x="10053" y="733"/>
                    <a:pt x="10053" y="489"/>
                  </a:cubicBezTo>
                  <a:cubicBezTo>
                    <a:pt x="10053" y="204"/>
                    <a:pt x="9849" y="0"/>
                    <a:pt x="9605" y="0"/>
                  </a:cubicBezTo>
                  <a:close/>
                  <a:moveTo>
                    <a:pt x="10948" y="0"/>
                  </a:moveTo>
                  <a:cubicBezTo>
                    <a:pt x="10704" y="0"/>
                    <a:pt x="10501" y="204"/>
                    <a:pt x="10501" y="489"/>
                  </a:cubicBezTo>
                  <a:cubicBezTo>
                    <a:pt x="10501" y="733"/>
                    <a:pt x="10704" y="936"/>
                    <a:pt x="10948" y="936"/>
                  </a:cubicBezTo>
                  <a:cubicBezTo>
                    <a:pt x="11192" y="936"/>
                    <a:pt x="11396" y="733"/>
                    <a:pt x="11396" y="489"/>
                  </a:cubicBezTo>
                  <a:cubicBezTo>
                    <a:pt x="11396" y="204"/>
                    <a:pt x="11192" y="0"/>
                    <a:pt x="10948" y="0"/>
                  </a:cubicBezTo>
                  <a:close/>
                  <a:moveTo>
                    <a:pt x="12291" y="0"/>
                  </a:moveTo>
                  <a:cubicBezTo>
                    <a:pt x="12047" y="0"/>
                    <a:pt x="11844" y="204"/>
                    <a:pt x="11844" y="489"/>
                  </a:cubicBezTo>
                  <a:cubicBezTo>
                    <a:pt x="11844" y="733"/>
                    <a:pt x="12047" y="936"/>
                    <a:pt x="12291" y="936"/>
                  </a:cubicBezTo>
                  <a:cubicBezTo>
                    <a:pt x="12535" y="936"/>
                    <a:pt x="12739" y="733"/>
                    <a:pt x="12739" y="489"/>
                  </a:cubicBezTo>
                  <a:cubicBezTo>
                    <a:pt x="12739" y="204"/>
                    <a:pt x="12535" y="0"/>
                    <a:pt x="12291" y="0"/>
                  </a:cubicBezTo>
                  <a:close/>
                  <a:moveTo>
                    <a:pt x="13634" y="0"/>
                  </a:moveTo>
                  <a:cubicBezTo>
                    <a:pt x="13390" y="0"/>
                    <a:pt x="13187" y="204"/>
                    <a:pt x="13187" y="489"/>
                  </a:cubicBezTo>
                  <a:cubicBezTo>
                    <a:pt x="13187" y="733"/>
                    <a:pt x="13390" y="936"/>
                    <a:pt x="13634" y="936"/>
                  </a:cubicBezTo>
                  <a:cubicBezTo>
                    <a:pt x="13878" y="936"/>
                    <a:pt x="14082" y="733"/>
                    <a:pt x="14082" y="489"/>
                  </a:cubicBezTo>
                  <a:cubicBezTo>
                    <a:pt x="14082" y="204"/>
                    <a:pt x="13878" y="0"/>
                    <a:pt x="13634" y="0"/>
                  </a:cubicBezTo>
                  <a:close/>
                  <a:moveTo>
                    <a:pt x="14977" y="0"/>
                  </a:moveTo>
                  <a:cubicBezTo>
                    <a:pt x="14733" y="0"/>
                    <a:pt x="14530" y="204"/>
                    <a:pt x="14530" y="489"/>
                  </a:cubicBezTo>
                  <a:cubicBezTo>
                    <a:pt x="14530" y="733"/>
                    <a:pt x="14733" y="936"/>
                    <a:pt x="14977" y="936"/>
                  </a:cubicBezTo>
                  <a:cubicBezTo>
                    <a:pt x="15221" y="936"/>
                    <a:pt x="15425" y="733"/>
                    <a:pt x="15425" y="489"/>
                  </a:cubicBezTo>
                  <a:cubicBezTo>
                    <a:pt x="15425" y="204"/>
                    <a:pt x="15221" y="0"/>
                    <a:pt x="14977" y="0"/>
                  </a:cubicBezTo>
                  <a:close/>
                  <a:moveTo>
                    <a:pt x="16320" y="0"/>
                  </a:moveTo>
                  <a:cubicBezTo>
                    <a:pt x="16076" y="0"/>
                    <a:pt x="15873" y="204"/>
                    <a:pt x="15873" y="489"/>
                  </a:cubicBezTo>
                  <a:cubicBezTo>
                    <a:pt x="15873" y="733"/>
                    <a:pt x="16076" y="936"/>
                    <a:pt x="16320" y="936"/>
                  </a:cubicBezTo>
                  <a:cubicBezTo>
                    <a:pt x="16564" y="936"/>
                    <a:pt x="16768" y="733"/>
                    <a:pt x="16768" y="489"/>
                  </a:cubicBezTo>
                  <a:cubicBezTo>
                    <a:pt x="16768" y="204"/>
                    <a:pt x="16564" y="0"/>
                    <a:pt x="16320" y="0"/>
                  </a:cubicBezTo>
                  <a:close/>
                  <a:moveTo>
                    <a:pt x="367" y="1872"/>
                  </a:moveTo>
                  <a:cubicBezTo>
                    <a:pt x="163" y="1872"/>
                    <a:pt x="1" y="2035"/>
                    <a:pt x="1" y="2279"/>
                  </a:cubicBezTo>
                  <a:cubicBezTo>
                    <a:pt x="1" y="2483"/>
                    <a:pt x="163" y="2646"/>
                    <a:pt x="367" y="2646"/>
                  </a:cubicBezTo>
                  <a:lnTo>
                    <a:pt x="1954" y="2646"/>
                  </a:lnTo>
                  <a:cubicBezTo>
                    <a:pt x="2158" y="2646"/>
                    <a:pt x="2361" y="2483"/>
                    <a:pt x="2361" y="2279"/>
                  </a:cubicBezTo>
                  <a:cubicBezTo>
                    <a:pt x="2361" y="2035"/>
                    <a:pt x="2158" y="1872"/>
                    <a:pt x="1954" y="1872"/>
                  </a:cubicBezTo>
                  <a:close/>
                  <a:moveTo>
                    <a:pt x="3704" y="1872"/>
                  </a:moveTo>
                  <a:cubicBezTo>
                    <a:pt x="3501" y="1872"/>
                    <a:pt x="3338" y="2035"/>
                    <a:pt x="3338" y="2279"/>
                  </a:cubicBezTo>
                  <a:cubicBezTo>
                    <a:pt x="3338" y="2483"/>
                    <a:pt x="3501" y="2646"/>
                    <a:pt x="3704" y="2646"/>
                  </a:cubicBezTo>
                  <a:lnTo>
                    <a:pt x="7855" y="2646"/>
                  </a:lnTo>
                  <a:cubicBezTo>
                    <a:pt x="8059" y="2646"/>
                    <a:pt x="8222" y="2483"/>
                    <a:pt x="8222" y="2279"/>
                  </a:cubicBezTo>
                  <a:cubicBezTo>
                    <a:pt x="8222" y="2035"/>
                    <a:pt x="8059" y="1872"/>
                    <a:pt x="7855" y="1872"/>
                  </a:cubicBezTo>
                  <a:close/>
                  <a:moveTo>
                    <a:pt x="367" y="3663"/>
                  </a:moveTo>
                  <a:cubicBezTo>
                    <a:pt x="163" y="3663"/>
                    <a:pt x="1" y="3867"/>
                    <a:pt x="1" y="4070"/>
                  </a:cubicBezTo>
                  <a:cubicBezTo>
                    <a:pt x="1" y="4274"/>
                    <a:pt x="163" y="4436"/>
                    <a:pt x="367" y="4436"/>
                  </a:cubicBezTo>
                  <a:lnTo>
                    <a:pt x="1954" y="4436"/>
                  </a:lnTo>
                  <a:cubicBezTo>
                    <a:pt x="2158" y="4436"/>
                    <a:pt x="2361" y="4274"/>
                    <a:pt x="2361" y="4070"/>
                  </a:cubicBezTo>
                  <a:cubicBezTo>
                    <a:pt x="2361" y="3867"/>
                    <a:pt x="2158" y="3663"/>
                    <a:pt x="1954" y="3663"/>
                  </a:cubicBezTo>
                  <a:close/>
                  <a:moveTo>
                    <a:pt x="3704" y="3663"/>
                  </a:moveTo>
                  <a:cubicBezTo>
                    <a:pt x="3501" y="3663"/>
                    <a:pt x="3338" y="3867"/>
                    <a:pt x="3338" y="4070"/>
                  </a:cubicBezTo>
                  <a:cubicBezTo>
                    <a:pt x="3338" y="4274"/>
                    <a:pt x="3501" y="4436"/>
                    <a:pt x="3704" y="4436"/>
                  </a:cubicBezTo>
                  <a:lnTo>
                    <a:pt x="7855" y="4436"/>
                  </a:lnTo>
                  <a:cubicBezTo>
                    <a:pt x="8059" y="4436"/>
                    <a:pt x="8222" y="4274"/>
                    <a:pt x="8222" y="4070"/>
                  </a:cubicBezTo>
                  <a:cubicBezTo>
                    <a:pt x="8222" y="3867"/>
                    <a:pt x="8059" y="3663"/>
                    <a:pt x="7855" y="3663"/>
                  </a:cubicBezTo>
                  <a:close/>
                  <a:moveTo>
                    <a:pt x="9605" y="3622"/>
                  </a:moveTo>
                  <a:cubicBezTo>
                    <a:pt x="9361" y="3622"/>
                    <a:pt x="9158" y="3826"/>
                    <a:pt x="9158" y="4070"/>
                  </a:cubicBezTo>
                  <a:cubicBezTo>
                    <a:pt x="9158" y="4314"/>
                    <a:pt x="9361" y="4518"/>
                    <a:pt x="9605" y="4518"/>
                  </a:cubicBezTo>
                  <a:cubicBezTo>
                    <a:pt x="9849" y="4518"/>
                    <a:pt x="10053" y="4314"/>
                    <a:pt x="10053" y="4070"/>
                  </a:cubicBezTo>
                  <a:cubicBezTo>
                    <a:pt x="10053" y="3826"/>
                    <a:pt x="9849" y="3622"/>
                    <a:pt x="9605" y="3622"/>
                  </a:cubicBezTo>
                  <a:close/>
                  <a:moveTo>
                    <a:pt x="10948" y="3622"/>
                  </a:moveTo>
                  <a:cubicBezTo>
                    <a:pt x="10704" y="3622"/>
                    <a:pt x="10501" y="3826"/>
                    <a:pt x="10501" y="4070"/>
                  </a:cubicBezTo>
                  <a:cubicBezTo>
                    <a:pt x="10501" y="4314"/>
                    <a:pt x="10704" y="4518"/>
                    <a:pt x="10948" y="4518"/>
                  </a:cubicBezTo>
                  <a:cubicBezTo>
                    <a:pt x="11192" y="4518"/>
                    <a:pt x="11396" y="4314"/>
                    <a:pt x="11396" y="4070"/>
                  </a:cubicBezTo>
                  <a:cubicBezTo>
                    <a:pt x="11396" y="3826"/>
                    <a:pt x="11192" y="3622"/>
                    <a:pt x="10948" y="3622"/>
                  </a:cubicBezTo>
                  <a:close/>
                  <a:moveTo>
                    <a:pt x="12291" y="3622"/>
                  </a:moveTo>
                  <a:cubicBezTo>
                    <a:pt x="12047" y="3622"/>
                    <a:pt x="11844" y="3826"/>
                    <a:pt x="11844" y="4070"/>
                  </a:cubicBezTo>
                  <a:cubicBezTo>
                    <a:pt x="11844" y="4314"/>
                    <a:pt x="12047" y="4518"/>
                    <a:pt x="12291" y="4518"/>
                  </a:cubicBezTo>
                  <a:cubicBezTo>
                    <a:pt x="12535" y="4518"/>
                    <a:pt x="12739" y="4314"/>
                    <a:pt x="12739" y="4070"/>
                  </a:cubicBezTo>
                  <a:cubicBezTo>
                    <a:pt x="12739" y="3826"/>
                    <a:pt x="12535" y="3622"/>
                    <a:pt x="12291" y="3622"/>
                  </a:cubicBezTo>
                  <a:close/>
                  <a:moveTo>
                    <a:pt x="13634" y="3622"/>
                  </a:moveTo>
                  <a:cubicBezTo>
                    <a:pt x="13390" y="3622"/>
                    <a:pt x="13187" y="3826"/>
                    <a:pt x="13187" y="4070"/>
                  </a:cubicBezTo>
                  <a:cubicBezTo>
                    <a:pt x="13187" y="4314"/>
                    <a:pt x="13390" y="4518"/>
                    <a:pt x="13634" y="4518"/>
                  </a:cubicBezTo>
                  <a:cubicBezTo>
                    <a:pt x="13878" y="4518"/>
                    <a:pt x="14082" y="4314"/>
                    <a:pt x="14082" y="4070"/>
                  </a:cubicBezTo>
                  <a:cubicBezTo>
                    <a:pt x="14082" y="3826"/>
                    <a:pt x="13878" y="3622"/>
                    <a:pt x="13634" y="3622"/>
                  </a:cubicBezTo>
                  <a:close/>
                  <a:moveTo>
                    <a:pt x="14977" y="3622"/>
                  </a:moveTo>
                  <a:cubicBezTo>
                    <a:pt x="14733" y="3622"/>
                    <a:pt x="14530" y="3826"/>
                    <a:pt x="14530" y="4070"/>
                  </a:cubicBezTo>
                  <a:cubicBezTo>
                    <a:pt x="14530" y="4314"/>
                    <a:pt x="14733" y="4518"/>
                    <a:pt x="14977" y="4518"/>
                  </a:cubicBezTo>
                  <a:cubicBezTo>
                    <a:pt x="15221" y="4518"/>
                    <a:pt x="15425" y="4314"/>
                    <a:pt x="15425" y="4070"/>
                  </a:cubicBezTo>
                  <a:cubicBezTo>
                    <a:pt x="15425" y="3826"/>
                    <a:pt x="15221" y="3622"/>
                    <a:pt x="14977" y="3622"/>
                  </a:cubicBezTo>
                  <a:close/>
                  <a:moveTo>
                    <a:pt x="16320" y="3622"/>
                  </a:moveTo>
                  <a:cubicBezTo>
                    <a:pt x="16076" y="3622"/>
                    <a:pt x="15873" y="3826"/>
                    <a:pt x="15873" y="4070"/>
                  </a:cubicBezTo>
                  <a:cubicBezTo>
                    <a:pt x="15873" y="4314"/>
                    <a:pt x="16076" y="4518"/>
                    <a:pt x="16320" y="4518"/>
                  </a:cubicBezTo>
                  <a:cubicBezTo>
                    <a:pt x="16564" y="4518"/>
                    <a:pt x="16768" y="4314"/>
                    <a:pt x="16768" y="4070"/>
                  </a:cubicBezTo>
                  <a:cubicBezTo>
                    <a:pt x="16768" y="3826"/>
                    <a:pt x="16564" y="3622"/>
                    <a:pt x="16320" y="3622"/>
                  </a:cubicBezTo>
                  <a:close/>
                  <a:moveTo>
                    <a:pt x="367" y="5454"/>
                  </a:moveTo>
                  <a:cubicBezTo>
                    <a:pt x="163" y="5454"/>
                    <a:pt x="1" y="5657"/>
                    <a:pt x="1" y="5861"/>
                  </a:cubicBezTo>
                  <a:cubicBezTo>
                    <a:pt x="1" y="6064"/>
                    <a:pt x="163" y="6227"/>
                    <a:pt x="367" y="6227"/>
                  </a:cubicBezTo>
                  <a:lnTo>
                    <a:pt x="1954" y="6227"/>
                  </a:lnTo>
                  <a:cubicBezTo>
                    <a:pt x="2158" y="6227"/>
                    <a:pt x="2361" y="6064"/>
                    <a:pt x="2361" y="5861"/>
                  </a:cubicBezTo>
                  <a:cubicBezTo>
                    <a:pt x="2361" y="5657"/>
                    <a:pt x="2158" y="5454"/>
                    <a:pt x="1954" y="5454"/>
                  </a:cubicBezTo>
                  <a:close/>
                  <a:moveTo>
                    <a:pt x="3704" y="5454"/>
                  </a:moveTo>
                  <a:cubicBezTo>
                    <a:pt x="3501" y="5454"/>
                    <a:pt x="3338" y="5657"/>
                    <a:pt x="3338" y="5861"/>
                  </a:cubicBezTo>
                  <a:cubicBezTo>
                    <a:pt x="3338" y="6064"/>
                    <a:pt x="3501" y="6227"/>
                    <a:pt x="3704" y="6227"/>
                  </a:cubicBezTo>
                  <a:lnTo>
                    <a:pt x="7855" y="6227"/>
                  </a:lnTo>
                  <a:cubicBezTo>
                    <a:pt x="8059" y="6227"/>
                    <a:pt x="8222" y="6064"/>
                    <a:pt x="8222" y="5861"/>
                  </a:cubicBezTo>
                  <a:cubicBezTo>
                    <a:pt x="8222" y="5657"/>
                    <a:pt x="8059" y="5454"/>
                    <a:pt x="7855" y="5454"/>
                  </a:cubicBezTo>
                  <a:close/>
                  <a:moveTo>
                    <a:pt x="367" y="7285"/>
                  </a:moveTo>
                  <a:cubicBezTo>
                    <a:pt x="163" y="7285"/>
                    <a:pt x="1" y="7448"/>
                    <a:pt x="1" y="7651"/>
                  </a:cubicBezTo>
                  <a:cubicBezTo>
                    <a:pt x="1" y="7855"/>
                    <a:pt x="163" y="8058"/>
                    <a:pt x="367" y="8058"/>
                  </a:cubicBezTo>
                  <a:lnTo>
                    <a:pt x="1954" y="8058"/>
                  </a:lnTo>
                  <a:cubicBezTo>
                    <a:pt x="2158" y="8058"/>
                    <a:pt x="2361" y="7855"/>
                    <a:pt x="2361" y="7651"/>
                  </a:cubicBezTo>
                  <a:cubicBezTo>
                    <a:pt x="2361" y="7448"/>
                    <a:pt x="2158" y="7285"/>
                    <a:pt x="1954" y="7285"/>
                  </a:cubicBezTo>
                  <a:close/>
                  <a:moveTo>
                    <a:pt x="3704" y="7285"/>
                  </a:moveTo>
                  <a:cubicBezTo>
                    <a:pt x="3501" y="7285"/>
                    <a:pt x="3338" y="7448"/>
                    <a:pt x="3338" y="7651"/>
                  </a:cubicBezTo>
                  <a:cubicBezTo>
                    <a:pt x="3338" y="7855"/>
                    <a:pt x="3501" y="8058"/>
                    <a:pt x="3704" y="8058"/>
                  </a:cubicBezTo>
                  <a:lnTo>
                    <a:pt x="7855" y="8058"/>
                  </a:lnTo>
                  <a:cubicBezTo>
                    <a:pt x="8059" y="8058"/>
                    <a:pt x="8222" y="7855"/>
                    <a:pt x="8222" y="7651"/>
                  </a:cubicBezTo>
                  <a:cubicBezTo>
                    <a:pt x="8222" y="7448"/>
                    <a:pt x="8059" y="7285"/>
                    <a:pt x="7855" y="7285"/>
                  </a:cubicBezTo>
                  <a:close/>
                  <a:moveTo>
                    <a:pt x="14204" y="8791"/>
                  </a:moveTo>
                  <a:cubicBezTo>
                    <a:pt x="13960" y="8791"/>
                    <a:pt x="13756" y="8994"/>
                    <a:pt x="13756" y="9239"/>
                  </a:cubicBezTo>
                  <a:cubicBezTo>
                    <a:pt x="13756" y="9483"/>
                    <a:pt x="13960" y="9686"/>
                    <a:pt x="14204" y="9686"/>
                  </a:cubicBezTo>
                  <a:cubicBezTo>
                    <a:pt x="14448" y="9686"/>
                    <a:pt x="14652" y="9483"/>
                    <a:pt x="14652" y="9239"/>
                  </a:cubicBezTo>
                  <a:cubicBezTo>
                    <a:pt x="14652" y="8994"/>
                    <a:pt x="14448" y="8791"/>
                    <a:pt x="14204" y="8791"/>
                  </a:cubicBezTo>
                  <a:close/>
                  <a:moveTo>
                    <a:pt x="15547" y="8791"/>
                  </a:moveTo>
                  <a:cubicBezTo>
                    <a:pt x="15303" y="8791"/>
                    <a:pt x="15099" y="8994"/>
                    <a:pt x="15099" y="9239"/>
                  </a:cubicBezTo>
                  <a:cubicBezTo>
                    <a:pt x="15099" y="9483"/>
                    <a:pt x="15303" y="9686"/>
                    <a:pt x="15547" y="9686"/>
                  </a:cubicBezTo>
                  <a:cubicBezTo>
                    <a:pt x="15791" y="9686"/>
                    <a:pt x="15995" y="9483"/>
                    <a:pt x="15995" y="9239"/>
                  </a:cubicBezTo>
                  <a:cubicBezTo>
                    <a:pt x="15995" y="8994"/>
                    <a:pt x="15791" y="8791"/>
                    <a:pt x="15547" y="8791"/>
                  </a:cubicBezTo>
                  <a:close/>
                  <a:moveTo>
                    <a:pt x="16890" y="8791"/>
                  </a:moveTo>
                  <a:cubicBezTo>
                    <a:pt x="16646" y="8791"/>
                    <a:pt x="16442" y="8994"/>
                    <a:pt x="16442" y="9239"/>
                  </a:cubicBezTo>
                  <a:cubicBezTo>
                    <a:pt x="16442" y="9483"/>
                    <a:pt x="16646" y="9686"/>
                    <a:pt x="16890" y="9686"/>
                  </a:cubicBezTo>
                  <a:cubicBezTo>
                    <a:pt x="17134" y="9686"/>
                    <a:pt x="17338" y="9483"/>
                    <a:pt x="17338" y="9239"/>
                  </a:cubicBezTo>
                  <a:cubicBezTo>
                    <a:pt x="17338" y="8994"/>
                    <a:pt x="17134" y="8791"/>
                    <a:pt x="16890" y="8791"/>
                  </a:cubicBezTo>
                  <a:close/>
                  <a:moveTo>
                    <a:pt x="18233" y="8791"/>
                  </a:moveTo>
                  <a:cubicBezTo>
                    <a:pt x="17989" y="8791"/>
                    <a:pt x="17785" y="8994"/>
                    <a:pt x="17785" y="9239"/>
                  </a:cubicBezTo>
                  <a:cubicBezTo>
                    <a:pt x="17785" y="9483"/>
                    <a:pt x="17989" y="9686"/>
                    <a:pt x="18233" y="9686"/>
                  </a:cubicBezTo>
                  <a:cubicBezTo>
                    <a:pt x="18477" y="9686"/>
                    <a:pt x="18681" y="9483"/>
                    <a:pt x="18681" y="9239"/>
                  </a:cubicBezTo>
                  <a:cubicBezTo>
                    <a:pt x="18681" y="8994"/>
                    <a:pt x="18477" y="8791"/>
                    <a:pt x="18233" y="8791"/>
                  </a:cubicBezTo>
                  <a:close/>
                  <a:moveTo>
                    <a:pt x="19576" y="8791"/>
                  </a:moveTo>
                  <a:cubicBezTo>
                    <a:pt x="19332" y="8791"/>
                    <a:pt x="19128" y="8994"/>
                    <a:pt x="19128" y="9239"/>
                  </a:cubicBezTo>
                  <a:cubicBezTo>
                    <a:pt x="19128" y="9483"/>
                    <a:pt x="19332" y="9686"/>
                    <a:pt x="19576" y="9686"/>
                  </a:cubicBezTo>
                  <a:cubicBezTo>
                    <a:pt x="19820" y="9686"/>
                    <a:pt x="20024" y="9483"/>
                    <a:pt x="20024" y="9239"/>
                  </a:cubicBezTo>
                  <a:cubicBezTo>
                    <a:pt x="20024" y="8994"/>
                    <a:pt x="19820" y="8791"/>
                    <a:pt x="19576" y="8791"/>
                  </a:cubicBezTo>
                  <a:close/>
                  <a:moveTo>
                    <a:pt x="20919" y="8791"/>
                  </a:moveTo>
                  <a:cubicBezTo>
                    <a:pt x="20675" y="8791"/>
                    <a:pt x="20471" y="8994"/>
                    <a:pt x="20471" y="9239"/>
                  </a:cubicBezTo>
                  <a:cubicBezTo>
                    <a:pt x="20471" y="9483"/>
                    <a:pt x="20675" y="9686"/>
                    <a:pt x="20919" y="9686"/>
                  </a:cubicBezTo>
                  <a:cubicBezTo>
                    <a:pt x="21163" y="9686"/>
                    <a:pt x="21367" y="9483"/>
                    <a:pt x="21367" y="9239"/>
                  </a:cubicBezTo>
                  <a:cubicBezTo>
                    <a:pt x="21367" y="8994"/>
                    <a:pt x="21163" y="8791"/>
                    <a:pt x="20919" y="8791"/>
                  </a:cubicBezTo>
                  <a:close/>
                  <a:moveTo>
                    <a:pt x="367" y="9076"/>
                  </a:moveTo>
                  <a:cubicBezTo>
                    <a:pt x="163" y="9076"/>
                    <a:pt x="1" y="9239"/>
                    <a:pt x="1" y="9442"/>
                  </a:cubicBezTo>
                  <a:cubicBezTo>
                    <a:pt x="1" y="9646"/>
                    <a:pt x="163" y="9849"/>
                    <a:pt x="367" y="9849"/>
                  </a:cubicBezTo>
                  <a:lnTo>
                    <a:pt x="1954" y="9849"/>
                  </a:lnTo>
                  <a:cubicBezTo>
                    <a:pt x="2158" y="9849"/>
                    <a:pt x="2361" y="9646"/>
                    <a:pt x="2361" y="9442"/>
                  </a:cubicBezTo>
                  <a:cubicBezTo>
                    <a:pt x="2361" y="9239"/>
                    <a:pt x="2158" y="9076"/>
                    <a:pt x="1954" y="9076"/>
                  </a:cubicBezTo>
                  <a:close/>
                  <a:moveTo>
                    <a:pt x="8669" y="9076"/>
                  </a:moveTo>
                  <a:cubicBezTo>
                    <a:pt x="8425" y="9076"/>
                    <a:pt x="8262" y="9239"/>
                    <a:pt x="8262" y="9442"/>
                  </a:cubicBezTo>
                  <a:cubicBezTo>
                    <a:pt x="8262" y="9646"/>
                    <a:pt x="8425" y="9849"/>
                    <a:pt x="8669" y="9849"/>
                  </a:cubicBezTo>
                  <a:lnTo>
                    <a:pt x="12780" y="9849"/>
                  </a:lnTo>
                  <a:cubicBezTo>
                    <a:pt x="12983" y="9849"/>
                    <a:pt x="13146" y="9646"/>
                    <a:pt x="13146" y="9442"/>
                  </a:cubicBezTo>
                  <a:cubicBezTo>
                    <a:pt x="13146" y="9239"/>
                    <a:pt x="12983" y="9076"/>
                    <a:pt x="12780" y="9076"/>
                  </a:cubicBezTo>
                  <a:close/>
                  <a:moveTo>
                    <a:pt x="367" y="10867"/>
                  </a:moveTo>
                  <a:cubicBezTo>
                    <a:pt x="163" y="10867"/>
                    <a:pt x="1" y="11029"/>
                    <a:pt x="1" y="11233"/>
                  </a:cubicBezTo>
                  <a:cubicBezTo>
                    <a:pt x="1" y="11477"/>
                    <a:pt x="163" y="11640"/>
                    <a:pt x="367" y="11640"/>
                  </a:cubicBezTo>
                  <a:lnTo>
                    <a:pt x="1954" y="11640"/>
                  </a:lnTo>
                  <a:cubicBezTo>
                    <a:pt x="2158" y="11640"/>
                    <a:pt x="2361" y="11477"/>
                    <a:pt x="2361" y="11233"/>
                  </a:cubicBezTo>
                  <a:cubicBezTo>
                    <a:pt x="2361" y="11029"/>
                    <a:pt x="2158" y="10867"/>
                    <a:pt x="1954" y="10867"/>
                  </a:cubicBezTo>
                  <a:close/>
                  <a:moveTo>
                    <a:pt x="8669" y="10867"/>
                  </a:moveTo>
                  <a:cubicBezTo>
                    <a:pt x="8425" y="10867"/>
                    <a:pt x="8262" y="11029"/>
                    <a:pt x="8262" y="11233"/>
                  </a:cubicBezTo>
                  <a:cubicBezTo>
                    <a:pt x="8262" y="11477"/>
                    <a:pt x="8425" y="11640"/>
                    <a:pt x="8669" y="11640"/>
                  </a:cubicBezTo>
                  <a:lnTo>
                    <a:pt x="12780" y="11640"/>
                  </a:lnTo>
                  <a:cubicBezTo>
                    <a:pt x="12983" y="11640"/>
                    <a:pt x="13146" y="11477"/>
                    <a:pt x="13146" y="11233"/>
                  </a:cubicBezTo>
                  <a:cubicBezTo>
                    <a:pt x="13146" y="11029"/>
                    <a:pt x="12983" y="10867"/>
                    <a:pt x="12780" y="10867"/>
                  </a:cubicBezTo>
                  <a:close/>
                  <a:moveTo>
                    <a:pt x="14204" y="12494"/>
                  </a:moveTo>
                  <a:cubicBezTo>
                    <a:pt x="13960" y="12494"/>
                    <a:pt x="13756" y="12698"/>
                    <a:pt x="13756" y="12942"/>
                  </a:cubicBezTo>
                  <a:cubicBezTo>
                    <a:pt x="13756" y="13186"/>
                    <a:pt x="13960" y="13390"/>
                    <a:pt x="14204" y="13390"/>
                  </a:cubicBezTo>
                  <a:cubicBezTo>
                    <a:pt x="14448" y="13390"/>
                    <a:pt x="14652" y="13186"/>
                    <a:pt x="14652" y="12942"/>
                  </a:cubicBezTo>
                  <a:cubicBezTo>
                    <a:pt x="14652" y="12698"/>
                    <a:pt x="14448" y="12494"/>
                    <a:pt x="14204" y="12494"/>
                  </a:cubicBezTo>
                  <a:close/>
                  <a:moveTo>
                    <a:pt x="15547" y="12494"/>
                  </a:moveTo>
                  <a:cubicBezTo>
                    <a:pt x="15303" y="12494"/>
                    <a:pt x="15099" y="12698"/>
                    <a:pt x="15099" y="12942"/>
                  </a:cubicBezTo>
                  <a:cubicBezTo>
                    <a:pt x="15099" y="13186"/>
                    <a:pt x="15303" y="13390"/>
                    <a:pt x="15547" y="13390"/>
                  </a:cubicBezTo>
                  <a:cubicBezTo>
                    <a:pt x="15791" y="13390"/>
                    <a:pt x="15995" y="13186"/>
                    <a:pt x="15995" y="12942"/>
                  </a:cubicBezTo>
                  <a:cubicBezTo>
                    <a:pt x="15995" y="12698"/>
                    <a:pt x="15791" y="12494"/>
                    <a:pt x="15547" y="12494"/>
                  </a:cubicBezTo>
                  <a:close/>
                  <a:moveTo>
                    <a:pt x="16890" y="12494"/>
                  </a:moveTo>
                  <a:cubicBezTo>
                    <a:pt x="16646" y="12494"/>
                    <a:pt x="16442" y="12698"/>
                    <a:pt x="16442" y="12942"/>
                  </a:cubicBezTo>
                  <a:cubicBezTo>
                    <a:pt x="16442" y="13186"/>
                    <a:pt x="16646" y="13390"/>
                    <a:pt x="16890" y="13390"/>
                  </a:cubicBezTo>
                  <a:cubicBezTo>
                    <a:pt x="17134" y="13390"/>
                    <a:pt x="17338" y="13186"/>
                    <a:pt x="17338" y="12942"/>
                  </a:cubicBezTo>
                  <a:cubicBezTo>
                    <a:pt x="17338" y="12698"/>
                    <a:pt x="17134" y="12494"/>
                    <a:pt x="16890" y="12494"/>
                  </a:cubicBezTo>
                  <a:close/>
                  <a:moveTo>
                    <a:pt x="18233" y="12494"/>
                  </a:moveTo>
                  <a:cubicBezTo>
                    <a:pt x="17989" y="12494"/>
                    <a:pt x="17785" y="12698"/>
                    <a:pt x="17785" y="12942"/>
                  </a:cubicBezTo>
                  <a:cubicBezTo>
                    <a:pt x="17785" y="13186"/>
                    <a:pt x="17989" y="13390"/>
                    <a:pt x="18233" y="13390"/>
                  </a:cubicBezTo>
                  <a:cubicBezTo>
                    <a:pt x="18477" y="13390"/>
                    <a:pt x="18681" y="13186"/>
                    <a:pt x="18681" y="12942"/>
                  </a:cubicBezTo>
                  <a:cubicBezTo>
                    <a:pt x="18681" y="12698"/>
                    <a:pt x="18477" y="12494"/>
                    <a:pt x="18233" y="12494"/>
                  </a:cubicBezTo>
                  <a:close/>
                  <a:moveTo>
                    <a:pt x="19576" y="12494"/>
                  </a:moveTo>
                  <a:cubicBezTo>
                    <a:pt x="19332" y="12494"/>
                    <a:pt x="19128" y="12698"/>
                    <a:pt x="19128" y="12942"/>
                  </a:cubicBezTo>
                  <a:cubicBezTo>
                    <a:pt x="19128" y="13186"/>
                    <a:pt x="19332" y="13390"/>
                    <a:pt x="19576" y="13390"/>
                  </a:cubicBezTo>
                  <a:cubicBezTo>
                    <a:pt x="19820" y="13390"/>
                    <a:pt x="20024" y="13186"/>
                    <a:pt x="20024" y="12942"/>
                  </a:cubicBezTo>
                  <a:cubicBezTo>
                    <a:pt x="20024" y="12698"/>
                    <a:pt x="19820" y="12494"/>
                    <a:pt x="19576" y="12494"/>
                  </a:cubicBezTo>
                  <a:close/>
                  <a:moveTo>
                    <a:pt x="20919" y="12494"/>
                  </a:moveTo>
                  <a:cubicBezTo>
                    <a:pt x="20675" y="12494"/>
                    <a:pt x="20471" y="12698"/>
                    <a:pt x="20471" y="12942"/>
                  </a:cubicBezTo>
                  <a:cubicBezTo>
                    <a:pt x="20471" y="13186"/>
                    <a:pt x="20675" y="13390"/>
                    <a:pt x="20919" y="13390"/>
                  </a:cubicBezTo>
                  <a:cubicBezTo>
                    <a:pt x="21163" y="13390"/>
                    <a:pt x="21367" y="13186"/>
                    <a:pt x="21367" y="12942"/>
                  </a:cubicBezTo>
                  <a:cubicBezTo>
                    <a:pt x="21367" y="12698"/>
                    <a:pt x="21163" y="12494"/>
                    <a:pt x="20919" y="12494"/>
                  </a:cubicBezTo>
                  <a:close/>
                  <a:moveTo>
                    <a:pt x="367" y="12657"/>
                  </a:moveTo>
                  <a:cubicBezTo>
                    <a:pt x="163" y="12657"/>
                    <a:pt x="1" y="12820"/>
                    <a:pt x="1" y="13064"/>
                  </a:cubicBezTo>
                  <a:cubicBezTo>
                    <a:pt x="1" y="13268"/>
                    <a:pt x="163" y="13430"/>
                    <a:pt x="367" y="13430"/>
                  </a:cubicBezTo>
                  <a:lnTo>
                    <a:pt x="1954" y="13430"/>
                  </a:lnTo>
                  <a:cubicBezTo>
                    <a:pt x="2158" y="13430"/>
                    <a:pt x="2361" y="13268"/>
                    <a:pt x="2361" y="13064"/>
                  </a:cubicBezTo>
                  <a:cubicBezTo>
                    <a:pt x="2361" y="12820"/>
                    <a:pt x="2158" y="12657"/>
                    <a:pt x="1954" y="12657"/>
                  </a:cubicBezTo>
                  <a:close/>
                  <a:moveTo>
                    <a:pt x="8669" y="12657"/>
                  </a:moveTo>
                  <a:cubicBezTo>
                    <a:pt x="8425" y="12657"/>
                    <a:pt x="8262" y="12820"/>
                    <a:pt x="8262" y="13064"/>
                  </a:cubicBezTo>
                  <a:cubicBezTo>
                    <a:pt x="8262" y="13268"/>
                    <a:pt x="8425" y="13430"/>
                    <a:pt x="8669" y="13430"/>
                  </a:cubicBezTo>
                  <a:lnTo>
                    <a:pt x="12780" y="13430"/>
                  </a:lnTo>
                  <a:cubicBezTo>
                    <a:pt x="12983" y="13430"/>
                    <a:pt x="13146" y="13268"/>
                    <a:pt x="13146" y="13064"/>
                  </a:cubicBezTo>
                  <a:cubicBezTo>
                    <a:pt x="13146" y="12820"/>
                    <a:pt x="12983" y="12657"/>
                    <a:pt x="12780"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1838;p35">
              <a:extLst>
                <a:ext uri="{FF2B5EF4-FFF2-40B4-BE49-F238E27FC236}">
                  <a16:creationId xmlns:a16="http://schemas.microsoft.com/office/drawing/2014/main" id="{2F3C422C-9A58-DE23-406F-38FA9E83B87E}"/>
                </a:ext>
              </a:extLst>
            </p:cNvPr>
            <p:cNvSpPr/>
            <p:nvPr/>
          </p:nvSpPr>
          <p:spPr>
            <a:xfrm>
              <a:off x="2692850" y="3672950"/>
              <a:ext cx="551450" cy="352075"/>
            </a:xfrm>
            <a:custGeom>
              <a:avLst/>
              <a:gdLst/>
              <a:ahLst/>
              <a:cxnLst/>
              <a:rect l="l" t="t" r="r" b="b"/>
              <a:pathLst>
                <a:path w="22058" h="14083" extrusionOk="0">
                  <a:moveTo>
                    <a:pt x="2279" y="733"/>
                  </a:moveTo>
                  <a:lnTo>
                    <a:pt x="2320" y="815"/>
                  </a:lnTo>
                  <a:lnTo>
                    <a:pt x="2279" y="855"/>
                  </a:lnTo>
                  <a:lnTo>
                    <a:pt x="692" y="855"/>
                  </a:lnTo>
                  <a:lnTo>
                    <a:pt x="651" y="815"/>
                  </a:lnTo>
                  <a:lnTo>
                    <a:pt x="692" y="733"/>
                  </a:lnTo>
                  <a:close/>
                  <a:moveTo>
                    <a:pt x="8180" y="733"/>
                  </a:moveTo>
                  <a:lnTo>
                    <a:pt x="8221" y="815"/>
                  </a:lnTo>
                  <a:lnTo>
                    <a:pt x="8180" y="855"/>
                  </a:lnTo>
                  <a:lnTo>
                    <a:pt x="4029" y="855"/>
                  </a:lnTo>
                  <a:lnTo>
                    <a:pt x="3988" y="815"/>
                  </a:lnTo>
                  <a:lnTo>
                    <a:pt x="4029" y="733"/>
                  </a:lnTo>
                  <a:close/>
                  <a:moveTo>
                    <a:pt x="9930" y="693"/>
                  </a:moveTo>
                  <a:cubicBezTo>
                    <a:pt x="9971" y="693"/>
                    <a:pt x="10012" y="733"/>
                    <a:pt x="10012" y="815"/>
                  </a:cubicBezTo>
                  <a:cubicBezTo>
                    <a:pt x="10012" y="855"/>
                    <a:pt x="9971" y="896"/>
                    <a:pt x="9930" y="896"/>
                  </a:cubicBezTo>
                  <a:lnTo>
                    <a:pt x="9808" y="815"/>
                  </a:lnTo>
                  <a:lnTo>
                    <a:pt x="9930" y="693"/>
                  </a:lnTo>
                  <a:close/>
                  <a:moveTo>
                    <a:pt x="11273" y="693"/>
                  </a:moveTo>
                  <a:cubicBezTo>
                    <a:pt x="11314" y="693"/>
                    <a:pt x="11355" y="733"/>
                    <a:pt x="11355" y="815"/>
                  </a:cubicBezTo>
                  <a:cubicBezTo>
                    <a:pt x="11355" y="855"/>
                    <a:pt x="11314" y="896"/>
                    <a:pt x="11273" y="896"/>
                  </a:cubicBezTo>
                  <a:lnTo>
                    <a:pt x="11151" y="815"/>
                  </a:lnTo>
                  <a:lnTo>
                    <a:pt x="11273" y="693"/>
                  </a:lnTo>
                  <a:close/>
                  <a:moveTo>
                    <a:pt x="12616" y="693"/>
                  </a:moveTo>
                  <a:cubicBezTo>
                    <a:pt x="12657" y="693"/>
                    <a:pt x="12738" y="733"/>
                    <a:pt x="12738" y="815"/>
                  </a:cubicBezTo>
                  <a:cubicBezTo>
                    <a:pt x="12738" y="855"/>
                    <a:pt x="12657" y="896"/>
                    <a:pt x="12616" y="896"/>
                  </a:cubicBezTo>
                  <a:lnTo>
                    <a:pt x="12494" y="815"/>
                  </a:lnTo>
                  <a:lnTo>
                    <a:pt x="12616" y="693"/>
                  </a:lnTo>
                  <a:close/>
                  <a:moveTo>
                    <a:pt x="13959" y="693"/>
                  </a:moveTo>
                  <a:lnTo>
                    <a:pt x="14081" y="815"/>
                  </a:lnTo>
                  <a:lnTo>
                    <a:pt x="13959" y="896"/>
                  </a:lnTo>
                  <a:cubicBezTo>
                    <a:pt x="13878" y="896"/>
                    <a:pt x="13837" y="855"/>
                    <a:pt x="13837" y="815"/>
                  </a:cubicBezTo>
                  <a:cubicBezTo>
                    <a:pt x="13837" y="733"/>
                    <a:pt x="13878" y="693"/>
                    <a:pt x="13959" y="693"/>
                  </a:cubicBezTo>
                  <a:close/>
                  <a:moveTo>
                    <a:pt x="15302" y="693"/>
                  </a:moveTo>
                  <a:lnTo>
                    <a:pt x="15424" y="815"/>
                  </a:lnTo>
                  <a:lnTo>
                    <a:pt x="15302" y="896"/>
                  </a:lnTo>
                  <a:cubicBezTo>
                    <a:pt x="15262" y="896"/>
                    <a:pt x="15180" y="855"/>
                    <a:pt x="15180" y="815"/>
                  </a:cubicBezTo>
                  <a:cubicBezTo>
                    <a:pt x="15180" y="733"/>
                    <a:pt x="15262" y="693"/>
                    <a:pt x="15302" y="693"/>
                  </a:cubicBezTo>
                  <a:close/>
                  <a:moveTo>
                    <a:pt x="16645" y="693"/>
                  </a:moveTo>
                  <a:lnTo>
                    <a:pt x="16767" y="815"/>
                  </a:lnTo>
                  <a:lnTo>
                    <a:pt x="16645" y="896"/>
                  </a:lnTo>
                  <a:cubicBezTo>
                    <a:pt x="16605" y="896"/>
                    <a:pt x="16523" y="855"/>
                    <a:pt x="16523" y="815"/>
                  </a:cubicBezTo>
                  <a:cubicBezTo>
                    <a:pt x="16523" y="733"/>
                    <a:pt x="16605" y="693"/>
                    <a:pt x="16645" y="693"/>
                  </a:cubicBezTo>
                  <a:close/>
                  <a:moveTo>
                    <a:pt x="692" y="82"/>
                  </a:moveTo>
                  <a:cubicBezTo>
                    <a:pt x="326" y="82"/>
                    <a:pt x="0" y="408"/>
                    <a:pt x="0" y="815"/>
                  </a:cubicBezTo>
                  <a:cubicBezTo>
                    <a:pt x="0" y="1181"/>
                    <a:pt x="326" y="1507"/>
                    <a:pt x="692" y="1507"/>
                  </a:cubicBezTo>
                  <a:lnTo>
                    <a:pt x="2279" y="1507"/>
                  </a:lnTo>
                  <a:cubicBezTo>
                    <a:pt x="2686" y="1507"/>
                    <a:pt x="3012" y="1181"/>
                    <a:pt x="3012" y="815"/>
                  </a:cubicBezTo>
                  <a:cubicBezTo>
                    <a:pt x="3012" y="408"/>
                    <a:pt x="2686" y="82"/>
                    <a:pt x="2279" y="82"/>
                  </a:cubicBezTo>
                  <a:close/>
                  <a:moveTo>
                    <a:pt x="4029" y="82"/>
                  </a:moveTo>
                  <a:cubicBezTo>
                    <a:pt x="3622" y="82"/>
                    <a:pt x="3297" y="408"/>
                    <a:pt x="3297" y="815"/>
                  </a:cubicBezTo>
                  <a:cubicBezTo>
                    <a:pt x="3297" y="1181"/>
                    <a:pt x="3622" y="1507"/>
                    <a:pt x="4029" y="1507"/>
                  </a:cubicBezTo>
                  <a:lnTo>
                    <a:pt x="8180" y="1507"/>
                  </a:lnTo>
                  <a:cubicBezTo>
                    <a:pt x="8547" y="1507"/>
                    <a:pt x="8872" y="1181"/>
                    <a:pt x="8872" y="815"/>
                  </a:cubicBezTo>
                  <a:cubicBezTo>
                    <a:pt x="8872" y="408"/>
                    <a:pt x="8547" y="82"/>
                    <a:pt x="8180" y="82"/>
                  </a:cubicBezTo>
                  <a:close/>
                  <a:moveTo>
                    <a:pt x="9930" y="1"/>
                  </a:moveTo>
                  <a:cubicBezTo>
                    <a:pt x="9483" y="1"/>
                    <a:pt x="9116" y="367"/>
                    <a:pt x="9116" y="815"/>
                  </a:cubicBezTo>
                  <a:cubicBezTo>
                    <a:pt x="9116" y="1222"/>
                    <a:pt x="9483" y="1588"/>
                    <a:pt x="9930" y="1588"/>
                  </a:cubicBezTo>
                  <a:cubicBezTo>
                    <a:pt x="10194" y="1588"/>
                    <a:pt x="10441" y="1434"/>
                    <a:pt x="10582" y="1214"/>
                  </a:cubicBezTo>
                  <a:lnTo>
                    <a:pt x="10582" y="1214"/>
                  </a:lnTo>
                  <a:cubicBezTo>
                    <a:pt x="10726" y="1434"/>
                    <a:pt x="10983" y="1588"/>
                    <a:pt x="11273" y="1588"/>
                  </a:cubicBezTo>
                  <a:cubicBezTo>
                    <a:pt x="11537" y="1588"/>
                    <a:pt x="11784" y="1434"/>
                    <a:pt x="11925" y="1214"/>
                  </a:cubicBezTo>
                  <a:lnTo>
                    <a:pt x="11925" y="1214"/>
                  </a:lnTo>
                  <a:cubicBezTo>
                    <a:pt x="12069" y="1434"/>
                    <a:pt x="12326" y="1588"/>
                    <a:pt x="12616" y="1588"/>
                  </a:cubicBezTo>
                  <a:cubicBezTo>
                    <a:pt x="12914" y="1588"/>
                    <a:pt x="13158" y="1426"/>
                    <a:pt x="13288" y="1197"/>
                  </a:cubicBezTo>
                  <a:lnTo>
                    <a:pt x="13288" y="1197"/>
                  </a:lnTo>
                  <a:cubicBezTo>
                    <a:pt x="13418" y="1426"/>
                    <a:pt x="13661" y="1588"/>
                    <a:pt x="13959" y="1588"/>
                  </a:cubicBezTo>
                  <a:cubicBezTo>
                    <a:pt x="14257" y="1588"/>
                    <a:pt x="14501" y="1426"/>
                    <a:pt x="14631" y="1197"/>
                  </a:cubicBezTo>
                  <a:lnTo>
                    <a:pt x="14631" y="1197"/>
                  </a:lnTo>
                  <a:cubicBezTo>
                    <a:pt x="14761" y="1426"/>
                    <a:pt x="15004" y="1588"/>
                    <a:pt x="15302" y="1588"/>
                  </a:cubicBezTo>
                  <a:cubicBezTo>
                    <a:pt x="15600" y="1588"/>
                    <a:pt x="15844" y="1426"/>
                    <a:pt x="15974" y="1197"/>
                  </a:cubicBezTo>
                  <a:lnTo>
                    <a:pt x="15974" y="1197"/>
                  </a:lnTo>
                  <a:cubicBezTo>
                    <a:pt x="16104" y="1426"/>
                    <a:pt x="16347" y="1588"/>
                    <a:pt x="16645" y="1588"/>
                  </a:cubicBezTo>
                  <a:cubicBezTo>
                    <a:pt x="17093" y="1588"/>
                    <a:pt x="17459" y="1222"/>
                    <a:pt x="17459" y="815"/>
                  </a:cubicBezTo>
                  <a:cubicBezTo>
                    <a:pt x="17459" y="367"/>
                    <a:pt x="17093" y="1"/>
                    <a:pt x="16645" y="1"/>
                  </a:cubicBezTo>
                  <a:cubicBezTo>
                    <a:pt x="16347" y="1"/>
                    <a:pt x="16104" y="163"/>
                    <a:pt x="15974" y="403"/>
                  </a:cubicBezTo>
                  <a:lnTo>
                    <a:pt x="15974" y="403"/>
                  </a:lnTo>
                  <a:cubicBezTo>
                    <a:pt x="15844" y="163"/>
                    <a:pt x="15600" y="1"/>
                    <a:pt x="15302" y="1"/>
                  </a:cubicBezTo>
                  <a:cubicBezTo>
                    <a:pt x="15004" y="1"/>
                    <a:pt x="14761" y="163"/>
                    <a:pt x="14631" y="403"/>
                  </a:cubicBezTo>
                  <a:lnTo>
                    <a:pt x="14631" y="403"/>
                  </a:lnTo>
                  <a:cubicBezTo>
                    <a:pt x="14501" y="163"/>
                    <a:pt x="14257" y="1"/>
                    <a:pt x="13959" y="1"/>
                  </a:cubicBezTo>
                  <a:cubicBezTo>
                    <a:pt x="13661" y="1"/>
                    <a:pt x="13418" y="163"/>
                    <a:pt x="13288" y="403"/>
                  </a:cubicBezTo>
                  <a:lnTo>
                    <a:pt x="13288" y="403"/>
                  </a:lnTo>
                  <a:cubicBezTo>
                    <a:pt x="13158" y="163"/>
                    <a:pt x="12914" y="1"/>
                    <a:pt x="12616" y="1"/>
                  </a:cubicBezTo>
                  <a:cubicBezTo>
                    <a:pt x="12326" y="1"/>
                    <a:pt x="12069" y="155"/>
                    <a:pt x="11925" y="386"/>
                  </a:cubicBezTo>
                  <a:lnTo>
                    <a:pt x="11925" y="386"/>
                  </a:lnTo>
                  <a:cubicBezTo>
                    <a:pt x="11784" y="155"/>
                    <a:pt x="11537" y="1"/>
                    <a:pt x="11273" y="1"/>
                  </a:cubicBezTo>
                  <a:cubicBezTo>
                    <a:pt x="10983" y="1"/>
                    <a:pt x="10726" y="155"/>
                    <a:pt x="10582" y="386"/>
                  </a:cubicBezTo>
                  <a:lnTo>
                    <a:pt x="10582" y="386"/>
                  </a:lnTo>
                  <a:cubicBezTo>
                    <a:pt x="10441" y="155"/>
                    <a:pt x="10194" y="1"/>
                    <a:pt x="9930" y="1"/>
                  </a:cubicBezTo>
                  <a:close/>
                  <a:moveTo>
                    <a:pt x="2279" y="2524"/>
                  </a:moveTo>
                  <a:lnTo>
                    <a:pt x="2320" y="2605"/>
                  </a:lnTo>
                  <a:lnTo>
                    <a:pt x="2279" y="2646"/>
                  </a:lnTo>
                  <a:lnTo>
                    <a:pt x="692" y="2646"/>
                  </a:lnTo>
                  <a:lnTo>
                    <a:pt x="651" y="2605"/>
                  </a:lnTo>
                  <a:lnTo>
                    <a:pt x="692" y="2524"/>
                  </a:lnTo>
                  <a:close/>
                  <a:moveTo>
                    <a:pt x="8180" y="2524"/>
                  </a:moveTo>
                  <a:lnTo>
                    <a:pt x="8221" y="2605"/>
                  </a:lnTo>
                  <a:lnTo>
                    <a:pt x="8180" y="2646"/>
                  </a:lnTo>
                  <a:lnTo>
                    <a:pt x="4029" y="2646"/>
                  </a:lnTo>
                  <a:lnTo>
                    <a:pt x="3988" y="2605"/>
                  </a:lnTo>
                  <a:lnTo>
                    <a:pt x="4029" y="2524"/>
                  </a:lnTo>
                  <a:close/>
                  <a:moveTo>
                    <a:pt x="692" y="1873"/>
                  </a:moveTo>
                  <a:cubicBezTo>
                    <a:pt x="326" y="1873"/>
                    <a:pt x="0" y="2198"/>
                    <a:pt x="0" y="2605"/>
                  </a:cubicBezTo>
                  <a:cubicBezTo>
                    <a:pt x="0" y="3012"/>
                    <a:pt x="326" y="3338"/>
                    <a:pt x="692" y="3338"/>
                  </a:cubicBezTo>
                  <a:lnTo>
                    <a:pt x="2279" y="3338"/>
                  </a:lnTo>
                  <a:cubicBezTo>
                    <a:pt x="2686" y="3297"/>
                    <a:pt x="3012" y="3012"/>
                    <a:pt x="3012" y="2605"/>
                  </a:cubicBezTo>
                  <a:cubicBezTo>
                    <a:pt x="3012" y="2198"/>
                    <a:pt x="2686" y="1873"/>
                    <a:pt x="2279" y="1873"/>
                  </a:cubicBezTo>
                  <a:close/>
                  <a:moveTo>
                    <a:pt x="4029" y="1873"/>
                  </a:moveTo>
                  <a:cubicBezTo>
                    <a:pt x="3622" y="1873"/>
                    <a:pt x="3297" y="2198"/>
                    <a:pt x="3297" y="2605"/>
                  </a:cubicBezTo>
                  <a:cubicBezTo>
                    <a:pt x="3297" y="3012"/>
                    <a:pt x="3622" y="3297"/>
                    <a:pt x="4029" y="3338"/>
                  </a:cubicBezTo>
                  <a:lnTo>
                    <a:pt x="8180" y="3338"/>
                  </a:lnTo>
                  <a:cubicBezTo>
                    <a:pt x="8547" y="3297"/>
                    <a:pt x="8872" y="3012"/>
                    <a:pt x="8872" y="2605"/>
                  </a:cubicBezTo>
                  <a:cubicBezTo>
                    <a:pt x="8872" y="2198"/>
                    <a:pt x="8547" y="1873"/>
                    <a:pt x="8180" y="1873"/>
                  </a:cubicBezTo>
                  <a:close/>
                  <a:moveTo>
                    <a:pt x="2279" y="4355"/>
                  </a:moveTo>
                  <a:lnTo>
                    <a:pt x="2320" y="4396"/>
                  </a:lnTo>
                  <a:lnTo>
                    <a:pt x="2279" y="4437"/>
                  </a:lnTo>
                  <a:lnTo>
                    <a:pt x="692" y="4437"/>
                  </a:lnTo>
                  <a:lnTo>
                    <a:pt x="651" y="4396"/>
                  </a:lnTo>
                  <a:lnTo>
                    <a:pt x="692" y="4355"/>
                  </a:lnTo>
                  <a:close/>
                  <a:moveTo>
                    <a:pt x="8180" y="4355"/>
                  </a:moveTo>
                  <a:lnTo>
                    <a:pt x="8221" y="4396"/>
                  </a:lnTo>
                  <a:lnTo>
                    <a:pt x="8180" y="4437"/>
                  </a:lnTo>
                  <a:lnTo>
                    <a:pt x="4029" y="4437"/>
                  </a:lnTo>
                  <a:lnTo>
                    <a:pt x="3988" y="4396"/>
                  </a:lnTo>
                  <a:lnTo>
                    <a:pt x="4029" y="4355"/>
                  </a:lnTo>
                  <a:close/>
                  <a:moveTo>
                    <a:pt x="9930" y="4274"/>
                  </a:moveTo>
                  <a:cubicBezTo>
                    <a:pt x="9971" y="4274"/>
                    <a:pt x="10012" y="4315"/>
                    <a:pt x="10012" y="4396"/>
                  </a:cubicBezTo>
                  <a:cubicBezTo>
                    <a:pt x="10012" y="4437"/>
                    <a:pt x="9971" y="4478"/>
                    <a:pt x="9930" y="4478"/>
                  </a:cubicBezTo>
                  <a:lnTo>
                    <a:pt x="9808" y="4396"/>
                  </a:lnTo>
                  <a:lnTo>
                    <a:pt x="9930" y="4274"/>
                  </a:lnTo>
                  <a:close/>
                  <a:moveTo>
                    <a:pt x="11273" y="4274"/>
                  </a:moveTo>
                  <a:cubicBezTo>
                    <a:pt x="11314" y="4274"/>
                    <a:pt x="11355" y="4315"/>
                    <a:pt x="11355" y="4396"/>
                  </a:cubicBezTo>
                  <a:cubicBezTo>
                    <a:pt x="11355" y="4437"/>
                    <a:pt x="11314" y="4478"/>
                    <a:pt x="11273" y="4478"/>
                  </a:cubicBezTo>
                  <a:lnTo>
                    <a:pt x="11151" y="4396"/>
                  </a:lnTo>
                  <a:lnTo>
                    <a:pt x="11273" y="4274"/>
                  </a:lnTo>
                  <a:close/>
                  <a:moveTo>
                    <a:pt x="12616" y="4274"/>
                  </a:moveTo>
                  <a:cubicBezTo>
                    <a:pt x="12657" y="4274"/>
                    <a:pt x="12738" y="4315"/>
                    <a:pt x="12738" y="4396"/>
                  </a:cubicBezTo>
                  <a:cubicBezTo>
                    <a:pt x="12738" y="4437"/>
                    <a:pt x="12657" y="4478"/>
                    <a:pt x="12616" y="4478"/>
                  </a:cubicBezTo>
                  <a:lnTo>
                    <a:pt x="12494" y="4396"/>
                  </a:lnTo>
                  <a:lnTo>
                    <a:pt x="12616" y="4274"/>
                  </a:lnTo>
                  <a:close/>
                  <a:moveTo>
                    <a:pt x="13959" y="4274"/>
                  </a:moveTo>
                  <a:lnTo>
                    <a:pt x="14081" y="4396"/>
                  </a:lnTo>
                  <a:lnTo>
                    <a:pt x="13959" y="4478"/>
                  </a:lnTo>
                  <a:cubicBezTo>
                    <a:pt x="13878" y="4478"/>
                    <a:pt x="13837" y="4437"/>
                    <a:pt x="13837" y="4396"/>
                  </a:cubicBezTo>
                  <a:cubicBezTo>
                    <a:pt x="13837" y="4315"/>
                    <a:pt x="13878" y="4274"/>
                    <a:pt x="13959" y="4274"/>
                  </a:cubicBezTo>
                  <a:close/>
                  <a:moveTo>
                    <a:pt x="15302" y="4274"/>
                  </a:moveTo>
                  <a:lnTo>
                    <a:pt x="15424" y="4396"/>
                  </a:lnTo>
                  <a:lnTo>
                    <a:pt x="15302" y="4478"/>
                  </a:lnTo>
                  <a:cubicBezTo>
                    <a:pt x="15262" y="4478"/>
                    <a:pt x="15180" y="4437"/>
                    <a:pt x="15180" y="4396"/>
                  </a:cubicBezTo>
                  <a:cubicBezTo>
                    <a:pt x="15180" y="4315"/>
                    <a:pt x="15262" y="4274"/>
                    <a:pt x="15302" y="4274"/>
                  </a:cubicBezTo>
                  <a:close/>
                  <a:moveTo>
                    <a:pt x="16645" y="4274"/>
                  </a:moveTo>
                  <a:lnTo>
                    <a:pt x="16767" y="4396"/>
                  </a:lnTo>
                  <a:lnTo>
                    <a:pt x="16645" y="4478"/>
                  </a:lnTo>
                  <a:cubicBezTo>
                    <a:pt x="16605" y="4478"/>
                    <a:pt x="16523" y="4437"/>
                    <a:pt x="16523" y="4396"/>
                  </a:cubicBezTo>
                  <a:cubicBezTo>
                    <a:pt x="16523" y="4315"/>
                    <a:pt x="16605" y="4274"/>
                    <a:pt x="16645" y="4274"/>
                  </a:cubicBezTo>
                  <a:close/>
                  <a:moveTo>
                    <a:pt x="692" y="3664"/>
                  </a:moveTo>
                  <a:cubicBezTo>
                    <a:pt x="326" y="3664"/>
                    <a:pt x="0" y="3989"/>
                    <a:pt x="0" y="4396"/>
                  </a:cubicBezTo>
                  <a:cubicBezTo>
                    <a:pt x="0" y="4803"/>
                    <a:pt x="326" y="5129"/>
                    <a:pt x="692" y="5129"/>
                  </a:cubicBezTo>
                  <a:lnTo>
                    <a:pt x="2279" y="5129"/>
                  </a:lnTo>
                  <a:cubicBezTo>
                    <a:pt x="2686" y="5129"/>
                    <a:pt x="3012" y="4803"/>
                    <a:pt x="3012" y="4396"/>
                  </a:cubicBezTo>
                  <a:cubicBezTo>
                    <a:pt x="3012" y="3989"/>
                    <a:pt x="2686" y="3664"/>
                    <a:pt x="2279" y="3664"/>
                  </a:cubicBezTo>
                  <a:close/>
                  <a:moveTo>
                    <a:pt x="4029" y="3664"/>
                  </a:moveTo>
                  <a:cubicBezTo>
                    <a:pt x="3622" y="3664"/>
                    <a:pt x="3297" y="3989"/>
                    <a:pt x="3297" y="4396"/>
                  </a:cubicBezTo>
                  <a:cubicBezTo>
                    <a:pt x="3297" y="4803"/>
                    <a:pt x="3622" y="5129"/>
                    <a:pt x="4029" y="5129"/>
                  </a:cubicBezTo>
                  <a:lnTo>
                    <a:pt x="8180" y="5129"/>
                  </a:lnTo>
                  <a:cubicBezTo>
                    <a:pt x="8547" y="5129"/>
                    <a:pt x="8872" y="4803"/>
                    <a:pt x="8872" y="4396"/>
                  </a:cubicBezTo>
                  <a:cubicBezTo>
                    <a:pt x="8872" y="3989"/>
                    <a:pt x="8547" y="3664"/>
                    <a:pt x="8180" y="3664"/>
                  </a:cubicBezTo>
                  <a:close/>
                  <a:moveTo>
                    <a:pt x="9930" y="3582"/>
                  </a:moveTo>
                  <a:cubicBezTo>
                    <a:pt x="9483" y="3582"/>
                    <a:pt x="9116" y="3948"/>
                    <a:pt x="9116" y="4396"/>
                  </a:cubicBezTo>
                  <a:cubicBezTo>
                    <a:pt x="9116" y="4844"/>
                    <a:pt x="9483" y="5169"/>
                    <a:pt x="9930" y="5169"/>
                  </a:cubicBezTo>
                  <a:cubicBezTo>
                    <a:pt x="10191" y="5169"/>
                    <a:pt x="10435" y="5019"/>
                    <a:pt x="10576" y="4804"/>
                  </a:cubicBezTo>
                  <a:lnTo>
                    <a:pt x="10576" y="4804"/>
                  </a:lnTo>
                  <a:cubicBezTo>
                    <a:pt x="10719" y="5028"/>
                    <a:pt x="10979" y="5169"/>
                    <a:pt x="11273" y="5169"/>
                  </a:cubicBezTo>
                  <a:cubicBezTo>
                    <a:pt x="11534" y="5169"/>
                    <a:pt x="11778" y="5019"/>
                    <a:pt x="11919" y="4804"/>
                  </a:cubicBezTo>
                  <a:lnTo>
                    <a:pt x="11919" y="4804"/>
                  </a:lnTo>
                  <a:cubicBezTo>
                    <a:pt x="12062" y="5028"/>
                    <a:pt x="12322" y="5169"/>
                    <a:pt x="12616" y="5169"/>
                  </a:cubicBezTo>
                  <a:cubicBezTo>
                    <a:pt x="12910" y="5169"/>
                    <a:pt x="13152" y="5011"/>
                    <a:pt x="13283" y="4788"/>
                  </a:cubicBezTo>
                  <a:lnTo>
                    <a:pt x="13283" y="4788"/>
                  </a:lnTo>
                  <a:cubicBezTo>
                    <a:pt x="13411" y="5021"/>
                    <a:pt x="13657" y="5169"/>
                    <a:pt x="13959" y="5169"/>
                  </a:cubicBezTo>
                  <a:cubicBezTo>
                    <a:pt x="14261" y="5169"/>
                    <a:pt x="14507" y="5021"/>
                    <a:pt x="14636" y="4788"/>
                  </a:cubicBezTo>
                  <a:lnTo>
                    <a:pt x="14636" y="4788"/>
                  </a:lnTo>
                  <a:cubicBezTo>
                    <a:pt x="14767" y="5011"/>
                    <a:pt x="15008" y="5169"/>
                    <a:pt x="15302" y="5169"/>
                  </a:cubicBezTo>
                  <a:cubicBezTo>
                    <a:pt x="15604" y="5169"/>
                    <a:pt x="15850" y="5021"/>
                    <a:pt x="15979" y="4788"/>
                  </a:cubicBezTo>
                  <a:lnTo>
                    <a:pt x="15979" y="4788"/>
                  </a:lnTo>
                  <a:cubicBezTo>
                    <a:pt x="16110" y="5011"/>
                    <a:pt x="16351" y="5169"/>
                    <a:pt x="16645" y="5169"/>
                  </a:cubicBezTo>
                  <a:cubicBezTo>
                    <a:pt x="17093" y="5169"/>
                    <a:pt x="17459" y="4844"/>
                    <a:pt x="17459" y="4396"/>
                  </a:cubicBezTo>
                  <a:cubicBezTo>
                    <a:pt x="17459" y="3948"/>
                    <a:pt x="17093" y="3582"/>
                    <a:pt x="16645" y="3582"/>
                  </a:cubicBezTo>
                  <a:cubicBezTo>
                    <a:pt x="16347" y="3582"/>
                    <a:pt x="16104" y="3744"/>
                    <a:pt x="15974" y="3985"/>
                  </a:cubicBezTo>
                  <a:lnTo>
                    <a:pt x="15974" y="3985"/>
                  </a:lnTo>
                  <a:cubicBezTo>
                    <a:pt x="15844" y="3744"/>
                    <a:pt x="15600" y="3582"/>
                    <a:pt x="15302" y="3582"/>
                  </a:cubicBezTo>
                  <a:cubicBezTo>
                    <a:pt x="15004" y="3582"/>
                    <a:pt x="14761" y="3744"/>
                    <a:pt x="14631" y="3985"/>
                  </a:cubicBezTo>
                  <a:lnTo>
                    <a:pt x="14631" y="3985"/>
                  </a:lnTo>
                  <a:cubicBezTo>
                    <a:pt x="14501" y="3744"/>
                    <a:pt x="14257" y="3582"/>
                    <a:pt x="13959" y="3582"/>
                  </a:cubicBezTo>
                  <a:cubicBezTo>
                    <a:pt x="13661" y="3582"/>
                    <a:pt x="13418" y="3744"/>
                    <a:pt x="13288" y="3985"/>
                  </a:cubicBezTo>
                  <a:lnTo>
                    <a:pt x="13288" y="3985"/>
                  </a:lnTo>
                  <a:cubicBezTo>
                    <a:pt x="13158" y="3744"/>
                    <a:pt x="12914" y="3582"/>
                    <a:pt x="12616" y="3582"/>
                  </a:cubicBezTo>
                  <a:cubicBezTo>
                    <a:pt x="12326" y="3582"/>
                    <a:pt x="12069" y="3737"/>
                    <a:pt x="11925" y="3967"/>
                  </a:cubicBezTo>
                  <a:lnTo>
                    <a:pt x="11925" y="3967"/>
                  </a:lnTo>
                  <a:cubicBezTo>
                    <a:pt x="11784" y="3737"/>
                    <a:pt x="11537" y="3582"/>
                    <a:pt x="11273" y="3582"/>
                  </a:cubicBezTo>
                  <a:cubicBezTo>
                    <a:pt x="10983" y="3582"/>
                    <a:pt x="10726" y="3737"/>
                    <a:pt x="10582" y="3967"/>
                  </a:cubicBezTo>
                  <a:lnTo>
                    <a:pt x="10582" y="3967"/>
                  </a:lnTo>
                  <a:cubicBezTo>
                    <a:pt x="10441" y="3737"/>
                    <a:pt x="10194" y="3582"/>
                    <a:pt x="9930" y="3582"/>
                  </a:cubicBezTo>
                  <a:close/>
                  <a:moveTo>
                    <a:pt x="2279" y="6146"/>
                  </a:moveTo>
                  <a:lnTo>
                    <a:pt x="2320" y="6187"/>
                  </a:lnTo>
                  <a:lnTo>
                    <a:pt x="2279" y="6228"/>
                  </a:lnTo>
                  <a:lnTo>
                    <a:pt x="692" y="6228"/>
                  </a:lnTo>
                  <a:lnTo>
                    <a:pt x="651" y="6187"/>
                  </a:lnTo>
                  <a:lnTo>
                    <a:pt x="692" y="6146"/>
                  </a:lnTo>
                  <a:close/>
                  <a:moveTo>
                    <a:pt x="8180" y="6146"/>
                  </a:moveTo>
                  <a:lnTo>
                    <a:pt x="8221" y="6187"/>
                  </a:lnTo>
                  <a:lnTo>
                    <a:pt x="8180" y="6228"/>
                  </a:lnTo>
                  <a:lnTo>
                    <a:pt x="4029" y="6228"/>
                  </a:lnTo>
                  <a:lnTo>
                    <a:pt x="3988" y="6187"/>
                  </a:lnTo>
                  <a:lnTo>
                    <a:pt x="4029" y="6146"/>
                  </a:lnTo>
                  <a:close/>
                  <a:moveTo>
                    <a:pt x="692" y="5454"/>
                  </a:moveTo>
                  <a:cubicBezTo>
                    <a:pt x="326" y="5454"/>
                    <a:pt x="0" y="5780"/>
                    <a:pt x="0" y="6187"/>
                  </a:cubicBezTo>
                  <a:cubicBezTo>
                    <a:pt x="0" y="6594"/>
                    <a:pt x="326" y="6919"/>
                    <a:pt x="692" y="6919"/>
                  </a:cubicBezTo>
                  <a:lnTo>
                    <a:pt x="2279" y="6919"/>
                  </a:lnTo>
                  <a:cubicBezTo>
                    <a:pt x="2686" y="6919"/>
                    <a:pt x="3012" y="6594"/>
                    <a:pt x="3012" y="6187"/>
                  </a:cubicBezTo>
                  <a:cubicBezTo>
                    <a:pt x="3012" y="5780"/>
                    <a:pt x="2686" y="5454"/>
                    <a:pt x="2279" y="5454"/>
                  </a:cubicBezTo>
                  <a:close/>
                  <a:moveTo>
                    <a:pt x="4029" y="5454"/>
                  </a:moveTo>
                  <a:cubicBezTo>
                    <a:pt x="3622" y="5454"/>
                    <a:pt x="3297" y="5780"/>
                    <a:pt x="3297" y="6187"/>
                  </a:cubicBezTo>
                  <a:cubicBezTo>
                    <a:pt x="3297" y="6594"/>
                    <a:pt x="3622" y="6919"/>
                    <a:pt x="4029" y="6919"/>
                  </a:cubicBezTo>
                  <a:lnTo>
                    <a:pt x="8180" y="6919"/>
                  </a:lnTo>
                  <a:cubicBezTo>
                    <a:pt x="8547" y="6919"/>
                    <a:pt x="8872" y="6594"/>
                    <a:pt x="8872" y="6187"/>
                  </a:cubicBezTo>
                  <a:cubicBezTo>
                    <a:pt x="8872" y="5780"/>
                    <a:pt x="8547" y="5454"/>
                    <a:pt x="8180" y="5454"/>
                  </a:cubicBezTo>
                  <a:close/>
                  <a:moveTo>
                    <a:pt x="2279" y="7937"/>
                  </a:moveTo>
                  <a:lnTo>
                    <a:pt x="2320" y="7977"/>
                  </a:lnTo>
                  <a:lnTo>
                    <a:pt x="2279" y="8018"/>
                  </a:lnTo>
                  <a:lnTo>
                    <a:pt x="692" y="8018"/>
                  </a:lnTo>
                  <a:lnTo>
                    <a:pt x="651" y="7977"/>
                  </a:lnTo>
                  <a:lnTo>
                    <a:pt x="692" y="7937"/>
                  </a:lnTo>
                  <a:close/>
                  <a:moveTo>
                    <a:pt x="8180" y="7937"/>
                  </a:moveTo>
                  <a:lnTo>
                    <a:pt x="8221" y="7977"/>
                  </a:lnTo>
                  <a:lnTo>
                    <a:pt x="8180" y="8018"/>
                  </a:lnTo>
                  <a:lnTo>
                    <a:pt x="4029" y="8018"/>
                  </a:lnTo>
                  <a:lnTo>
                    <a:pt x="3988" y="7977"/>
                  </a:lnTo>
                  <a:lnTo>
                    <a:pt x="4029" y="7937"/>
                  </a:lnTo>
                  <a:close/>
                  <a:moveTo>
                    <a:pt x="692" y="7245"/>
                  </a:moveTo>
                  <a:cubicBezTo>
                    <a:pt x="326" y="7245"/>
                    <a:pt x="0" y="7571"/>
                    <a:pt x="0" y="7977"/>
                  </a:cubicBezTo>
                  <a:cubicBezTo>
                    <a:pt x="0" y="8384"/>
                    <a:pt x="326" y="8710"/>
                    <a:pt x="692" y="8710"/>
                  </a:cubicBezTo>
                  <a:lnTo>
                    <a:pt x="2279" y="8710"/>
                  </a:lnTo>
                  <a:cubicBezTo>
                    <a:pt x="2686" y="8710"/>
                    <a:pt x="3012" y="8384"/>
                    <a:pt x="3012" y="7977"/>
                  </a:cubicBezTo>
                  <a:cubicBezTo>
                    <a:pt x="3012" y="7571"/>
                    <a:pt x="2686" y="7245"/>
                    <a:pt x="2279" y="7245"/>
                  </a:cubicBezTo>
                  <a:close/>
                  <a:moveTo>
                    <a:pt x="4029" y="7245"/>
                  </a:moveTo>
                  <a:cubicBezTo>
                    <a:pt x="3622" y="7245"/>
                    <a:pt x="3297" y="7571"/>
                    <a:pt x="3297" y="7977"/>
                  </a:cubicBezTo>
                  <a:cubicBezTo>
                    <a:pt x="3297" y="8384"/>
                    <a:pt x="3622" y="8710"/>
                    <a:pt x="4029" y="8710"/>
                  </a:cubicBezTo>
                  <a:lnTo>
                    <a:pt x="8180" y="8710"/>
                  </a:lnTo>
                  <a:cubicBezTo>
                    <a:pt x="8547" y="8710"/>
                    <a:pt x="8872" y="8384"/>
                    <a:pt x="8872" y="7977"/>
                  </a:cubicBezTo>
                  <a:cubicBezTo>
                    <a:pt x="8872" y="7571"/>
                    <a:pt x="8547" y="7245"/>
                    <a:pt x="8180" y="7245"/>
                  </a:cubicBezTo>
                  <a:close/>
                  <a:moveTo>
                    <a:pt x="14529" y="9443"/>
                  </a:moveTo>
                  <a:cubicBezTo>
                    <a:pt x="14570" y="9443"/>
                    <a:pt x="14610" y="9483"/>
                    <a:pt x="14610" y="9565"/>
                  </a:cubicBezTo>
                  <a:cubicBezTo>
                    <a:pt x="14610" y="9605"/>
                    <a:pt x="14570" y="9646"/>
                    <a:pt x="14529" y="9646"/>
                  </a:cubicBezTo>
                  <a:lnTo>
                    <a:pt x="14407" y="9565"/>
                  </a:lnTo>
                  <a:lnTo>
                    <a:pt x="14529" y="9443"/>
                  </a:lnTo>
                  <a:close/>
                  <a:moveTo>
                    <a:pt x="15872" y="9443"/>
                  </a:moveTo>
                  <a:cubicBezTo>
                    <a:pt x="15913" y="9443"/>
                    <a:pt x="15994" y="9483"/>
                    <a:pt x="15994" y="9565"/>
                  </a:cubicBezTo>
                  <a:cubicBezTo>
                    <a:pt x="15994" y="9605"/>
                    <a:pt x="15913" y="9646"/>
                    <a:pt x="15872" y="9646"/>
                  </a:cubicBezTo>
                  <a:lnTo>
                    <a:pt x="15750" y="9565"/>
                  </a:lnTo>
                  <a:lnTo>
                    <a:pt x="15872" y="9443"/>
                  </a:lnTo>
                  <a:close/>
                  <a:moveTo>
                    <a:pt x="17215" y="9443"/>
                  </a:moveTo>
                  <a:cubicBezTo>
                    <a:pt x="17256" y="9443"/>
                    <a:pt x="17337" y="9483"/>
                    <a:pt x="17337" y="9565"/>
                  </a:cubicBezTo>
                  <a:cubicBezTo>
                    <a:pt x="17337" y="9605"/>
                    <a:pt x="17256" y="9646"/>
                    <a:pt x="17215" y="9646"/>
                  </a:cubicBezTo>
                  <a:lnTo>
                    <a:pt x="17093" y="9565"/>
                  </a:lnTo>
                  <a:lnTo>
                    <a:pt x="17215" y="9443"/>
                  </a:lnTo>
                  <a:close/>
                  <a:moveTo>
                    <a:pt x="18558" y="9443"/>
                  </a:moveTo>
                  <a:cubicBezTo>
                    <a:pt x="18639" y="9443"/>
                    <a:pt x="18680" y="9483"/>
                    <a:pt x="18680" y="9565"/>
                  </a:cubicBezTo>
                  <a:cubicBezTo>
                    <a:pt x="18680" y="9605"/>
                    <a:pt x="18639" y="9646"/>
                    <a:pt x="18558" y="9646"/>
                  </a:cubicBezTo>
                  <a:lnTo>
                    <a:pt x="18436" y="9565"/>
                  </a:lnTo>
                  <a:lnTo>
                    <a:pt x="18558" y="9443"/>
                  </a:lnTo>
                  <a:close/>
                  <a:moveTo>
                    <a:pt x="19901" y="9443"/>
                  </a:moveTo>
                  <a:lnTo>
                    <a:pt x="20023" y="9565"/>
                  </a:lnTo>
                  <a:lnTo>
                    <a:pt x="19901" y="9646"/>
                  </a:lnTo>
                  <a:cubicBezTo>
                    <a:pt x="19860" y="9646"/>
                    <a:pt x="19779" y="9605"/>
                    <a:pt x="19779" y="9565"/>
                  </a:cubicBezTo>
                  <a:cubicBezTo>
                    <a:pt x="19779" y="9483"/>
                    <a:pt x="19860" y="9443"/>
                    <a:pt x="19901" y="9443"/>
                  </a:cubicBezTo>
                  <a:close/>
                  <a:moveTo>
                    <a:pt x="21244" y="9443"/>
                  </a:moveTo>
                  <a:lnTo>
                    <a:pt x="21366" y="9565"/>
                  </a:lnTo>
                  <a:lnTo>
                    <a:pt x="21244" y="9646"/>
                  </a:lnTo>
                  <a:cubicBezTo>
                    <a:pt x="21203" y="9646"/>
                    <a:pt x="21163" y="9605"/>
                    <a:pt x="21163" y="9565"/>
                  </a:cubicBezTo>
                  <a:cubicBezTo>
                    <a:pt x="21163" y="9483"/>
                    <a:pt x="21203" y="9443"/>
                    <a:pt x="21244" y="9443"/>
                  </a:cubicBezTo>
                  <a:close/>
                  <a:moveTo>
                    <a:pt x="2279" y="9727"/>
                  </a:moveTo>
                  <a:lnTo>
                    <a:pt x="2320" y="9768"/>
                  </a:lnTo>
                  <a:lnTo>
                    <a:pt x="2279" y="9809"/>
                  </a:lnTo>
                  <a:lnTo>
                    <a:pt x="692" y="9809"/>
                  </a:lnTo>
                  <a:lnTo>
                    <a:pt x="651" y="9768"/>
                  </a:lnTo>
                  <a:lnTo>
                    <a:pt x="692" y="9727"/>
                  </a:lnTo>
                  <a:close/>
                  <a:moveTo>
                    <a:pt x="13105" y="9727"/>
                  </a:moveTo>
                  <a:lnTo>
                    <a:pt x="13145" y="9768"/>
                  </a:lnTo>
                  <a:lnTo>
                    <a:pt x="13105" y="9809"/>
                  </a:lnTo>
                  <a:lnTo>
                    <a:pt x="8994" y="9809"/>
                  </a:lnTo>
                  <a:lnTo>
                    <a:pt x="8913" y="9768"/>
                  </a:lnTo>
                  <a:lnTo>
                    <a:pt x="8994" y="9727"/>
                  </a:lnTo>
                  <a:close/>
                  <a:moveTo>
                    <a:pt x="692" y="9036"/>
                  </a:moveTo>
                  <a:cubicBezTo>
                    <a:pt x="326" y="9036"/>
                    <a:pt x="0" y="9361"/>
                    <a:pt x="0" y="9768"/>
                  </a:cubicBezTo>
                  <a:cubicBezTo>
                    <a:pt x="0" y="10175"/>
                    <a:pt x="326" y="10501"/>
                    <a:pt x="692" y="10501"/>
                  </a:cubicBezTo>
                  <a:lnTo>
                    <a:pt x="2279" y="10501"/>
                  </a:lnTo>
                  <a:cubicBezTo>
                    <a:pt x="2686" y="10501"/>
                    <a:pt x="3012" y="10175"/>
                    <a:pt x="3012" y="9768"/>
                  </a:cubicBezTo>
                  <a:cubicBezTo>
                    <a:pt x="3012" y="9361"/>
                    <a:pt x="2686" y="9036"/>
                    <a:pt x="2279" y="9036"/>
                  </a:cubicBezTo>
                  <a:close/>
                  <a:moveTo>
                    <a:pt x="14529" y="8751"/>
                  </a:moveTo>
                  <a:cubicBezTo>
                    <a:pt x="14141" y="8751"/>
                    <a:pt x="13814" y="9026"/>
                    <a:pt x="13734" y="9391"/>
                  </a:cubicBezTo>
                  <a:lnTo>
                    <a:pt x="13734" y="9391"/>
                  </a:lnTo>
                  <a:cubicBezTo>
                    <a:pt x="13606" y="9177"/>
                    <a:pt x="13373" y="9036"/>
                    <a:pt x="13105" y="9036"/>
                  </a:cubicBezTo>
                  <a:lnTo>
                    <a:pt x="8994" y="9036"/>
                  </a:lnTo>
                  <a:cubicBezTo>
                    <a:pt x="8587" y="9036"/>
                    <a:pt x="8262" y="9361"/>
                    <a:pt x="8262" y="9768"/>
                  </a:cubicBezTo>
                  <a:cubicBezTo>
                    <a:pt x="8262" y="10175"/>
                    <a:pt x="8587" y="10501"/>
                    <a:pt x="8994" y="10501"/>
                  </a:cubicBezTo>
                  <a:lnTo>
                    <a:pt x="13105" y="10501"/>
                  </a:lnTo>
                  <a:cubicBezTo>
                    <a:pt x="13455" y="10501"/>
                    <a:pt x="13745" y="10260"/>
                    <a:pt x="13819" y="9933"/>
                  </a:cubicBezTo>
                  <a:lnTo>
                    <a:pt x="13819" y="9933"/>
                  </a:lnTo>
                  <a:cubicBezTo>
                    <a:pt x="13958" y="10169"/>
                    <a:pt x="14225" y="10338"/>
                    <a:pt x="14529" y="10338"/>
                  </a:cubicBezTo>
                  <a:cubicBezTo>
                    <a:pt x="14793" y="10338"/>
                    <a:pt x="15040" y="10184"/>
                    <a:pt x="15181" y="9964"/>
                  </a:cubicBezTo>
                  <a:lnTo>
                    <a:pt x="15181" y="9964"/>
                  </a:lnTo>
                  <a:cubicBezTo>
                    <a:pt x="15325" y="10184"/>
                    <a:pt x="15581" y="10338"/>
                    <a:pt x="15872" y="10338"/>
                  </a:cubicBezTo>
                  <a:cubicBezTo>
                    <a:pt x="16170" y="10338"/>
                    <a:pt x="16414" y="10176"/>
                    <a:pt x="16543" y="9947"/>
                  </a:cubicBezTo>
                  <a:lnTo>
                    <a:pt x="16543" y="9947"/>
                  </a:lnTo>
                  <a:cubicBezTo>
                    <a:pt x="16673" y="10176"/>
                    <a:pt x="16917" y="10338"/>
                    <a:pt x="17215" y="10338"/>
                  </a:cubicBezTo>
                  <a:cubicBezTo>
                    <a:pt x="17513" y="10338"/>
                    <a:pt x="17757" y="10176"/>
                    <a:pt x="17886" y="9947"/>
                  </a:cubicBezTo>
                  <a:lnTo>
                    <a:pt x="17886" y="9947"/>
                  </a:lnTo>
                  <a:cubicBezTo>
                    <a:pt x="18016" y="10176"/>
                    <a:pt x="18260" y="10338"/>
                    <a:pt x="18558" y="10338"/>
                  </a:cubicBezTo>
                  <a:cubicBezTo>
                    <a:pt x="18856" y="10338"/>
                    <a:pt x="19100" y="10176"/>
                    <a:pt x="19229" y="9947"/>
                  </a:cubicBezTo>
                  <a:lnTo>
                    <a:pt x="19229" y="9947"/>
                  </a:lnTo>
                  <a:cubicBezTo>
                    <a:pt x="19359" y="10176"/>
                    <a:pt x="19603" y="10338"/>
                    <a:pt x="19901" y="10338"/>
                  </a:cubicBezTo>
                  <a:cubicBezTo>
                    <a:pt x="20192" y="10338"/>
                    <a:pt x="20448" y="10184"/>
                    <a:pt x="20592" y="9964"/>
                  </a:cubicBezTo>
                  <a:lnTo>
                    <a:pt x="20592" y="9964"/>
                  </a:lnTo>
                  <a:cubicBezTo>
                    <a:pt x="20733" y="10184"/>
                    <a:pt x="20980" y="10338"/>
                    <a:pt x="21244" y="10338"/>
                  </a:cubicBezTo>
                  <a:cubicBezTo>
                    <a:pt x="21692" y="10338"/>
                    <a:pt x="22058" y="9972"/>
                    <a:pt x="22058" y="9565"/>
                  </a:cubicBezTo>
                  <a:cubicBezTo>
                    <a:pt x="22058" y="9117"/>
                    <a:pt x="21692" y="8751"/>
                    <a:pt x="21244" y="8751"/>
                  </a:cubicBezTo>
                  <a:cubicBezTo>
                    <a:pt x="20980" y="8751"/>
                    <a:pt x="20733" y="8905"/>
                    <a:pt x="20592" y="9136"/>
                  </a:cubicBezTo>
                  <a:lnTo>
                    <a:pt x="20592" y="9136"/>
                  </a:lnTo>
                  <a:cubicBezTo>
                    <a:pt x="20448" y="8905"/>
                    <a:pt x="20192" y="8751"/>
                    <a:pt x="19901" y="8751"/>
                  </a:cubicBezTo>
                  <a:cubicBezTo>
                    <a:pt x="19603" y="8751"/>
                    <a:pt x="19359" y="8913"/>
                    <a:pt x="19229" y="9153"/>
                  </a:cubicBezTo>
                  <a:lnTo>
                    <a:pt x="19229" y="9153"/>
                  </a:lnTo>
                  <a:cubicBezTo>
                    <a:pt x="19100" y="8913"/>
                    <a:pt x="18856" y="8751"/>
                    <a:pt x="18558" y="8751"/>
                  </a:cubicBezTo>
                  <a:cubicBezTo>
                    <a:pt x="18260" y="8751"/>
                    <a:pt x="18016" y="8913"/>
                    <a:pt x="17886" y="9153"/>
                  </a:cubicBezTo>
                  <a:lnTo>
                    <a:pt x="17886" y="9153"/>
                  </a:lnTo>
                  <a:cubicBezTo>
                    <a:pt x="17757" y="8913"/>
                    <a:pt x="17513" y="8751"/>
                    <a:pt x="17215" y="8751"/>
                  </a:cubicBezTo>
                  <a:cubicBezTo>
                    <a:pt x="16917" y="8751"/>
                    <a:pt x="16673" y="8913"/>
                    <a:pt x="16543" y="9153"/>
                  </a:cubicBezTo>
                  <a:lnTo>
                    <a:pt x="16543" y="9153"/>
                  </a:lnTo>
                  <a:cubicBezTo>
                    <a:pt x="16414" y="8913"/>
                    <a:pt x="16170" y="8751"/>
                    <a:pt x="15872" y="8751"/>
                  </a:cubicBezTo>
                  <a:cubicBezTo>
                    <a:pt x="15581" y="8751"/>
                    <a:pt x="15325" y="8905"/>
                    <a:pt x="15181" y="9136"/>
                  </a:cubicBezTo>
                  <a:lnTo>
                    <a:pt x="15181" y="9136"/>
                  </a:lnTo>
                  <a:cubicBezTo>
                    <a:pt x="15040" y="8905"/>
                    <a:pt x="14793" y="8751"/>
                    <a:pt x="14529" y="8751"/>
                  </a:cubicBezTo>
                  <a:close/>
                  <a:moveTo>
                    <a:pt x="2279" y="11518"/>
                  </a:moveTo>
                  <a:lnTo>
                    <a:pt x="2320" y="11559"/>
                  </a:lnTo>
                  <a:lnTo>
                    <a:pt x="2279" y="11640"/>
                  </a:lnTo>
                  <a:lnTo>
                    <a:pt x="692" y="11640"/>
                  </a:lnTo>
                  <a:lnTo>
                    <a:pt x="651" y="11559"/>
                  </a:lnTo>
                  <a:lnTo>
                    <a:pt x="692" y="11518"/>
                  </a:lnTo>
                  <a:close/>
                  <a:moveTo>
                    <a:pt x="13105" y="11518"/>
                  </a:moveTo>
                  <a:lnTo>
                    <a:pt x="13145" y="11559"/>
                  </a:lnTo>
                  <a:lnTo>
                    <a:pt x="13105" y="11640"/>
                  </a:lnTo>
                  <a:lnTo>
                    <a:pt x="8994" y="11640"/>
                  </a:lnTo>
                  <a:lnTo>
                    <a:pt x="8913" y="11559"/>
                  </a:lnTo>
                  <a:lnTo>
                    <a:pt x="8994" y="11518"/>
                  </a:lnTo>
                  <a:close/>
                  <a:moveTo>
                    <a:pt x="692" y="10867"/>
                  </a:moveTo>
                  <a:cubicBezTo>
                    <a:pt x="326" y="10867"/>
                    <a:pt x="0" y="11193"/>
                    <a:pt x="0" y="11559"/>
                  </a:cubicBezTo>
                  <a:cubicBezTo>
                    <a:pt x="0" y="11966"/>
                    <a:pt x="326" y="12291"/>
                    <a:pt x="692" y="12291"/>
                  </a:cubicBezTo>
                  <a:lnTo>
                    <a:pt x="2279" y="12291"/>
                  </a:lnTo>
                  <a:cubicBezTo>
                    <a:pt x="2686" y="12291"/>
                    <a:pt x="3012" y="11966"/>
                    <a:pt x="3012" y="11559"/>
                  </a:cubicBezTo>
                  <a:cubicBezTo>
                    <a:pt x="3012" y="11193"/>
                    <a:pt x="2686" y="10867"/>
                    <a:pt x="2279" y="10867"/>
                  </a:cubicBezTo>
                  <a:close/>
                  <a:moveTo>
                    <a:pt x="8994" y="10867"/>
                  </a:moveTo>
                  <a:cubicBezTo>
                    <a:pt x="8587" y="10867"/>
                    <a:pt x="8262" y="11193"/>
                    <a:pt x="8262" y="11559"/>
                  </a:cubicBezTo>
                  <a:cubicBezTo>
                    <a:pt x="8262" y="11966"/>
                    <a:pt x="8587" y="12291"/>
                    <a:pt x="8994" y="12291"/>
                  </a:cubicBezTo>
                  <a:lnTo>
                    <a:pt x="13105" y="12291"/>
                  </a:lnTo>
                  <a:cubicBezTo>
                    <a:pt x="13512" y="12291"/>
                    <a:pt x="13837" y="11966"/>
                    <a:pt x="13837" y="11559"/>
                  </a:cubicBezTo>
                  <a:cubicBezTo>
                    <a:pt x="13837" y="11193"/>
                    <a:pt x="13512" y="10867"/>
                    <a:pt x="13105" y="10867"/>
                  </a:cubicBezTo>
                  <a:close/>
                  <a:moveTo>
                    <a:pt x="14529" y="13146"/>
                  </a:moveTo>
                  <a:cubicBezTo>
                    <a:pt x="14570" y="13146"/>
                    <a:pt x="14610" y="13187"/>
                    <a:pt x="14610" y="13268"/>
                  </a:cubicBezTo>
                  <a:cubicBezTo>
                    <a:pt x="14610" y="13309"/>
                    <a:pt x="14570" y="13350"/>
                    <a:pt x="14529" y="13350"/>
                  </a:cubicBezTo>
                  <a:lnTo>
                    <a:pt x="14407" y="13268"/>
                  </a:lnTo>
                  <a:lnTo>
                    <a:pt x="14529" y="13146"/>
                  </a:lnTo>
                  <a:close/>
                  <a:moveTo>
                    <a:pt x="15872" y="13146"/>
                  </a:moveTo>
                  <a:cubicBezTo>
                    <a:pt x="15913" y="13146"/>
                    <a:pt x="15994" y="13187"/>
                    <a:pt x="15994" y="13268"/>
                  </a:cubicBezTo>
                  <a:cubicBezTo>
                    <a:pt x="15994" y="13309"/>
                    <a:pt x="15913" y="13350"/>
                    <a:pt x="15872" y="13350"/>
                  </a:cubicBezTo>
                  <a:lnTo>
                    <a:pt x="15750" y="13268"/>
                  </a:lnTo>
                  <a:lnTo>
                    <a:pt x="15872" y="13146"/>
                  </a:lnTo>
                  <a:close/>
                  <a:moveTo>
                    <a:pt x="17215" y="13146"/>
                  </a:moveTo>
                  <a:cubicBezTo>
                    <a:pt x="17256" y="13146"/>
                    <a:pt x="17337" y="13187"/>
                    <a:pt x="17337" y="13268"/>
                  </a:cubicBezTo>
                  <a:cubicBezTo>
                    <a:pt x="17337" y="13309"/>
                    <a:pt x="17256" y="13350"/>
                    <a:pt x="17215" y="13350"/>
                  </a:cubicBezTo>
                  <a:lnTo>
                    <a:pt x="17093" y="13268"/>
                  </a:lnTo>
                  <a:lnTo>
                    <a:pt x="17215" y="13146"/>
                  </a:lnTo>
                  <a:close/>
                  <a:moveTo>
                    <a:pt x="18558" y="13146"/>
                  </a:moveTo>
                  <a:cubicBezTo>
                    <a:pt x="18639" y="13146"/>
                    <a:pt x="18680" y="13187"/>
                    <a:pt x="18680" y="13268"/>
                  </a:cubicBezTo>
                  <a:cubicBezTo>
                    <a:pt x="18680" y="13309"/>
                    <a:pt x="18639" y="13350"/>
                    <a:pt x="18558" y="13350"/>
                  </a:cubicBezTo>
                  <a:lnTo>
                    <a:pt x="18436" y="13268"/>
                  </a:lnTo>
                  <a:lnTo>
                    <a:pt x="18558" y="13146"/>
                  </a:lnTo>
                  <a:close/>
                  <a:moveTo>
                    <a:pt x="19901" y="13146"/>
                  </a:moveTo>
                  <a:lnTo>
                    <a:pt x="20023" y="13268"/>
                  </a:lnTo>
                  <a:lnTo>
                    <a:pt x="19901" y="13350"/>
                  </a:lnTo>
                  <a:cubicBezTo>
                    <a:pt x="19860" y="13350"/>
                    <a:pt x="19779" y="13309"/>
                    <a:pt x="19779" y="13268"/>
                  </a:cubicBezTo>
                  <a:cubicBezTo>
                    <a:pt x="19779" y="13187"/>
                    <a:pt x="19860" y="13146"/>
                    <a:pt x="19901" y="13146"/>
                  </a:cubicBezTo>
                  <a:close/>
                  <a:moveTo>
                    <a:pt x="21244" y="13146"/>
                  </a:moveTo>
                  <a:lnTo>
                    <a:pt x="21366" y="13268"/>
                  </a:lnTo>
                  <a:lnTo>
                    <a:pt x="21244" y="13350"/>
                  </a:lnTo>
                  <a:cubicBezTo>
                    <a:pt x="21203" y="13350"/>
                    <a:pt x="21163" y="13309"/>
                    <a:pt x="21163" y="13268"/>
                  </a:cubicBezTo>
                  <a:cubicBezTo>
                    <a:pt x="21163" y="13187"/>
                    <a:pt x="21203" y="13146"/>
                    <a:pt x="21244" y="13146"/>
                  </a:cubicBezTo>
                  <a:close/>
                  <a:moveTo>
                    <a:pt x="2279" y="13309"/>
                  </a:moveTo>
                  <a:lnTo>
                    <a:pt x="2320" y="13390"/>
                  </a:lnTo>
                  <a:lnTo>
                    <a:pt x="2279" y="13431"/>
                  </a:lnTo>
                  <a:lnTo>
                    <a:pt x="692" y="13431"/>
                  </a:lnTo>
                  <a:lnTo>
                    <a:pt x="651" y="13390"/>
                  </a:lnTo>
                  <a:lnTo>
                    <a:pt x="692" y="13309"/>
                  </a:lnTo>
                  <a:close/>
                  <a:moveTo>
                    <a:pt x="13105" y="13309"/>
                  </a:moveTo>
                  <a:lnTo>
                    <a:pt x="13145" y="13390"/>
                  </a:lnTo>
                  <a:lnTo>
                    <a:pt x="13105" y="13431"/>
                  </a:lnTo>
                  <a:lnTo>
                    <a:pt x="8994" y="13431"/>
                  </a:lnTo>
                  <a:lnTo>
                    <a:pt x="8913" y="13390"/>
                  </a:lnTo>
                  <a:lnTo>
                    <a:pt x="8994" y="13309"/>
                  </a:lnTo>
                  <a:close/>
                  <a:moveTo>
                    <a:pt x="692" y="12658"/>
                  </a:moveTo>
                  <a:cubicBezTo>
                    <a:pt x="326" y="12658"/>
                    <a:pt x="0" y="12983"/>
                    <a:pt x="0" y="13390"/>
                  </a:cubicBezTo>
                  <a:cubicBezTo>
                    <a:pt x="0" y="13756"/>
                    <a:pt x="326" y="14082"/>
                    <a:pt x="692" y="14082"/>
                  </a:cubicBezTo>
                  <a:lnTo>
                    <a:pt x="2279" y="14082"/>
                  </a:lnTo>
                  <a:cubicBezTo>
                    <a:pt x="2686" y="14082"/>
                    <a:pt x="3012" y="13756"/>
                    <a:pt x="3012" y="13390"/>
                  </a:cubicBezTo>
                  <a:cubicBezTo>
                    <a:pt x="3012" y="12983"/>
                    <a:pt x="2686" y="12658"/>
                    <a:pt x="2279" y="12658"/>
                  </a:cubicBezTo>
                  <a:close/>
                  <a:moveTo>
                    <a:pt x="14529" y="12454"/>
                  </a:moveTo>
                  <a:cubicBezTo>
                    <a:pt x="14161" y="12454"/>
                    <a:pt x="13848" y="12702"/>
                    <a:pt x="13748" y="13038"/>
                  </a:cubicBezTo>
                  <a:lnTo>
                    <a:pt x="13748" y="13038"/>
                  </a:lnTo>
                  <a:cubicBezTo>
                    <a:pt x="13624" y="12811"/>
                    <a:pt x="13384" y="12658"/>
                    <a:pt x="13105" y="12658"/>
                  </a:cubicBezTo>
                  <a:lnTo>
                    <a:pt x="8994" y="12658"/>
                  </a:lnTo>
                  <a:cubicBezTo>
                    <a:pt x="8587" y="12658"/>
                    <a:pt x="8262" y="12983"/>
                    <a:pt x="8262" y="13390"/>
                  </a:cubicBezTo>
                  <a:cubicBezTo>
                    <a:pt x="8262" y="13756"/>
                    <a:pt x="8587" y="14082"/>
                    <a:pt x="8994" y="14082"/>
                  </a:cubicBezTo>
                  <a:lnTo>
                    <a:pt x="13105" y="14082"/>
                  </a:lnTo>
                  <a:cubicBezTo>
                    <a:pt x="13430" y="14082"/>
                    <a:pt x="13704" y="13874"/>
                    <a:pt x="13800" y="13603"/>
                  </a:cubicBezTo>
                  <a:lnTo>
                    <a:pt x="13800" y="13603"/>
                  </a:lnTo>
                  <a:cubicBezTo>
                    <a:pt x="13934" y="13856"/>
                    <a:pt x="14211" y="14041"/>
                    <a:pt x="14529" y="14041"/>
                  </a:cubicBezTo>
                  <a:cubicBezTo>
                    <a:pt x="14793" y="14041"/>
                    <a:pt x="15040" y="13887"/>
                    <a:pt x="15181" y="13667"/>
                  </a:cubicBezTo>
                  <a:lnTo>
                    <a:pt x="15181" y="13667"/>
                  </a:lnTo>
                  <a:cubicBezTo>
                    <a:pt x="15325" y="13887"/>
                    <a:pt x="15581" y="14041"/>
                    <a:pt x="15872" y="14041"/>
                  </a:cubicBezTo>
                  <a:cubicBezTo>
                    <a:pt x="16170" y="14041"/>
                    <a:pt x="16414" y="13879"/>
                    <a:pt x="16543" y="13651"/>
                  </a:cubicBezTo>
                  <a:lnTo>
                    <a:pt x="16543" y="13651"/>
                  </a:lnTo>
                  <a:cubicBezTo>
                    <a:pt x="16673" y="13879"/>
                    <a:pt x="16917" y="14041"/>
                    <a:pt x="17215" y="14041"/>
                  </a:cubicBezTo>
                  <a:cubicBezTo>
                    <a:pt x="17513" y="14041"/>
                    <a:pt x="17757" y="13879"/>
                    <a:pt x="17886" y="13651"/>
                  </a:cubicBezTo>
                  <a:lnTo>
                    <a:pt x="17886" y="13651"/>
                  </a:lnTo>
                  <a:cubicBezTo>
                    <a:pt x="18016" y="13879"/>
                    <a:pt x="18260" y="14041"/>
                    <a:pt x="18558" y="14041"/>
                  </a:cubicBezTo>
                  <a:cubicBezTo>
                    <a:pt x="18856" y="14041"/>
                    <a:pt x="19100" y="13879"/>
                    <a:pt x="19229" y="13651"/>
                  </a:cubicBezTo>
                  <a:lnTo>
                    <a:pt x="19229" y="13651"/>
                  </a:lnTo>
                  <a:cubicBezTo>
                    <a:pt x="19359" y="13879"/>
                    <a:pt x="19603" y="14041"/>
                    <a:pt x="19901" y="14041"/>
                  </a:cubicBezTo>
                  <a:cubicBezTo>
                    <a:pt x="20192" y="14041"/>
                    <a:pt x="20448" y="13887"/>
                    <a:pt x="20592" y="13667"/>
                  </a:cubicBezTo>
                  <a:lnTo>
                    <a:pt x="20592" y="13667"/>
                  </a:lnTo>
                  <a:cubicBezTo>
                    <a:pt x="20733" y="13887"/>
                    <a:pt x="20980" y="14041"/>
                    <a:pt x="21244" y="14041"/>
                  </a:cubicBezTo>
                  <a:cubicBezTo>
                    <a:pt x="21692" y="14041"/>
                    <a:pt x="22058" y="13675"/>
                    <a:pt x="22058" y="13268"/>
                  </a:cubicBezTo>
                  <a:cubicBezTo>
                    <a:pt x="22058" y="12820"/>
                    <a:pt x="21692" y="12454"/>
                    <a:pt x="21244" y="12454"/>
                  </a:cubicBezTo>
                  <a:cubicBezTo>
                    <a:pt x="20980" y="12454"/>
                    <a:pt x="20733" y="12609"/>
                    <a:pt x="20592" y="12839"/>
                  </a:cubicBezTo>
                  <a:lnTo>
                    <a:pt x="20592" y="12839"/>
                  </a:lnTo>
                  <a:cubicBezTo>
                    <a:pt x="20448" y="12609"/>
                    <a:pt x="20192" y="12454"/>
                    <a:pt x="19901" y="12454"/>
                  </a:cubicBezTo>
                  <a:cubicBezTo>
                    <a:pt x="19603" y="12454"/>
                    <a:pt x="19359" y="12616"/>
                    <a:pt x="19229" y="12857"/>
                  </a:cubicBezTo>
                  <a:lnTo>
                    <a:pt x="19229" y="12857"/>
                  </a:lnTo>
                  <a:cubicBezTo>
                    <a:pt x="19100" y="12616"/>
                    <a:pt x="18856" y="12454"/>
                    <a:pt x="18558" y="12454"/>
                  </a:cubicBezTo>
                  <a:cubicBezTo>
                    <a:pt x="18260" y="12454"/>
                    <a:pt x="18016" y="12616"/>
                    <a:pt x="17886" y="12857"/>
                  </a:cubicBezTo>
                  <a:lnTo>
                    <a:pt x="17886" y="12857"/>
                  </a:lnTo>
                  <a:cubicBezTo>
                    <a:pt x="17757" y="12616"/>
                    <a:pt x="17513" y="12454"/>
                    <a:pt x="17215" y="12454"/>
                  </a:cubicBezTo>
                  <a:cubicBezTo>
                    <a:pt x="16917" y="12454"/>
                    <a:pt x="16673" y="12616"/>
                    <a:pt x="16543" y="12857"/>
                  </a:cubicBezTo>
                  <a:lnTo>
                    <a:pt x="16543" y="12857"/>
                  </a:lnTo>
                  <a:cubicBezTo>
                    <a:pt x="16414" y="12616"/>
                    <a:pt x="16170" y="12454"/>
                    <a:pt x="15872" y="12454"/>
                  </a:cubicBezTo>
                  <a:cubicBezTo>
                    <a:pt x="15581" y="12454"/>
                    <a:pt x="15325" y="12609"/>
                    <a:pt x="15181" y="12839"/>
                  </a:cubicBezTo>
                  <a:lnTo>
                    <a:pt x="15181" y="12839"/>
                  </a:lnTo>
                  <a:cubicBezTo>
                    <a:pt x="15040" y="12609"/>
                    <a:pt x="14793" y="12454"/>
                    <a:pt x="14529" y="12454"/>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1839;p35">
              <a:extLst>
                <a:ext uri="{FF2B5EF4-FFF2-40B4-BE49-F238E27FC236}">
                  <a16:creationId xmlns:a16="http://schemas.microsoft.com/office/drawing/2014/main" id="{7F42F0B3-4938-1F50-B47A-075CACA161DB}"/>
                </a:ext>
              </a:extLst>
            </p:cNvPr>
            <p:cNvSpPr/>
            <p:nvPr/>
          </p:nvSpPr>
          <p:spPr>
            <a:xfrm>
              <a:off x="3304325" y="2953625"/>
              <a:ext cx="534175" cy="335775"/>
            </a:xfrm>
            <a:custGeom>
              <a:avLst/>
              <a:gdLst/>
              <a:ahLst/>
              <a:cxnLst/>
              <a:rect l="l" t="t" r="r" b="b"/>
              <a:pathLst>
                <a:path w="21367" h="13431" extrusionOk="0">
                  <a:moveTo>
                    <a:pt x="366" y="82"/>
                  </a:moveTo>
                  <a:cubicBezTo>
                    <a:pt x="163" y="82"/>
                    <a:pt x="0" y="245"/>
                    <a:pt x="0" y="489"/>
                  </a:cubicBezTo>
                  <a:cubicBezTo>
                    <a:pt x="0" y="693"/>
                    <a:pt x="163" y="856"/>
                    <a:pt x="366" y="856"/>
                  </a:cubicBezTo>
                  <a:lnTo>
                    <a:pt x="1954" y="856"/>
                  </a:lnTo>
                  <a:cubicBezTo>
                    <a:pt x="2157" y="856"/>
                    <a:pt x="2360" y="693"/>
                    <a:pt x="2360" y="489"/>
                  </a:cubicBezTo>
                  <a:cubicBezTo>
                    <a:pt x="2360" y="245"/>
                    <a:pt x="2157" y="82"/>
                    <a:pt x="1954" y="82"/>
                  </a:cubicBezTo>
                  <a:close/>
                  <a:moveTo>
                    <a:pt x="3703" y="82"/>
                  </a:moveTo>
                  <a:cubicBezTo>
                    <a:pt x="3500" y="82"/>
                    <a:pt x="3337" y="245"/>
                    <a:pt x="3337" y="489"/>
                  </a:cubicBezTo>
                  <a:cubicBezTo>
                    <a:pt x="3337" y="693"/>
                    <a:pt x="3500" y="856"/>
                    <a:pt x="3703" y="856"/>
                  </a:cubicBezTo>
                  <a:lnTo>
                    <a:pt x="7855" y="856"/>
                  </a:lnTo>
                  <a:cubicBezTo>
                    <a:pt x="8058" y="856"/>
                    <a:pt x="8221" y="693"/>
                    <a:pt x="8221" y="489"/>
                  </a:cubicBezTo>
                  <a:cubicBezTo>
                    <a:pt x="8221" y="245"/>
                    <a:pt x="8058" y="82"/>
                    <a:pt x="7855" y="82"/>
                  </a:cubicBezTo>
                  <a:close/>
                  <a:moveTo>
                    <a:pt x="9605" y="1"/>
                  </a:moveTo>
                  <a:cubicBezTo>
                    <a:pt x="9360" y="1"/>
                    <a:pt x="9157" y="204"/>
                    <a:pt x="9157" y="489"/>
                  </a:cubicBezTo>
                  <a:cubicBezTo>
                    <a:pt x="9157" y="733"/>
                    <a:pt x="9360" y="937"/>
                    <a:pt x="9605" y="937"/>
                  </a:cubicBezTo>
                  <a:cubicBezTo>
                    <a:pt x="9849" y="937"/>
                    <a:pt x="10052" y="733"/>
                    <a:pt x="10052" y="489"/>
                  </a:cubicBezTo>
                  <a:cubicBezTo>
                    <a:pt x="10052" y="204"/>
                    <a:pt x="9849" y="1"/>
                    <a:pt x="9605" y="1"/>
                  </a:cubicBezTo>
                  <a:close/>
                  <a:moveTo>
                    <a:pt x="10948" y="1"/>
                  </a:moveTo>
                  <a:cubicBezTo>
                    <a:pt x="10703" y="1"/>
                    <a:pt x="10500" y="204"/>
                    <a:pt x="10500" y="489"/>
                  </a:cubicBezTo>
                  <a:cubicBezTo>
                    <a:pt x="10500" y="733"/>
                    <a:pt x="10703" y="937"/>
                    <a:pt x="10948" y="937"/>
                  </a:cubicBezTo>
                  <a:cubicBezTo>
                    <a:pt x="11192" y="937"/>
                    <a:pt x="11395" y="733"/>
                    <a:pt x="11395" y="489"/>
                  </a:cubicBezTo>
                  <a:cubicBezTo>
                    <a:pt x="11395" y="204"/>
                    <a:pt x="11192" y="1"/>
                    <a:pt x="10948" y="1"/>
                  </a:cubicBezTo>
                  <a:close/>
                  <a:moveTo>
                    <a:pt x="12291" y="1"/>
                  </a:moveTo>
                  <a:cubicBezTo>
                    <a:pt x="12046" y="1"/>
                    <a:pt x="11843" y="204"/>
                    <a:pt x="11843" y="489"/>
                  </a:cubicBezTo>
                  <a:cubicBezTo>
                    <a:pt x="11843" y="733"/>
                    <a:pt x="12046" y="937"/>
                    <a:pt x="12291" y="937"/>
                  </a:cubicBezTo>
                  <a:cubicBezTo>
                    <a:pt x="12535" y="937"/>
                    <a:pt x="12738" y="733"/>
                    <a:pt x="12738" y="489"/>
                  </a:cubicBezTo>
                  <a:cubicBezTo>
                    <a:pt x="12738" y="204"/>
                    <a:pt x="12535" y="1"/>
                    <a:pt x="12291" y="1"/>
                  </a:cubicBezTo>
                  <a:close/>
                  <a:moveTo>
                    <a:pt x="13634" y="1"/>
                  </a:moveTo>
                  <a:cubicBezTo>
                    <a:pt x="13389" y="1"/>
                    <a:pt x="13186" y="204"/>
                    <a:pt x="13186" y="489"/>
                  </a:cubicBezTo>
                  <a:cubicBezTo>
                    <a:pt x="13186" y="733"/>
                    <a:pt x="13389" y="937"/>
                    <a:pt x="13634" y="937"/>
                  </a:cubicBezTo>
                  <a:cubicBezTo>
                    <a:pt x="13878" y="937"/>
                    <a:pt x="14081" y="733"/>
                    <a:pt x="14081" y="489"/>
                  </a:cubicBezTo>
                  <a:cubicBezTo>
                    <a:pt x="14081" y="204"/>
                    <a:pt x="13878" y="1"/>
                    <a:pt x="13634" y="1"/>
                  </a:cubicBezTo>
                  <a:close/>
                  <a:moveTo>
                    <a:pt x="14977" y="1"/>
                  </a:moveTo>
                  <a:cubicBezTo>
                    <a:pt x="14732" y="1"/>
                    <a:pt x="14529" y="204"/>
                    <a:pt x="14529" y="489"/>
                  </a:cubicBezTo>
                  <a:cubicBezTo>
                    <a:pt x="14529" y="733"/>
                    <a:pt x="14732" y="937"/>
                    <a:pt x="14977" y="937"/>
                  </a:cubicBezTo>
                  <a:cubicBezTo>
                    <a:pt x="15221" y="937"/>
                    <a:pt x="15424" y="733"/>
                    <a:pt x="15424" y="489"/>
                  </a:cubicBezTo>
                  <a:cubicBezTo>
                    <a:pt x="15424" y="204"/>
                    <a:pt x="15221" y="1"/>
                    <a:pt x="14977" y="1"/>
                  </a:cubicBezTo>
                  <a:close/>
                  <a:moveTo>
                    <a:pt x="16320" y="1"/>
                  </a:moveTo>
                  <a:cubicBezTo>
                    <a:pt x="16075" y="1"/>
                    <a:pt x="15872" y="204"/>
                    <a:pt x="15872" y="489"/>
                  </a:cubicBezTo>
                  <a:cubicBezTo>
                    <a:pt x="15872" y="733"/>
                    <a:pt x="16075" y="937"/>
                    <a:pt x="16320" y="937"/>
                  </a:cubicBezTo>
                  <a:cubicBezTo>
                    <a:pt x="16564" y="937"/>
                    <a:pt x="16767" y="733"/>
                    <a:pt x="16767" y="489"/>
                  </a:cubicBezTo>
                  <a:cubicBezTo>
                    <a:pt x="16767" y="204"/>
                    <a:pt x="16564" y="1"/>
                    <a:pt x="16320" y="1"/>
                  </a:cubicBezTo>
                  <a:close/>
                  <a:moveTo>
                    <a:pt x="366" y="1873"/>
                  </a:moveTo>
                  <a:cubicBezTo>
                    <a:pt x="163" y="1873"/>
                    <a:pt x="0" y="2036"/>
                    <a:pt x="0" y="2280"/>
                  </a:cubicBezTo>
                  <a:cubicBezTo>
                    <a:pt x="0" y="2483"/>
                    <a:pt x="163" y="2646"/>
                    <a:pt x="366" y="2646"/>
                  </a:cubicBezTo>
                  <a:lnTo>
                    <a:pt x="1954" y="2646"/>
                  </a:lnTo>
                  <a:cubicBezTo>
                    <a:pt x="2157" y="2646"/>
                    <a:pt x="2360" y="2483"/>
                    <a:pt x="2360" y="2280"/>
                  </a:cubicBezTo>
                  <a:cubicBezTo>
                    <a:pt x="2360" y="2036"/>
                    <a:pt x="2157" y="1873"/>
                    <a:pt x="1954" y="1873"/>
                  </a:cubicBezTo>
                  <a:close/>
                  <a:moveTo>
                    <a:pt x="3703" y="1873"/>
                  </a:moveTo>
                  <a:cubicBezTo>
                    <a:pt x="3500" y="1873"/>
                    <a:pt x="3337" y="2036"/>
                    <a:pt x="3337" y="2280"/>
                  </a:cubicBezTo>
                  <a:cubicBezTo>
                    <a:pt x="3337" y="2483"/>
                    <a:pt x="3500" y="2646"/>
                    <a:pt x="3703" y="2646"/>
                  </a:cubicBezTo>
                  <a:lnTo>
                    <a:pt x="7855" y="2646"/>
                  </a:lnTo>
                  <a:cubicBezTo>
                    <a:pt x="8058" y="2646"/>
                    <a:pt x="8221" y="2483"/>
                    <a:pt x="8221" y="2280"/>
                  </a:cubicBezTo>
                  <a:cubicBezTo>
                    <a:pt x="8221" y="2036"/>
                    <a:pt x="8058" y="1873"/>
                    <a:pt x="7855" y="1873"/>
                  </a:cubicBezTo>
                  <a:close/>
                  <a:moveTo>
                    <a:pt x="366" y="3664"/>
                  </a:moveTo>
                  <a:cubicBezTo>
                    <a:pt x="163" y="3664"/>
                    <a:pt x="0" y="3867"/>
                    <a:pt x="0" y="4071"/>
                  </a:cubicBezTo>
                  <a:cubicBezTo>
                    <a:pt x="0" y="4274"/>
                    <a:pt x="163" y="4437"/>
                    <a:pt x="366" y="4437"/>
                  </a:cubicBezTo>
                  <a:lnTo>
                    <a:pt x="1954" y="4437"/>
                  </a:lnTo>
                  <a:cubicBezTo>
                    <a:pt x="2157" y="4437"/>
                    <a:pt x="2360" y="4274"/>
                    <a:pt x="2360" y="4071"/>
                  </a:cubicBezTo>
                  <a:cubicBezTo>
                    <a:pt x="2360" y="3867"/>
                    <a:pt x="2157" y="3664"/>
                    <a:pt x="1954" y="3664"/>
                  </a:cubicBezTo>
                  <a:close/>
                  <a:moveTo>
                    <a:pt x="3703" y="3664"/>
                  </a:moveTo>
                  <a:cubicBezTo>
                    <a:pt x="3500" y="3664"/>
                    <a:pt x="3337" y="3867"/>
                    <a:pt x="3337" y="4071"/>
                  </a:cubicBezTo>
                  <a:cubicBezTo>
                    <a:pt x="3337" y="4274"/>
                    <a:pt x="3500" y="4437"/>
                    <a:pt x="3703" y="4437"/>
                  </a:cubicBezTo>
                  <a:lnTo>
                    <a:pt x="7855" y="4437"/>
                  </a:lnTo>
                  <a:cubicBezTo>
                    <a:pt x="8058" y="4437"/>
                    <a:pt x="8221" y="4274"/>
                    <a:pt x="8221" y="4071"/>
                  </a:cubicBezTo>
                  <a:cubicBezTo>
                    <a:pt x="8221" y="3867"/>
                    <a:pt x="8058" y="3664"/>
                    <a:pt x="7855" y="3664"/>
                  </a:cubicBezTo>
                  <a:close/>
                  <a:moveTo>
                    <a:pt x="9605" y="3623"/>
                  </a:moveTo>
                  <a:cubicBezTo>
                    <a:pt x="9360" y="3623"/>
                    <a:pt x="9157" y="3826"/>
                    <a:pt x="9157" y="4071"/>
                  </a:cubicBezTo>
                  <a:cubicBezTo>
                    <a:pt x="9157" y="4315"/>
                    <a:pt x="9360" y="4518"/>
                    <a:pt x="9605" y="4518"/>
                  </a:cubicBezTo>
                  <a:cubicBezTo>
                    <a:pt x="9849" y="4518"/>
                    <a:pt x="10052" y="4315"/>
                    <a:pt x="10052" y="4071"/>
                  </a:cubicBezTo>
                  <a:cubicBezTo>
                    <a:pt x="10052" y="3826"/>
                    <a:pt x="9849" y="3623"/>
                    <a:pt x="9605" y="3623"/>
                  </a:cubicBezTo>
                  <a:close/>
                  <a:moveTo>
                    <a:pt x="10948" y="3623"/>
                  </a:moveTo>
                  <a:cubicBezTo>
                    <a:pt x="10703" y="3623"/>
                    <a:pt x="10500" y="3826"/>
                    <a:pt x="10500" y="4071"/>
                  </a:cubicBezTo>
                  <a:cubicBezTo>
                    <a:pt x="10500" y="4315"/>
                    <a:pt x="10703" y="4518"/>
                    <a:pt x="10948" y="4518"/>
                  </a:cubicBezTo>
                  <a:cubicBezTo>
                    <a:pt x="11192" y="4518"/>
                    <a:pt x="11395" y="4315"/>
                    <a:pt x="11395" y="4071"/>
                  </a:cubicBezTo>
                  <a:cubicBezTo>
                    <a:pt x="11395" y="3826"/>
                    <a:pt x="11192" y="3623"/>
                    <a:pt x="10948" y="3623"/>
                  </a:cubicBezTo>
                  <a:close/>
                  <a:moveTo>
                    <a:pt x="12291" y="3623"/>
                  </a:moveTo>
                  <a:cubicBezTo>
                    <a:pt x="12046" y="3623"/>
                    <a:pt x="11843" y="3826"/>
                    <a:pt x="11843" y="4071"/>
                  </a:cubicBezTo>
                  <a:cubicBezTo>
                    <a:pt x="11843" y="4315"/>
                    <a:pt x="12046" y="4518"/>
                    <a:pt x="12291" y="4518"/>
                  </a:cubicBezTo>
                  <a:cubicBezTo>
                    <a:pt x="12535" y="4518"/>
                    <a:pt x="12738" y="4315"/>
                    <a:pt x="12738" y="4071"/>
                  </a:cubicBezTo>
                  <a:cubicBezTo>
                    <a:pt x="12738" y="3826"/>
                    <a:pt x="12535" y="3623"/>
                    <a:pt x="12291" y="3623"/>
                  </a:cubicBezTo>
                  <a:close/>
                  <a:moveTo>
                    <a:pt x="13634" y="3623"/>
                  </a:moveTo>
                  <a:cubicBezTo>
                    <a:pt x="13389" y="3623"/>
                    <a:pt x="13186" y="3826"/>
                    <a:pt x="13186" y="4071"/>
                  </a:cubicBezTo>
                  <a:cubicBezTo>
                    <a:pt x="13186" y="4315"/>
                    <a:pt x="13389" y="4518"/>
                    <a:pt x="13634" y="4518"/>
                  </a:cubicBezTo>
                  <a:cubicBezTo>
                    <a:pt x="13878" y="4518"/>
                    <a:pt x="14081" y="4315"/>
                    <a:pt x="14081" y="4071"/>
                  </a:cubicBezTo>
                  <a:cubicBezTo>
                    <a:pt x="14081" y="3826"/>
                    <a:pt x="13878" y="3623"/>
                    <a:pt x="13634" y="3623"/>
                  </a:cubicBezTo>
                  <a:close/>
                  <a:moveTo>
                    <a:pt x="14977" y="3623"/>
                  </a:moveTo>
                  <a:cubicBezTo>
                    <a:pt x="14732" y="3623"/>
                    <a:pt x="14529" y="3826"/>
                    <a:pt x="14529" y="4071"/>
                  </a:cubicBezTo>
                  <a:cubicBezTo>
                    <a:pt x="14529" y="4315"/>
                    <a:pt x="14732" y="4518"/>
                    <a:pt x="14977" y="4518"/>
                  </a:cubicBezTo>
                  <a:cubicBezTo>
                    <a:pt x="15221" y="4518"/>
                    <a:pt x="15424" y="4315"/>
                    <a:pt x="15424" y="4071"/>
                  </a:cubicBezTo>
                  <a:cubicBezTo>
                    <a:pt x="15424" y="3826"/>
                    <a:pt x="15221" y="3623"/>
                    <a:pt x="14977" y="3623"/>
                  </a:cubicBezTo>
                  <a:close/>
                  <a:moveTo>
                    <a:pt x="16320" y="3623"/>
                  </a:moveTo>
                  <a:cubicBezTo>
                    <a:pt x="16075" y="3623"/>
                    <a:pt x="15872" y="3826"/>
                    <a:pt x="15872" y="4071"/>
                  </a:cubicBezTo>
                  <a:cubicBezTo>
                    <a:pt x="15872" y="4315"/>
                    <a:pt x="16075" y="4518"/>
                    <a:pt x="16320" y="4518"/>
                  </a:cubicBezTo>
                  <a:cubicBezTo>
                    <a:pt x="16564" y="4518"/>
                    <a:pt x="16767" y="4315"/>
                    <a:pt x="16767" y="4071"/>
                  </a:cubicBezTo>
                  <a:cubicBezTo>
                    <a:pt x="16767" y="3826"/>
                    <a:pt x="16564" y="3623"/>
                    <a:pt x="16320" y="3623"/>
                  </a:cubicBezTo>
                  <a:close/>
                  <a:moveTo>
                    <a:pt x="366" y="5454"/>
                  </a:moveTo>
                  <a:cubicBezTo>
                    <a:pt x="163" y="5454"/>
                    <a:pt x="0" y="5658"/>
                    <a:pt x="0" y="5861"/>
                  </a:cubicBezTo>
                  <a:cubicBezTo>
                    <a:pt x="0" y="6065"/>
                    <a:pt x="163" y="6228"/>
                    <a:pt x="366" y="6228"/>
                  </a:cubicBezTo>
                  <a:lnTo>
                    <a:pt x="1954" y="6228"/>
                  </a:lnTo>
                  <a:cubicBezTo>
                    <a:pt x="2157" y="6228"/>
                    <a:pt x="2360" y="6065"/>
                    <a:pt x="2360" y="5861"/>
                  </a:cubicBezTo>
                  <a:cubicBezTo>
                    <a:pt x="2360" y="5658"/>
                    <a:pt x="2157" y="5454"/>
                    <a:pt x="1954" y="5454"/>
                  </a:cubicBezTo>
                  <a:close/>
                  <a:moveTo>
                    <a:pt x="3703" y="5454"/>
                  </a:moveTo>
                  <a:cubicBezTo>
                    <a:pt x="3500" y="5454"/>
                    <a:pt x="3337" y="5658"/>
                    <a:pt x="3337" y="5861"/>
                  </a:cubicBezTo>
                  <a:cubicBezTo>
                    <a:pt x="3337" y="6065"/>
                    <a:pt x="3500" y="6228"/>
                    <a:pt x="3703" y="6228"/>
                  </a:cubicBezTo>
                  <a:lnTo>
                    <a:pt x="7855" y="6228"/>
                  </a:lnTo>
                  <a:cubicBezTo>
                    <a:pt x="8058" y="6228"/>
                    <a:pt x="8221" y="6065"/>
                    <a:pt x="8221" y="5861"/>
                  </a:cubicBezTo>
                  <a:cubicBezTo>
                    <a:pt x="8221" y="5658"/>
                    <a:pt x="8058" y="5454"/>
                    <a:pt x="7855" y="5454"/>
                  </a:cubicBezTo>
                  <a:close/>
                  <a:moveTo>
                    <a:pt x="366" y="7286"/>
                  </a:moveTo>
                  <a:cubicBezTo>
                    <a:pt x="163" y="7286"/>
                    <a:pt x="0" y="7448"/>
                    <a:pt x="0" y="7652"/>
                  </a:cubicBezTo>
                  <a:cubicBezTo>
                    <a:pt x="0" y="7855"/>
                    <a:pt x="163" y="8059"/>
                    <a:pt x="366" y="8059"/>
                  </a:cubicBezTo>
                  <a:lnTo>
                    <a:pt x="1954" y="8059"/>
                  </a:lnTo>
                  <a:cubicBezTo>
                    <a:pt x="2157" y="8059"/>
                    <a:pt x="2360" y="7855"/>
                    <a:pt x="2360" y="7652"/>
                  </a:cubicBezTo>
                  <a:cubicBezTo>
                    <a:pt x="2360" y="7448"/>
                    <a:pt x="2157" y="7286"/>
                    <a:pt x="1954" y="7286"/>
                  </a:cubicBezTo>
                  <a:close/>
                  <a:moveTo>
                    <a:pt x="3703" y="7286"/>
                  </a:moveTo>
                  <a:cubicBezTo>
                    <a:pt x="3500" y="7286"/>
                    <a:pt x="3337" y="7448"/>
                    <a:pt x="3337" y="7652"/>
                  </a:cubicBezTo>
                  <a:cubicBezTo>
                    <a:pt x="3337" y="7855"/>
                    <a:pt x="3500" y="8059"/>
                    <a:pt x="3703" y="8059"/>
                  </a:cubicBezTo>
                  <a:lnTo>
                    <a:pt x="7855" y="8059"/>
                  </a:lnTo>
                  <a:cubicBezTo>
                    <a:pt x="8058" y="8059"/>
                    <a:pt x="8221" y="7855"/>
                    <a:pt x="8221" y="7652"/>
                  </a:cubicBezTo>
                  <a:cubicBezTo>
                    <a:pt x="8221" y="7448"/>
                    <a:pt x="8058" y="7286"/>
                    <a:pt x="7855" y="7286"/>
                  </a:cubicBezTo>
                  <a:close/>
                  <a:moveTo>
                    <a:pt x="14203" y="8791"/>
                  </a:moveTo>
                  <a:cubicBezTo>
                    <a:pt x="13959" y="8791"/>
                    <a:pt x="13756" y="8995"/>
                    <a:pt x="13756" y="9239"/>
                  </a:cubicBezTo>
                  <a:cubicBezTo>
                    <a:pt x="13756" y="9483"/>
                    <a:pt x="13959" y="9687"/>
                    <a:pt x="14203" y="9687"/>
                  </a:cubicBezTo>
                  <a:cubicBezTo>
                    <a:pt x="14448" y="9687"/>
                    <a:pt x="14651" y="9483"/>
                    <a:pt x="14651" y="9239"/>
                  </a:cubicBezTo>
                  <a:cubicBezTo>
                    <a:pt x="14651" y="8995"/>
                    <a:pt x="14448" y="8791"/>
                    <a:pt x="14203" y="8791"/>
                  </a:cubicBezTo>
                  <a:close/>
                  <a:moveTo>
                    <a:pt x="15546" y="8791"/>
                  </a:moveTo>
                  <a:cubicBezTo>
                    <a:pt x="15302" y="8791"/>
                    <a:pt x="15099" y="8995"/>
                    <a:pt x="15099" y="9239"/>
                  </a:cubicBezTo>
                  <a:cubicBezTo>
                    <a:pt x="15099" y="9483"/>
                    <a:pt x="15302" y="9687"/>
                    <a:pt x="15546" y="9687"/>
                  </a:cubicBezTo>
                  <a:cubicBezTo>
                    <a:pt x="15791" y="9687"/>
                    <a:pt x="15994" y="9483"/>
                    <a:pt x="15994" y="9239"/>
                  </a:cubicBezTo>
                  <a:cubicBezTo>
                    <a:pt x="15994" y="8995"/>
                    <a:pt x="15791" y="8791"/>
                    <a:pt x="15546" y="8791"/>
                  </a:cubicBezTo>
                  <a:close/>
                  <a:moveTo>
                    <a:pt x="16889" y="8791"/>
                  </a:moveTo>
                  <a:cubicBezTo>
                    <a:pt x="16645" y="8791"/>
                    <a:pt x="16442" y="8995"/>
                    <a:pt x="16442" y="9239"/>
                  </a:cubicBezTo>
                  <a:cubicBezTo>
                    <a:pt x="16442" y="9483"/>
                    <a:pt x="16645" y="9687"/>
                    <a:pt x="16889" y="9687"/>
                  </a:cubicBezTo>
                  <a:cubicBezTo>
                    <a:pt x="17134" y="9687"/>
                    <a:pt x="17337" y="9483"/>
                    <a:pt x="17337" y="9239"/>
                  </a:cubicBezTo>
                  <a:cubicBezTo>
                    <a:pt x="17337" y="8995"/>
                    <a:pt x="17134" y="8791"/>
                    <a:pt x="16889" y="8791"/>
                  </a:cubicBezTo>
                  <a:close/>
                  <a:moveTo>
                    <a:pt x="18232" y="8791"/>
                  </a:moveTo>
                  <a:cubicBezTo>
                    <a:pt x="17988" y="8791"/>
                    <a:pt x="17785" y="8995"/>
                    <a:pt x="17785" y="9239"/>
                  </a:cubicBezTo>
                  <a:cubicBezTo>
                    <a:pt x="17785" y="9483"/>
                    <a:pt x="17988" y="9687"/>
                    <a:pt x="18232" y="9687"/>
                  </a:cubicBezTo>
                  <a:cubicBezTo>
                    <a:pt x="18477" y="9687"/>
                    <a:pt x="18680" y="9483"/>
                    <a:pt x="18680" y="9239"/>
                  </a:cubicBezTo>
                  <a:cubicBezTo>
                    <a:pt x="18680" y="8995"/>
                    <a:pt x="18477" y="8791"/>
                    <a:pt x="18232" y="8791"/>
                  </a:cubicBezTo>
                  <a:close/>
                  <a:moveTo>
                    <a:pt x="19575" y="8791"/>
                  </a:moveTo>
                  <a:cubicBezTo>
                    <a:pt x="19331" y="8791"/>
                    <a:pt x="19128" y="8995"/>
                    <a:pt x="19128" y="9239"/>
                  </a:cubicBezTo>
                  <a:cubicBezTo>
                    <a:pt x="19128" y="9483"/>
                    <a:pt x="19331" y="9687"/>
                    <a:pt x="19575" y="9687"/>
                  </a:cubicBezTo>
                  <a:cubicBezTo>
                    <a:pt x="19820" y="9687"/>
                    <a:pt x="20023" y="9483"/>
                    <a:pt x="20023" y="9239"/>
                  </a:cubicBezTo>
                  <a:cubicBezTo>
                    <a:pt x="20023" y="8995"/>
                    <a:pt x="19820" y="8791"/>
                    <a:pt x="19575" y="8791"/>
                  </a:cubicBezTo>
                  <a:close/>
                  <a:moveTo>
                    <a:pt x="20918" y="8791"/>
                  </a:moveTo>
                  <a:cubicBezTo>
                    <a:pt x="20674" y="8791"/>
                    <a:pt x="20471" y="8995"/>
                    <a:pt x="20471" y="9239"/>
                  </a:cubicBezTo>
                  <a:cubicBezTo>
                    <a:pt x="20471" y="9483"/>
                    <a:pt x="20674" y="9687"/>
                    <a:pt x="20918" y="9687"/>
                  </a:cubicBezTo>
                  <a:cubicBezTo>
                    <a:pt x="21163" y="9687"/>
                    <a:pt x="21366" y="9483"/>
                    <a:pt x="21366" y="9239"/>
                  </a:cubicBezTo>
                  <a:cubicBezTo>
                    <a:pt x="21366" y="8995"/>
                    <a:pt x="21163" y="8791"/>
                    <a:pt x="20918" y="8791"/>
                  </a:cubicBezTo>
                  <a:close/>
                  <a:moveTo>
                    <a:pt x="366" y="9076"/>
                  </a:moveTo>
                  <a:cubicBezTo>
                    <a:pt x="163" y="9076"/>
                    <a:pt x="0" y="9239"/>
                    <a:pt x="0" y="9443"/>
                  </a:cubicBezTo>
                  <a:cubicBezTo>
                    <a:pt x="0" y="9646"/>
                    <a:pt x="163" y="9850"/>
                    <a:pt x="366" y="9850"/>
                  </a:cubicBezTo>
                  <a:lnTo>
                    <a:pt x="1954" y="9850"/>
                  </a:lnTo>
                  <a:cubicBezTo>
                    <a:pt x="2157" y="9850"/>
                    <a:pt x="2360" y="9646"/>
                    <a:pt x="2360" y="9443"/>
                  </a:cubicBezTo>
                  <a:cubicBezTo>
                    <a:pt x="2360" y="9239"/>
                    <a:pt x="2157" y="9076"/>
                    <a:pt x="1954" y="9076"/>
                  </a:cubicBezTo>
                  <a:close/>
                  <a:moveTo>
                    <a:pt x="8669" y="9076"/>
                  </a:moveTo>
                  <a:cubicBezTo>
                    <a:pt x="8424" y="9076"/>
                    <a:pt x="8262" y="9239"/>
                    <a:pt x="8262" y="9443"/>
                  </a:cubicBezTo>
                  <a:cubicBezTo>
                    <a:pt x="8262" y="9646"/>
                    <a:pt x="8424" y="9850"/>
                    <a:pt x="8669" y="9850"/>
                  </a:cubicBezTo>
                  <a:lnTo>
                    <a:pt x="12779" y="9850"/>
                  </a:lnTo>
                  <a:cubicBezTo>
                    <a:pt x="12982" y="9850"/>
                    <a:pt x="13145" y="9646"/>
                    <a:pt x="13145" y="9443"/>
                  </a:cubicBezTo>
                  <a:cubicBezTo>
                    <a:pt x="13145" y="9239"/>
                    <a:pt x="12982" y="9076"/>
                    <a:pt x="12779" y="9076"/>
                  </a:cubicBezTo>
                  <a:close/>
                  <a:moveTo>
                    <a:pt x="366" y="10867"/>
                  </a:moveTo>
                  <a:cubicBezTo>
                    <a:pt x="163" y="10867"/>
                    <a:pt x="0" y="11030"/>
                    <a:pt x="0" y="11233"/>
                  </a:cubicBezTo>
                  <a:cubicBezTo>
                    <a:pt x="0" y="11478"/>
                    <a:pt x="163" y="11640"/>
                    <a:pt x="366" y="11640"/>
                  </a:cubicBezTo>
                  <a:lnTo>
                    <a:pt x="1954" y="11640"/>
                  </a:lnTo>
                  <a:cubicBezTo>
                    <a:pt x="2157" y="11640"/>
                    <a:pt x="2360" y="11478"/>
                    <a:pt x="2360" y="11233"/>
                  </a:cubicBezTo>
                  <a:cubicBezTo>
                    <a:pt x="2360" y="11030"/>
                    <a:pt x="2157" y="10867"/>
                    <a:pt x="1954" y="10867"/>
                  </a:cubicBezTo>
                  <a:close/>
                  <a:moveTo>
                    <a:pt x="8669" y="10867"/>
                  </a:moveTo>
                  <a:cubicBezTo>
                    <a:pt x="8424" y="10867"/>
                    <a:pt x="8262" y="11030"/>
                    <a:pt x="8262" y="11233"/>
                  </a:cubicBezTo>
                  <a:cubicBezTo>
                    <a:pt x="8262" y="11478"/>
                    <a:pt x="8424" y="11640"/>
                    <a:pt x="8669" y="11640"/>
                  </a:cubicBezTo>
                  <a:lnTo>
                    <a:pt x="12779" y="11640"/>
                  </a:lnTo>
                  <a:cubicBezTo>
                    <a:pt x="12982" y="11640"/>
                    <a:pt x="13145" y="11478"/>
                    <a:pt x="13145" y="11233"/>
                  </a:cubicBezTo>
                  <a:cubicBezTo>
                    <a:pt x="13145" y="11030"/>
                    <a:pt x="12982" y="10867"/>
                    <a:pt x="12779" y="10867"/>
                  </a:cubicBezTo>
                  <a:close/>
                  <a:moveTo>
                    <a:pt x="14203" y="12495"/>
                  </a:moveTo>
                  <a:cubicBezTo>
                    <a:pt x="13959" y="12495"/>
                    <a:pt x="13756" y="12698"/>
                    <a:pt x="13756" y="12943"/>
                  </a:cubicBezTo>
                  <a:cubicBezTo>
                    <a:pt x="13756" y="13187"/>
                    <a:pt x="13959" y="13390"/>
                    <a:pt x="14203" y="13390"/>
                  </a:cubicBezTo>
                  <a:cubicBezTo>
                    <a:pt x="14448" y="13390"/>
                    <a:pt x="14651" y="13187"/>
                    <a:pt x="14651" y="12943"/>
                  </a:cubicBezTo>
                  <a:cubicBezTo>
                    <a:pt x="14651" y="12698"/>
                    <a:pt x="14448" y="12495"/>
                    <a:pt x="14203" y="12495"/>
                  </a:cubicBezTo>
                  <a:close/>
                  <a:moveTo>
                    <a:pt x="15546" y="12495"/>
                  </a:moveTo>
                  <a:cubicBezTo>
                    <a:pt x="15302" y="12495"/>
                    <a:pt x="15099" y="12698"/>
                    <a:pt x="15099" y="12943"/>
                  </a:cubicBezTo>
                  <a:cubicBezTo>
                    <a:pt x="15099" y="13187"/>
                    <a:pt x="15302" y="13390"/>
                    <a:pt x="15546" y="13390"/>
                  </a:cubicBezTo>
                  <a:cubicBezTo>
                    <a:pt x="15791" y="13390"/>
                    <a:pt x="15994" y="13187"/>
                    <a:pt x="15994" y="12943"/>
                  </a:cubicBezTo>
                  <a:cubicBezTo>
                    <a:pt x="15994" y="12698"/>
                    <a:pt x="15791" y="12495"/>
                    <a:pt x="15546" y="12495"/>
                  </a:cubicBezTo>
                  <a:close/>
                  <a:moveTo>
                    <a:pt x="16889" y="12495"/>
                  </a:moveTo>
                  <a:cubicBezTo>
                    <a:pt x="16645" y="12495"/>
                    <a:pt x="16442" y="12698"/>
                    <a:pt x="16442" y="12943"/>
                  </a:cubicBezTo>
                  <a:cubicBezTo>
                    <a:pt x="16442" y="13187"/>
                    <a:pt x="16645" y="13390"/>
                    <a:pt x="16889" y="13390"/>
                  </a:cubicBezTo>
                  <a:cubicBezTo>
                    <a:pt x="17134" y="13390"/>
                    <a:pt x="17337" y="13187"/>
                    <a:pt x="17337" y="12943"/>
                  </a:cubicBezTo>
                  <a:cubicBezTo>
                    <a:pt x="17337" y="12698"/>
                    <a:pt x="17134" y="12495"/>
                    <a:pt x="16889" y="12495"/>
                  </a:cubicBezTo>
                  <a:close/>
                  <a:moveTo>
                    <a:pt x="18232" y="12495"/>
                  </a:moveTo>
                  <a:cubicBezTo>
                    <a:pt x="17988" y="12495"/>
                    <a:pt x="17785" y="12698"/>
                    <a:pt x="17785" y="12943"/>
                  </a:cubicBezTo>
                  <a:cubicBezTo>
                    <a:pt x="17785" y="13187"/>
                    <a:pt x="17988" y="13390"/>
                    <a:pt x="18232" y="13390"/>
                  </a:cubicBezTo>
                  <a:cubicBezTo>
                    <a:pt x="18477" y="13390"/>
                    <a:pt x="18680" y="13187"/>
                    <a:pt x="18680" y="12943"/>
                  </a:cubicBezTo>
                  <a:cubicBezTo>
                    <a:pt x="18680" y="12698"/>
                    <a:pt x="18477" y="12495"/>
                    <a:pt x="18232" y="12495"/>
                  </a:cubicBezTo>
                  <a:close/>
                  <a:moveTo>
                    <a:pt x="19575" y="12495"/>
                  </a:moveTo>
                  <a:cubicBezTo>
                    <a:pt x="19331" y="12495"/>
                    <a:pt x="19128" y="12698"/>
                    <a:pt x="19128" y="12943"/>
                  </a:cubicBezTo>
                  <a:cubicBezTo>
                    <a:pt x="19128" y="13187"/>
                    <a:pt x="19331" y="13390"/>
                    <a:pt x="19575" y="13390"/>
                  </a:cubicBezTo>
                  <a:cubicBezTo>
                    <a:pt x="19820" y="13390"/>
                    <a:pt x="20023" y="13187"/>
                    <a:pt x="20023" y="12943"/>
                  </a:cubicBezTo>
                  <a:cubicBezTo>
                    <a:pt x="20023" y="12698"/>
                    <a:pt x="19820" y="12495"/>
                    <a:pt x="19575" y="12495"/>
                  </a:cubicBezTo>
                  <a:close/>
                  <a:moveTo>
                    <a:pt x="20918" y="12495"/>
                  </a:moveTo>
                  <a:cubicBezTo>
                    <a:pt x="20674" y="12495"/>
                    <a:pt x="20471" y="12698"/>
                    <a:pt x="20471" y="12943"/>
                  </a:cubicBezTo>
                  <a:cubicBezTo>
                    <a:pt x="20471" y="13187"/>
                    <a:pt x="20674" y="13390"/>
                    <a:pt x="20918" y="13390"/>
                  </a:cubicBezTo>
                  <a:cubicBezTo>
                    <a:pt x="21163" y="13390"/>
                    <a:pt x="21366" y="13187"/>
                    <a:pt x="21366" y="12943"/>
                  </a:cubicBezTo>
                  <a:cubicBezTo>
                    <a:pt x="21366" y="12698"/>
                    <a:pt x="21163" y="12495"/>
                    <a:pt x="20918" y="12495"/>
                  </a:cubicBezTo>
                  <a:close/>
                  <a:moveTo>
                    <a:pt x="366" y="12658"/>
                  </a:moveTo>
                  <a:cubicBezTo>
                    <a:pt x="163" y="12658"/>
                    <a:pt x="0" y="12821"/>
                    <a:pt x="0" y="13065"/>
                  </a:cubicBezTo>
                  <a:cubicBezTo>
                    <a:pt x="0" y="13268"/>
                    <a:pt x="163" y="13431"/>
                    <a:pt x="366" y="13431"/>
                  </a:cubicBezTo>
                  <a:lnTo>
                    <a:pt x="1954" y="13431"/>
                  </a:lnTo>
                  <a:cubicBezTo>
                    <a:pt x="2157" y="13431"/>
                    <a:pt x="2360" y="13268"/>
                    <a:pt x="2360" y="13065"/>
                  </a:cubicBezTo>
                  <a:cubicBezTo>
                    <a:pt x="2360" y="12821"/>
                    <a:pt x="2157" y="12658"/>
                    <a:pt x="1954" y="12658"/>
                  </a:cubicBezTo>
                  <a:close/>
                  <a:moveTo>
                    <a:pt x="8669" y="12658"/>
                  </a:moveTo>
                  <a:cubicBezTo>
                    <a:pt x="8424" y="12658"/>
                    <a:pt x="8262" y="12821"/>
                    <a:pt x="8262" y="13065"/>
                  </a:cubicBezTo>
                  <a:cubicBezTo>
                    <a:pt x="8262" y="13268"/>
                    <a:pt x="8424" y="13431"/>
                    <a:pt x="8669" y="13431"/>
                  </a:cubicBezTo>
                  <a:lnTo>
                    <a:pt x="12779" y="13431"/>
                  </a:lnTo>
                  <a:cubicBezTo>
                    <a:pt x="12982" y="13431"/>
                    <a:pt x="13145" y="13268"/>
                    <a:pt x="13145" y="13065"/>
                  </a:cubicBezTo>
                  <a:cubicBezTo>
                    <a:pt x="13145" y="12821"/>
                    <a:pt x="12982" y="12658"/>
                    <a:pt x="12779" y="12658"/>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1840;p35">
              <a:extLst>
                <a:ext uri="{FF2B5EF4-FFF2-40B4-BE49-F238E27FC236}">
                  <a16:creationId xmlns:a16="http://schemas.microsoft.com/office/drawing/2014/main" id="{885DBA0E-C547-AE3C-F499-E1F4171DE09D}"/>
                </a:ext>
              </a:extLst>
            </p:cNvPr>
            <p:cNvSpPr/>
            <p:nvPr/>
          </p:nvSpPr>
          <p:spPr>
            <a:xfrm>
              <a:off x="3304325" y="3321950"/>
              <a:ext cx="534175" cy="335775"/>
            </a:xfrm>
            <a:custGeom>
              <a:avLst/>
              <a:gdLst/>
              <a:ahLst/>
              <a:cxnLst/>
              <a:rect l="l" t="t" r="r" b="b"/>
              <a:pathLst>
                <a:path w="21367" h="13431" extrusionOk="0">
                  <a:moveTo>
                    <a:pt x="366" y="82"/>
                  </a:moveTo>
                  <a:cubicBezTo>
                    <a:pt x="163" y="82"/>
                    <a:pt x="0" y="244"/>
                    <a:pt x="0" y="448"/>
                  </a:cubicBezTo>
                  <a:cubicBezTo>
                    <a:pt x="0" y="692"/>
                    <a:pt x="163" y="855"/>
                    <a:pt x="366" y="855"/>
                  </a:cubicBezTo>
                  <a:lnTo>
                    <a:pt x="1954" y="855"/>
                  </a:lnTo>
                  <a:cubicBezTo>
                    <a:pt x="2157" y="855"/>
                    <a:pt x="2360" y="692"/>
                    <a:pt x="2360" y="448"/>
                  </a:cubicBezTo>
                  <a:cubicBezTo>
                    <a:pt x="2360" y="244"/>
                    <a:pt x="2157" y="82"/>
                    <a:pt x="1954" y="82"/>
                  </a:cubicBezTo>
                  <a:close/>
                  <a:moveTo>
                    <a:pt x="3703" y="82"/>
                  </a:moveTo>
                  <a:cubicBezTo>
                    <a:pt x="3500" y="82"/>
                    <a:pt x="3337" y="244"/>
                    <a:pt x="3337" y="448"/>
                  </a:cubicBezTo>
                  <a:cubicBezTo>
                    <a:pt x="3337" y="692"/>
                    <a:pt x="3500" y="855"/>
                    <a:pt x="3703" y="855"/>
                  </a:cubicBezTo>
                  <a:lnTo>
                    <a:pt x="7855" y="855"/>
                  </a:lnTo>
                  <a:cubicBezTo>
                    <a:pt x="8058" y="855"/>
                    <a:pt x="8221" y="692"/>
                    <a:pt x="8221" y="448"/>
                  </a:cubicBezTo>
                  <a:cubicBezTo>
                    <a:pt x="8221" y="244"/>
                    <a:pt x="8058" y="82"/>
                    <a:pt x="7855" y="82"/>
                  </a:cubicBezTo>
                  <a:close/>
                  <a:moveTo>
                    <a:pt x="9605" y="0"/>
                  </a:moveTo>
                  <a:cubicBezTo>
                    <a:pt x="9360" y="0"/>
                    <a:pt x="9157" y="204"/>
                    <a:pt x="9157" y="448"/>
                  </a:cubicBezTo>
                  <a:cubicBezTo>
                    <a:pt x="9157" y="692"/>
                    <a:pt x="9360" y="896"/>
                    <a:pt x="9605" y="896"/>
                  </a:cubicBezTo>
                  <a:cubicBezTo>
                    <a:pt x="9849" y="896"/>
                    <a:pt x="10052" y="692"/>
                    <a:pt x="10052" y="448"/>
                  </a:cubicBezTo>
                  <a:cubicBezTo>
                    <a:pt x="10052" y="204"/>
                    <a:pt x="9849" y="0"/>
                    <a:pt x="9605" y="0"/>
                  </a:cubicBezTo>
                  <a:close/>
                  <a:moveTo>
                    <a:pt x="10948" y="0"/>
                  </a:moveTo>
                  <a:cubicBezTo>
                    <a:pt x="10703" y="0"/>
                    <a:pt x="10500" y="204"/>
                    <a:pt x="10500" y="448"/>
                  </a:cubicBezTo>
                  <a:cubicBezTo>
                    <a:pt x="10500" y="692"/>
                    <a:pt x="10703" y="896"/>
                    <a:pt x="10948" y="896"/>
                  </a:cubicBezTo>
                  <a:cubicBezTo>
                    <a:pt x="11192" y="896"/>
                    <a:pt x="11395" y="692"/>
                    <a:pt x="11395" y="448"/>
                  </a:cubicBezTo>
                  <a:cubicBezTo>
                    <a:pt x="11395" y="204"/>
                    <a:pt x="11192" y="0"/>
                    <a:pt x="10948" y="0"/>
                  </a:cubicBezTo>
                  <a:close/>
                  <a:moveTo>
                    <a:pt x="12291" y="0"/>
                  </a:moveTo>
                  <a:cubicBezTo>
                    <a:pt x="12046" y="0"/>
                    <a:pt x="11843" y="204"/>
                    <a:pt x="11843" y="448"/>
                  </a:cubicBezTo>
                  <a:cubicBezTo>
                    <a:pt x="11843" y="692"/>
                    <a:pt x="12046" y="896"/>
                    <a:pt x="12291" y="896"/>
                  </a:cubicBezTo>
                  <a:cubicBezTo>
                    <a:pt x="12535" y="896"/>
                    <a:pt x="12738" y="692"/>
                    <a:pt x="12738" y="448"/>
                  </a:cubicBezTo>
                  <a:cubicBezTo>
                    <a:pt x="12738" y="204"/>
                    <a:pt x="12535" y="0"/>
                    <a:pt x="12291" y="0"/>
                  </a:cubicBezTo>
                  <a:close/>
                  <a:moveTo>
                    <a:pt x="13634" y="0"/>
                  </a:moveTo>
                  <a:cubicBezTo>
                    <a:pt x="13389" y="0"/>
                    <a:pt x="13186" y="204"/>
                    <a:pt x="13186" y="448"/>
                  </a:cubicBezTo>
                  <a:cubicBezTo>
                    <a:pt x="13186" y="692"/>
                    <a:pt x="13389" y="896"/>
                    <a:pt x="13634" y="896"/>
                  </a:cubicBezTo>
                  <a:cubicBezTo>
                    <a:pt x="13878" y="896"/>
                    <a:pt x="14081" y="692"/>
                    <a:pt x="14081" y="448"/>
                  </a:cubicBezTo>
                  <a:cubicBezTo>
                    <a:pt x="14081" y="204"/>
                    <a:pt x="13878" y="0"/>
                    <a:pt x="13634" y="0"/>
                  </a:cubicBezTo>
                  <a:close/>
                  <a:moveTo>
                    <a:pt x="14977" y="0"/>
                  </a:moveTo>
                  <a:cubicBezTo>
                    <a:pt x="14732" y="0"/>
                    <a:pt x="14529" y="204"/>
                    <a:pt x="14529" y="448"/>
                  </a:cubicBezTo>
                  <a:cubicBezTo>
                    <a:pt x="14529" y="692"/>
                    <a:pt x="14732" y="896"/>
                    <a:pt x="14977" y="896"/>
                  </a:cubicBezTo>
                  <a:cubicBezTo>
                    <a:pt x="15221" y="896"/>
                    <a:pt x="15424" y="692"/>
                    <a:pt x="15424" y="448"/>
                  </a:cubicBezTo>
                  <a:cubicBezTo>
                    <a:pt x="15424" y="204"/>
                    <a:pt x="15221" y="0"/>
                    <a:pt x="14977" y="0"/>
                  </a:cubicBezTo>
                  <a:close/>
                  <a:moveTo>
                    <a:pt x="16320" y="0"/>
                  </a:moveTo>
                  <a:cubicBezTo>
                    <a:pt x="16075" y="0"/>
                    <a:pt x="15872" y="204"/>
                    <a:pt x="15872" y="448"/>
                  </a:cubicBezTo>
                  <a:cubicBezTo>
                    <a:pt x="15872" y="692"/>
                    <a:pt x="16075" y="896"/>
                    <a:pt x="16320" y="896"/>
                  </a:cubicBezTo>
                  <a:cubicBezTo>
                    <a:pt x="16564" y="896"/>
                    <a:pt x="16767" y="692"/>
                    <a:pt x="16767" y="448"/>
                  </a:cubicBezTo>
                  <a:cubicBezTo>
                    <a:pt x="16767" y="204"/>
                    <a:pt x="16564" y="0"/>
                    <a:pt x="16320" y="0"/>
                  </a:cubicBezTo>
                  <a:close/>
                  <a:moveTo>
                    <a:pt x="366" y="1872"/>
                  </a:moveTo>
                  <a:cubicBezTo>
                    <a:pt x="163" y="1872"/>
                    <a:pt x="0" y="2035"/>
                    <a:pt x="0" y="2239"/>
                  </a:cubicBezTo>
                  <a:cubicBezTo>
                    <a:pt x="0" y="2483"/>
                    <a:pt x="163" y="2646"/>
                    <a:pt x="366" y="2646"/>
                  </a:cubicBezTo>
                  <a:lnTo>
                    <a:pt x="1954" y="2646"/>
                  </a:lnTo>
                  <a:cubicBezTo>
                    <a:pt x="2157" y="2646"/>
                    <a:pt x="2360" y="2483"/>
                    <a:pt x="2360" y="2239"/>
                  </a:cubicBezTo>
                  <a:cubicBezTo>
                    <a:pt x="2360" y="2035"/>
                    <a:pt x="2157" y="1872"/>
                    <a:pt x="1954" y="1872"/>
                  </a:cubicBezTo>
                  <a:close/>
                  <a:moveTo>
                    <a:pt x="3703" y="1872"/>
                  </a:moveTo>
                  <a:cubicBezTo>
                    <a:pt x="3500" y="1872"/>
                    <a:pt x="3337" y="2035"/>
                    <a:pt x="3337" y="2239"/>
                  </a:cubicBezTo>
                  <a:cubicBezTo>
                    <a:pt x="3337" y="2483"/>
                    <a:pt x="3500" y="2646"/>
                    <a:pt x="3703" y="2646"/>
                  </a:cubicBezTo>
                  <a:lnTo>
                    <a:pt x="7855" y="2646"/>
                  </a:lnTo>
                  <a:cubicBezTo>
                    <a:pt x="8058" y="2646"/>
                    <a:pt x="8221" y="2483"/>
                    <a:pt x="8221" y="2239"/>
                  </a:cubicBezTo>
                  <a:cubicBezTo>
                    <a:pt x="8221" y="2035"/>
                    <a:pt x="8058" y="1872"/>
                    <a:pt x="7855" y="1872"/>
                  </a:cubicBezTo>
                  <a:close/>
                  <a:moveTo>
                    <a:pt x="366" y="3663"/>
                  </a:moveTo>
                  <a:cubicBezTo>
                    <a:pt x="163" y="3663"/>
                    <a:pt x="0" y="3826"/>
                    <a:pt x="0" y="4070"/>
                  </a:cubicBezTo>
                  <a:cubicBezTo>
                    <a:pt x="0" y="4273"/>
                    <a:pt x="163" y="4436"/>
                    <a:pt x="366" y="4436"/>
                  </a:cubicBezTo>
                  <a:lnTo>
                    <a:pt x="1954" y="4436"/>
                  </a:lnTo>
                  <a:cubicBezTo>
                    <a:pt x="2157" y="4436"/>
                    <a:pt x="2360" y="4273"/>
                    <a:pt x="2360" y="4070"/>
                  </a:cubicBezTo>
                  <a:cubicBezTo>
                    <a:pt x="2360" y="3826"/>
                    <a:pt x="2157" y="3663"/>
                    <a:pt x="1954" y="3663"/>
                  </a:cubicBezTo>
                  <a:close/>
                  <a:moveTo>
                    <a:pt x="3703" y="3663"/>
                  </a:moveTo>
                  <a:cubicBezTo>
                    <a:pt x="3500" y="3663"/>
                    <a:pt x="3337" y="3826"/>
                    <a:pt x="3337" y="4070"/>
                  </a:cubicBezTo>
                  <a:cubicBezTo>
                    <a:pt x="3337" y="4273"/>
                    <a:pt x="3500" y="4436"/>
                    <a:pt x="3703" y="4436"/>
                  </a:cubicBezTo>
                  <a:lnTo>
                    <a:pt x="7855" y="4436"/>
                  </a:lnTo>
                  <a:cubicBezTo>
                    <a:pt x="8058" y="4436"/>
                    <a:pt x="8221" y="4273"/>
                    <a:pt x="8221" y="4070"/>
                  </a:cubicBezTo>
                  <a:cubicBezTo>
                    <a:pt x="8221" y="3826"/>
                    <a:pt x="8058" y="3663"/>
                    <a:pt x="7855" y="3663"/>
                  </a:cubicBezTo>
                  <a:close/>
                  <a:moveTo>
                    <a:pt x="9605" y="3622"/>
                  </a:moveTo>
                  <a:cubicBezTo>
                    <a:pt x="9360" y="3622"/>
                    <a:pt x="9157" y="3785"/>
                    <a:pt x="9157" y="4070"/>
                  </a:cubicBezTo>
                  <a:cubicBezTo>
                    <a:pt x="9157" y="4314"/>
                    <a:pt x="9360" y="4518"/>
                    <a:pt x="9605" y="4518"/>
                  </a:cubicBezTo>
                  <a:cubicBezTo>
                    <a:pt x="9849" y="4518"/>
                    <a:pt x="10052" y="4314"/>
                    <a:pt x="10052" y="4070"/>
                  </a:cubicBezTo>
                  <a:cubicBezTo>
                    <a:pt x="10052" y="3785"/>
                    <a:pt x="9849" y="3622"/>
                    <a:pt x="9605" y="3622"/>
                  </a:cubicBezTo>
                  <a:close/>
                  <a:moveTo>
                    <a:pt x="10948" y="3622"/>
                  </a:moveTo>
                  <a:cubicBezTo>
                    <a:pt x="10703" y="3622"/>
                    <a:pt x="10500" y="3785"/>
                    <a:pt x="10500" y="4070"/>
                  </a:cubicBezTo>
                  <a:cubicBezTo>
                    <a:pt x="10500" y="4314"/>
                    <a:pt x="10703" y="4518"/>
                    <a:pt x="10948" y="4518"/>
                  </a:cubicBezTo>
                  <a:cubicBezTo>
                    <a:pt x="11192" y="4518"/>
                    <a:pt x="11395" y="4314"/>
                    <a:pt x="11395" y="4070"/>
                  </a:cubicBezTo>
                  <a:cubicBezTo>
                    <a:pt x="11395" y="3785"/>
                    <a:pt x="11192" y="3622"/>
                    <a:pt x="10948" y="3622"/>
                  </a:cubicBezTo>
                  <a:close/>
                  <a:moveTo>
                    <a:pt x="12291" y="3622"/>
                  </a:moveTo>
                  <a:cubicBezTo>
                    <a:pt x="12046" y="3622"/>
                    <a:pt x="11843" y="3785"/>
                    <a:pt x="11843" y="4070"/>
                  </a:cubicBezTo>
                  <a:cubicBezTo>
                    <a:pt x="11843" y="4314"/>
                    <a:pt x="12046" y="4518"/>
                    <a:pt x="12291" y="4518"/>
                  </a:cubicBezTo>
                  <a:cubicBezTo>
                    <a:pt x="12535" y="4518"/>
                    <a:pt x="12738" y="4314"/>
                    <a:pt x="12738" y="4070"/>
                  </a:cubicBezTo>
                  <a:cubicBezTo>
                    <a:pt x="12738" y="3785"/>
                    <a:pt x="12535" y="3622"/>
                    <a:pt x="12291" y="3622"/>
                  </a:cubicBezTo>
                  <a:close/>
                  <a:moveTo>
                    <a:pt x="13634" y="3622"/>
                  </a:moveTo>
                  <a:cubicBezTo>
                    <a:pt x="13389" y="3622"/>
                    <a:pt x="13186" y="3785"/>
                    <a:pt x="13186" y="4070"/>
                  </a:cubicBezTo>
                  <a:cubicBezTo>
                    <a:pt x="13186" y="4314"/>
                    <a:pt x="13389" y="4518"/>
                    <a:pt x="13634" y="4518"/>
                  </a:cubicBezTo>
                  <a:cubicBezTo>
                    <a:pt x="13878" y="4518"/>
                    <a:pt x="14081" y="4314"/>
                    <a:pt x="14081" y="4070"/>
                  </a:cubicBezTo>
                  <a:cubicBezTo>
                    <a:pt x="14081" y="3785"/>
                    <a:pt x="13878" y="3622"/>
                    <a:pt x="13634" y="3622"/>
                  </a:cubicBezTo>
                  <a:close/>
                  <a:moveTo>
                    <a:pt x="14977" y="3622"/>
                  </a:moveTo>
                  <a:cubicBezTo>
                    <a:pt x="14732" y="3622"/>
                    <a:pt x="14529" y="3785"/>
                    <a:pt x="14529" y="4070"/>
                  </a:cubicBezTo>
                  <a:cubicBezTo>
                    <a:pt x="14529" y="4314"/>
                    <a:pt x="14732" y="4518"/>
                    <a:pt x="14977" y="4518"/>
                  </a:cubicBezTo>
                  <a:cubicBezTo>
                    <a:pt x="15221" y="4518"/>
                    <a:pt x="15424" y="4314"/>
                    <a:pt x="15424" y="4070"/>
                  </a:cubicBezTo>
                  <a:cubicBezTo>
                    <a:pt x="15424" y="3785"/>
                    <a:pt x="15221" y="3622"/>
                    <a:pt x="14977" y="3622"/>
                  </a:cubicBezTo>
                  <a:close/>
                  <a:moveTo>
                    <a:pt x="16320" y="3622"/>
                  </a:moveTo>
                  <a:cubicBezTo>
                    <a:pt x="16075" y="3622"/>
                    <a:pt x="15872" y="3785"/>
                    <a:pt x="15872" y="4070"/>
                  </a:cubicBezTo>
                  <a:cubicBezTo>
                    <a:pt x="15872" y="4314"/>
                    <a:pt x="16075" y="4518"/>
                    <a:pt x="16320" y="4518"/>
                  </a:cubicBezTo>
                  <a:cubicBezTo>
                    <a:pt x="16564" y="4518"/>
                    <a:pt x="16767" y="4314"/>
                    <a:pt x="16767" y="4070"/>
                  </a:cubicBezTo>
                  <a:cubicBezTo>
                    <a:pt x="16767" y="3785"/>
                    <a:pt x="16564" y="3622"/>
                    <a:pt x="16320" y="3622"/>
                  </a:cubicBezTo>
                  <a:close/>
                  <a:moveTo>
                    <a:pt x="366" y="5454"/>
                  </a:moveTo>
                  <a:cubicBezTo>
                    <a:pt x="163" y="5454"/>
                    <a:pt x="0" y="5617"/>
                    <a:pt x="0" y="5861"/>
                  </a:cubicBezTo>
                  <a:cubicBezTo>
                    <a:pt x="0" y="6064"/>
                    <a:pt x="163" y="6227"/>
                    <a:pt x="366" y="6227"/>
                  </a:cubicBezTo>
                  <a:lnTo>
                    <a:pt x="1954" y="6227"/>
                  </a:lnTo>
                  <a:cubicBezTo>
                    <a:pt x="2157" y="6227"/>
                    <a:pt x="2360" y="6064"/>
                    <a:pt x="2360" y="5861"/>
                  </a:cubicBezTo>
                  <a:cubicBezTo>
                    <a:pt x="2360" y="5617"/>
                    <a:pt x="2157" y="5454"/>
                    <a:pt x="1954" y="5454"/>
                  </a:cubicBezTo>
                  <a:close/>
                  <a:moveTo>
                    <a:pt x="3703" y="5454"/>
                  </a:moveTo>
                  <a:cubicBezTo>
                    <a:pt x="3500" y="5454"/>
                    <a:pt x="3337" y="5617"/>
                    <a:pt x="3337" y="5861"/>
                  </a:cubicBezTo>
                  <a:cubicBezTo>
                    <a:pt x="3337" y="6064"/>
                    <a:pt x="3500" y="6227"/>
                    <a:pt x="3703" y="6227"/>
                  </a:cubicBezTo>
                  <a:lnTo>
                    <a:pt x="7855" y="6227"/>
                  </a:lnTo>
                  <a:cubicBezTo>
                    <a:pt x="8058" y="6227"/>
                    <a:pt x="8221" y="6064"/>
                    <a:pt x="8221" y="5861"/>
                  </a:cubicBezTo>
                  <a:cubicBezTo>
                    <a:pt x="8221" y="5617"/>
                    <a:pt x="8058" y="5454"/>
                    <a:pt x="7855" y="5454"/>
                  </a:cubicBezTo>
                  <a:close/>
                  <a:moveTo>
                    <a:pt x="366" y="7244"/>
                  </a:moveTo>
                  <a:cubicBezTo>
                    <a:pt x="163" y="7244"/>
                    <a:pt x="0" y="7448"/>
                    <a:pt x="0" y="7651"/>
                  </a:cubicBezTo>
                  <a:cubicBezTo>
                    <a:pt x="0" y="7855"/>
                    <a:pt x="163" y="8018"/>
                    <a:pt x="366" y="8018"/>
                  </a:cubicBezTo>
                  <a:lnTo>
                    <a:pt x="1954" y="8018"/>
                  </a:lnTo>
                  <a:cubicBezTo>
                    <a:pt x="2157" y="8018"/>
                    <a:pt x="2360" y="7855"/>
                    <a:pt x="2360" y="7651"/>
                  </a:cubicBezTo>
                  <a:cubicBezTo>
                    <a:pt x="2360" y="7448"/>
                    <a:pt x="2157" y="7244"/>
                    <a:pt x="1954" y="7244"/>
                  </a:cubicBezTo>
                  <a:close/>
                  <a:moveTo>
                    <a:pt x="3703" y="7244"/>
                  </a:moveTo>
                  <a:cubicBezTo>
                    <a:pt x="3500" y="7244"/>
                    <a:pt x="3337" y="7448"/>
                    <a:pt x="3337" y="7651"/>
                  </a:cubicBezTo>
                  <a:cubicBezTo>
                    <a:pt x="3337" y="7855"/>
                    <a:pt x="3500" y="8018"/>
                    <a:pt x="3703" y="8018"/>
                  </a:cubicBezTo>
                  <a:lnTo>
                    <a:pt x="7855" y="8018"/>
                  </a:lnTo>
                  <a:cubicBezTo>
                    <a:pt x="8058" y="8018"/>
                    <a:pt x="8221" y="7855"/>
                    <a:pt x="8221" y="7651"/>
                  </a:cubicBezTo>
                  <a:cubicBezTo>
                    <a:pt x="8221" y="7448"/>
                    <a:pt x="8058" y="7244"/>
                    <a:pt x="7855" y="7244"/>
                  </a:cubicBezTo>
                  <a:close/>
                  <a:moveTo>
                    <a:pt x="14203" y="8750"/>
                  </a:moveTo>
                  <a:cubicBezTo>
                    <a:pt x="13959" y="8750"/>
                    <a:pt x="13756" y="8954"/>
                    <a:pt x="13756" y="9198"/>
                  </a:cubicBezTo>
                  <a:cubicBezTo>
                    <a:pt x="13756" y="9483"/>
                    <a:pt x="13959" y="9686"/>
                    <a:pt x="14203" y="9686"/>
                  </a:cubicBezTo>
                  <a:cubicBezTo>
                    <a:pt x="14448" y="9686"/>
                    <a:pt x="14651" y="9483"/>
                    <a:pt x="14651" y="9198"/>
                  </a:cubicBezTo>
                  <a:cubicBezTo>
                    <a:pt x="14651" y="8954"/>
                    <a:pt x="14448" y="8750"/>
                    <a:pt x="14203" y="8750"/>
                  </a:cubicBezTo>
                  <a:close/>
                  <a:moveTo>
                    <a:pt x="15546" y="8750"/>
                  </a:moveTo>
                  <a:cubicBezTo>
                    <a:pt x="15302" y="8750"/>
                    <a:pt x="15099" y="8954"/>
                    <a:pt x="15099" y="9198"/>
                  </a:cubicBezTo>
                  <a:cubicBezTo>
                    <a:pt x="15099" y="9483"/>
                    <a:pt x="15302" y="9686"/>
                    <a:pt x="15546" y="9686"/>
                  </a:cubicBezTo>
                  <a:cubicBezTo>
                    <a:pt x="15791" y="9686"/>
                    <a:pt x="15994" y="9483"/>
                    <a:pt x="15994" y="9198"/>
                  </a:cubicBezTo>
                  <a:cubicBezTo>
                    <a:pt x="15994" y="8954"/>
                    <a:pt x="15791" y="8750"/>
                    <a:pt x="15546" y="8750"/>
                  </a:cubicBezTo>
                  <a:close/>
                  <a:moveTo>
                    <a:pt x="16889" y="8750"/>
                  </a:moveTo>
                  <a:cubicBezTo>
                    <a:pt x="16645" y="8750"/>
                    <a:pt x="16442" y="8954"/>
                    <a:pt x="16442" y="9198"/>
                  </a:cubicBezTo>
                  <a:cubicBezTo>
                    <a:pt x="16442" y="9483"/>
                    <a:pt x="16645" y="9686"/>
                    <a:pt x="16889" y="9686"/>
                  </a:cubicBezTo>
                  <a:cubicBezTo>
                    <a:pt x="17134" y="9686"/>
                    <a:pt x="17337" y="9483"/>
                    <a:pt x="17337" y="9198"/>
                  </a:cubicBezTo>
                  <a:cubicBezTo>
                    <a:pt x="17337" y="8954"/>
                    <a:pt x="17134" y="8750"/>
                    <a:pt x="16889" y="8750"/>
                  </a:cubicBezTo>
                  <a:close/>
                  <a:moveTo>
                    <a:pt x="18232" y="8750"/>
                  </a:moveTo>
                  <a:cubicBezTo>
                    <a:pt x="17988" y="8750"/>
                    <a:pt x="17785" y="8954"/>
                    <a:pt x="17785" y="9198"/>
                  </a:cubicBezTo>
                  <a:cubicBezTo>
                    <a:pt x="17785" y="9483"/>
                    <a:pt x="17988" y="9686"/>
                    <a:pt x="18232" y="9686"/>
                  </a:cubicBezTo>
                  <a:cubicBezTo>
                    <a:pt x="18477" y="9686"/>
                    <a:pt x="18680" y="9483"/>
                    <a:pt x="18680" y="9198"/>
                  </a:cubicBezTo>
                  <a:cubicBezTo>
                    <a:pt x="18680" y="8954"/>
                    <a:pt x="18477" y="8750"/>
                    <a:pt x="18232" y="8750"/>
                  </a:cubicBezTo>
                  <a:close/>
                  <a:moveTo>
                    <a:pt x="19575" y="8750"/>
                  </a:moveTo>
                  <a:cubicBezTo>
                    <a:pt x="19331" y="8750"/>
                    <a:pt x="19128" y="8954"/>
                    <a:pt x="19128" y="9198"/>
                  </a:cubicBezTo>
                  <a:cubicBezTo>
                    <a:pt x="19128" y="9483"/>
                    <a:pt x="19331" y="9686"/>
                    <a:pt x="19575" y="9686"/>
                  </a:cubicBezTo>
                  <a:cubicBezTo>
                    <a:pt x="19820" y="9686"/>
                    <a:pt x="20023" y="9483"/>
                    <a:pt x="20023" y="9198"/>
                  </a:cubicBezTo>
                  <a:cubicBezTo>
                    <a:pt x="20023" y="8954"/>
                    <a:pt x="19820" y="8750"/>
                    <a:pt x="19575" y="8750"/>
                  </a:cubicBezTo>
                  <a:close/>
                  <a:moveTo>
                    <a:pt x="20918" y="8750"/>
                  </a:moveTo>
                  <a:cubicBezTo>
                    <a:pt x="20674" y="8750"/>
                    <a:pt x="20471" y="8954"/>
                    <a:pt x="20471" y="9198"/>
                  </a:cubicBezTo>
                  <a:cubicBezTo>
                    <a:pt x="20471" y="9483"/>
                    <a:pt x="20674" y="9686"/>
                    <a:pt x="20918" y="9686"/>
                  </a:cubicBezTo>
                  <a:cubicBezTo>
                    <a:pt x="21163" y="9686"/>
                    <a:pt x="21366" y="9483"/>
                    <a:pt x="21366" y="9198"/>
                  </a:cubicBezTo>
                  <a:cubicBezTo>
                    <a:pt x="21366" y="8954"/>
                    <a:pt x="21163" y="8750"/>
                    <a:pt x="20918" y="8750"/>
                  </a:cubicBezTo>
                  <a:close/>
                  <a:moveTo>
                    <a:pt x="366" y="9035"/>
                  </a:moveTo>
                  <a:cubicBezTo>
                    <a:pt x="163" y="9035"/>
                    <a:pt x="0" y="9239"/>
                    <a:pt x="0" y="9442"/>
                  </a:cubicBezTo>
                  <a:cubicBezTo>
                    <a:pt x="0" y="9646"/>
                    <a:pt x="163" y="9849"/>
                    <a:pt x="366" y="9849"/>
                  </a:cubicBezTo>
                  <a:lnTo>
                    <a:pt x="1954" y="9849"/>
                  </a:lnTo>
                  <a:cubicBezTo>
                    <a:pt x="2157" y="9849"/>
                    <a:pt x="2360" y="9646"/>
                    <a:pt x="2360" y="9442"/>
                  </a:cubicBezTo>
                  <a:cubicBezTo>
                    <a:pt x="2360" y="9239"/>
                    <a:pt x="2157" y="9035"/>
                    <a:pt x="1954" y="9035"/>
                  </a:cubicBezTo>
                  <a:close/>
                  <a:moveTo>
                    <a:pt x="8669" y="9035"/>
                  </a:moveTo>
                  <a:cubicBezTo>
                    <a:pt x="8424" y="9035"/>
                    <a:pt x="8262" y="9239"/>
                    <a:pt x="8262" y="9442"/>
                  </a:cubicBezTo>
                  <a:cubicBezTo>
                    <a:pt x="8262" y="9646"/>
                    <a:pt x="8424" y="9849"/>
                    <a:pt x="8669" y="9849"/>
                  </a:cubicBezTo>
                  <a:lnTo>
                    <a:pt x="12779" y="9849"/>
                  </a:lnTo>
                  <a:cubicBezTo>
                    <a:pt x="12982" y="9849"/>
                    <a:pt x="13145" y="9646"/>
                    <a:pt x="13145" y="9442"/>
                  </a:cubicBezTo>
                  <a:cubicBezTo>
                    <a:pt x="13145" y="9239"/>
                    <a:pt x="12982" y="9035"/>
                    <a:pt x="12779" y="9035"/>
                  </a:cubicBezTo>
                  <a:close/>
                  <a:moveTo>
                    <a:pt x="366" y="10866"/>
                  </a:moveTo>
                  <a:cubicBezTo>
                    <a:pt x="163" y="10866"/>
                    <a:pt x="0" y="11029"/>
                    <a:pt x="0" y="11233"/>
                  </a:cubicBezTo>
                  <a:cubicBezTo>
                    <a:pt x="0" y="11436"/>
                    <a:pt x="163" y="11640"/>
                    <a:pt x="366" y="11640"/>
                  </a:cubicBezTo>
                  <a:lnTo>
                    <a:pt x="1954" y="11640"/>
                  </a:lnTo>
                  <a:cubicBezTo>
                    <a:pt x="2157" y="11640"/>
                    <a:pt x="2360" y="11436"/>
                    <a:pt x="2360" y="11233"/>
                  </a:cubicBezTo>
                  <a:cubicBezTo>
                    <a:pt x="2360" y="11029"/>
                    <a:pt x="2157" y="10866"/>
                    <a:pt x="1954" y="10866"/>
                  </a:cubicBezTo>
                  <a:close/>
                  <a:moveTo>
                    <a:pt x="8669" y="10866"/>
                  </a:moveTo>
                  <a:cubicBezTo>
                    <a:pt x="8424" y="10866"/>
                    <a:pt x="8262" y="11029"/>
                    <a:pt x="8262" y="11233"/>
                  </a:cubicBezTo>
                  <a:cubicBezTo>
                    <a:pt x="8262" y="11436"/>
                    <a:pt x="8424" y="11640"/>
                    <a:pt x="8669" y="11640"/>
                  </a:cubicBezTo>
                  <a:lnTo>
                    <a:pt x="12779" y="11640"/>
                  </a:lnTo>
                  <a:cubicBezTo>
                    <a:pt x="12982" y="11640"/>
                    <a:pt x="13145" y="11436"/>
                    <a:pt x="13145" y="11233"/>
                  </a:cubicBezTo>
                  <a:cubicBezTo>
                    <a:pt x="13145" y="11029"/>
                    <a:pt x="12982" y="10866"/>
                    <a:pt x="12779" y="10866"/>
                  </a:cubicBezTo>
                  <a:close/>
                  <a:moveTo>
                    <a:pt x="14203" y="12454"/>
                  </a:moveTo>
                  <a:cubicBezTo>
                    <a:pt x="13959" y="12454"/>
                    <a:pt x="13756" y="12657"/>
                    <a:pt x="13756" y="12942"/>
                  </a:cubicBezTo>
                  <a:cubicBezTo>
                    <a:pt x="13756" y="13186"/>
                    <a:pt x="13959" y="13390"/>
                    <a:pt x="14203" y="13390"/>
                  </a:cubicBezTo>
                  <a:cubicBezTo>
                    <a:pt x="14448" y="13390"/>
                    <a:pt x="14651" y="13186"/>
                    <a:pt x="14651" y="12942"/>
                  </a:cubicBezTo>
                  <a:cubicBezTo>
                    <a:pt x="14651" y="12657"/>
                    <a:pt x="14448" y="12454"/>
                    <a:pt x="14203" y="12454"/>
                  </a:cubicBezTo>
                  <a:close/>
                  <a:moveTo>
                    <a:pt x="15546" y="12454"/>
                  </a:moveTo>
                  <a:cubicBezTo>
                    <a:pt x="15302" y="12454"/>
                    <a:pt x="15099" y="12657"/>
                    <a:pt x="15099" y="12942"/>
                  </a:cubicBezTo>
                  <a:cubicBezTo>
                    <a:pt x="15099" y="13186"/>
                    <a:pt x="15302" y="13390"/>
                    <a:pt x="15546" y="13390"/>
                  </a:cubicBezTo>
                  <a:cubicBezTo>
                    <a:pt x="15791" y="13390"/>
                    <a:pt x="15994" y="13186"/>
                    <a:pt x="15994" y="12942"/>
                  </a:cubicBezTo>
                  <a:cubicBezTo>
                    <a:pt x="15994" y="12657"/>
                    <a:pt x="15791" y="12454"/>
                    <a:pt x="15546" y="12454"/>
                  </a:cubicBezTo>
                  <a:close/>
                  <a:moveTo>
                    <a:pt x="16889" y="12454"/>
                  </a:moveTo>
                  <a:cubicBezTo>
                    <a:pt x="16645" y="12454"/>
                    <a:pt x="16442" y="12657"/>
                    <a:pt x="16442" y="12942"/>
                  </a:cubicBezTo>
                  <a:cubicBezTo>
                    <a:pt x="16442" y="13186"/>
                    <a:pt x="16645" y="13390"/>
                    <a:pt x="16889" y="13390"/>
                  </a:cubicBezTo>
                  <a:cubicBezTo>
                    <a:pt x="17134" y="13390"/>
                    <a:pt x="17337" y="13186"/>
                    <a:pt x="17337" y="12942"/>
                  </a:cubicBezTo>
                  <a:cubicBezTo>
                    <a:pt x="17337" y="12657"/>
                    <a:pt x="17134" y="12454"/>
                    <a:pt x="16889" y="12454"/>
                  </a:cubicBezTo>
                  <a:close/>
                  <a:moveTo>
                    <a:pt x="18232" y="12454"/>
                  </a:moveTo>
                  <a:cubicBezTo>
                    <a:pt x="17988" y="12454"/>
                    <a:pt x="17785" y="12657"/>
                    <a:pt x="17785" y="12942"/>
                  </a:cubicBezTo>
                  <a:cubicBezTo>
                    <a:pt x="17785" y="13186"/>
                    <a:pt x="17988" y="13390"/>
                    <a:pt x="18232" y="13390"/>
                  </a:cubicBezTo>
                  <a:cubicBezTo>
                    <a:pt x="18477" y="13390"/>
                    <a:pt x="18680" y="13186"/>
                    <a:pt x="18680" y="12942"/>
                  </a:cubicBezTo>
                  <a:cubicBezTo>
                    <a:pt x="18680" y="12657"/>
                    <a:pt x="18477" y="12454"/>
                    <a:pt x="18232" y="12454"/>
                  </a:cubicBezTo>
                  <a:close/>
                  <a:moveTo>
                    <a:pt x="19575" y="12454"/>
                  </a:moveTo>
                  <a:cubicBezTo>
                    <a:pt x="19331" y="12454"/>
                    <a:pt x="19128" y="12657"/>
                    <a:pt x="19128" y="12942"/>
                  </a:cubicBezTo>
                  <a:cubicBezTo>
                    <a:pt x="19128" y="13186"/>
                    <a:pt x="19331" y="13390"/>
                    <a:pt x="19575" y="13390"/>
                  </a:cubicBezTo>
                  <a:cubicBezTo>
                    <a:pt x="19820" y="13390"/>
                    <a:pt x="20023" y="13186"/>
                    <a:pt x="20023" y="12942"/>
                  </a:cubicBezTo>
                  <a:cubicBezTo>
                    <a:pt x="20023" y="12657"/>
                    <a:pt x="19820" y="12454"/>
                    <a:pt x="19575" y="12454"/>
                  </a:cubicBezTo>
                  <a:close/>
                  <a:moveTo>
                    <a:pt x="20918" y="12454"/>
                  </a:moveTo>
                  <a:cubicBezTo>
                    <a:pt x="20674" y="12454"/>
                    <a:pt x="20471" y="12657"/>
                    <a:pt x="20471" y="12942"/>
                  </a:cubicBezTo>
                  <a:cubicBezTo>
                    <a:pt x="20471" y="13186"/>
                    <a:pt x="20674" y="13390"/>
                    <a:pt x="20918" y="13390"/>
                  </a:cubicBezTo>
                  <a:cubicBezTo>
                    <a:pt x="21163" y="13390"/>
                    <a:pt x="21366" y="13186"/>
                    <a:pt x="21366" y="12942"/>
                  </a:cubicBezTo>
                  <a:cubicBezTo>
                    <a:pt x="21366" y="12657"/>
                    <a:pt x="21163" y="12454"/>
                    <a:pt x="20918" y="12454"/>
                  </a:cubicBezTo>
                  <a:close/>
                  <a:moveTo>
                    <a:pt x="366" y="12657"/>
                  </a:moveTo>
                  <a:cubicBezTo>
                    <a:pt x="163" y="12657"/>
                    <a:pt x="0" y="12820"/>
                    <a:pt x="0" y="13023"/>
                  </a:cubicBezTo>
                  <a:cubicBezTo>
                    <a:pt x="0" y="13268"/>
                    <a:pt x="163" y="13430"/>
                    <a:pt x="366" y="13430"/>
                  </a:cubicBezTo>
                  <a:lnTo>
                    <a:pt x="1954" y="13430"/>
                  </a:lnTo>
                  <a:cubicBezTo>
                    <a:pt x="2157" y="13430"/>
                    <a:pt x="2360" y="13268"/>
                    <a:pt x="2360" y="13023"/>
                  </a:cubicBezTo>
                  <a:cubicBezTo>
                    <a:pt x="2360" y="12820"/>
                    <a:pt x="2157" y="12657"/>
                    <a:pt x="1954" y="12657"/>
                  </a:cubicBezTo>
                  <a:close/>
                  <a:moveTo>
                    <a:pt x="8669" y="12657"/>
                  </a:moveTo>
                  <a:cubicBezTo>
                    <a:pt x="8424" y="12657"/>
                    <a:pt x="8262" y="12820"/>
                    <a:pt x="8262" y="13023"/>
                  </a:cubicBezTo>
                  <a:cubicBezTo>
                    <a:pt x="8262" y="13268"/>
                    <a:pt x="8424" y="13430"/>
                    <a:pt x="8669" y="13430"/>
                  </a:cubicBezTo>
                  <a:lnTo>
                    <a:pt x="12779" y="13430"/>
                  </a:lnTo>
                  <a:cubicBezTo>
                    <a:pt x="12982" y="13430"/>
                    <a:pt x="13145" y="13268"/>
                    <a:pt x="13145" y="13023"/>
                  </a:cubicBezTo>
                  <a:cubicBezTo>
                    <a:pt x="13145" y="12820"/>
                    <a:pt x="12982" y="12657"/>
                    <a:pt x="12779" y="12657"/>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1841;p35">
              <a:extLst>
                <a:ext uri="{FF2B5EF4-FFF2-40B4-BE49-F238E27FC236}">
                  <a16:creationId xmlns:a16="http://schemas.microsoft.com/office/drawing/2014/main" id="{181AE332-8DFB-E8A4-0B9D-F08F55057F1C}"/>
                </a:ext>
              </a:extLst>
            </p:cNvPr>
            <p:cNvSpPr/>
            <p:nvPr/>
          </p:nvSpPr>
          <p:spPr>
            <a:xfrm>
              <a:off x="3173075" y="2324875"/>
              <a:ext cx="135325" cy="249275"/>
            </a:xfrm>
            <a:custGeom>
              <a:avLst/>
              <a:gdLst/>
              <a:ahLst/>
              <a:cxnLst/>
              <a:rect l="l" t="t" r="r" b="b"/>
              <a:pathLst>
                <a:path w="5413" h="9971" extrusionOk="0">
                  <a:moveTo>
                    <a:pt x="3052" y="692"/>
                  </a:moveTo>
                  <a:cubicBezTo>
                    <a:pt x="3256" y="692"/>
                    <a:pt x="3459" y="814"/>
                    <a:pt x="3663" y="977"/>
                  </a:cubicBezTo>
                  <a:cubicBezTo>
                    <a:pt x="3948" y="1221"/>
                    <a:pt x="4233" y="1709"/>
                    <a:pt x="4436" y="2320"/>
                  </a:cubicBezTo>
                  <a:cubicBezTo>
                    <a:pt x="4640" y="2930"/>
                    <a:pt x="4762" y="3663"/>
                    <a:pt x="4762" y="4477"/>
                  </a:cubicBezTo>
                  <a:cubicBezTo>
                    <a:pt x="4762" y="4680"/>
                    <a:pt x="4762" y="4924"/>
                    <a:pt x="4721" y="5169"/>
                  </a:cubicBezTo>
                  <a:cubicBezTo>
                    <a:pt x="4640" y="6349"/>
                    <a:pt x="4314" y="7448"/>
                    <a:pt x="3866" y="8180"/>
                  </a:cubicBezTo>
                  <a:cubicBezTo>
                    <a:pt x="3663" y="8546"/>
                    <a:pt x="3419" y="8831"/>
                    <a:pt x="3134" y="9035"/>
                  </a:cubicBezTo>
                  <a:cubicBezTo>
                    <a:pt x="2890" y="9238"/>
                    <a:pt x="2686" y="9320"/>
                    <a:pt x="2442" y="9320"/>
                  </a:cubicBezTo>
                  <a:lnTo>
                    <a:pt x="2361" y="9320"/>
                  </a:lnTo>
                  <a:cubicBezTo>
                    <a:pt x="2157" y="9279"/>
                    <a:pt x="1954" y="9198"/>
                    <a:pt x="1750" y="9035"/>
                  </a:cubicBezTo>
                  <a:cubicBezTo>
                    <a:pt x="1465" y="8750"/>
                    <a:pt x="1180" y="8302"/>
                    <a:pt x="977" y="7692"/>
                  </a:cubicBezTo>
                  <a:cubicBezTo>
                    <a:pt x="773" y="7081"/>
                    <a:pt x="651" y="6349"/>
                    <a:pt x="651" y="5535"/>
                  </a:cubicBezTo>
                  <a:cubicBezTo>
                    <a:pt x="651" y="5291"/>
                    <a:pt x="692" y="5087"/>
                    <a:pt x="692" y="4843"/>
                  </a:cubicBezTo>
                  <a:cubicBezTo>
                    <a:pt x="773" y="3622"/>
                    <a:pt x="1099" y="2564"/>
                    <a:pt x="1547" y="1831"/>
                  </a:cubicBezTo>
                  <a:cubicBezTo>
                    <a:pt x="1791" y="1424"/>
                    <a:pt x="2035" y="1140"/>
                    <a:pt x="2279" y="977"/>
                  </a:cubicBezTo>
                  <a:cubicBezTo>
                    <a:pt x="2523" y="773"/>
                    <a:pt x="2768" y="692"/>
                    <a:pt x="2971" y="692"/>
                  </a:cubicBezTo>
                  <a:close/>
                  <a:moveTo>
                    <a:pt x="2971" y="0"/>
                  </a:moveTo>
                  <a:cubicBezTo>
                    <a:pt x="2564" y="0"/>
                    <a:pt x="2198" y="163"/>
                    <a:pt x="1872" y="407"/>
                  </a:cubicBezTo>
                  <a:cubicBezTo>
                    <a:pt x="1343" y="814"/>
                    <a:pt x="936" y="1424"/>
                    <a:pt x="611" y="2157"/>
                  </a:cubicBezTo>
                  <a:cubicBezTo>
                    <a:pt x="326" y="2930"/>
                    <a:pt x="82" y="3826"/>
                    <a:pt x="0" y="4802"/>
                  </a:cubicBezTo>
                  <a:cubicBezTo>
                    <a:pt x="0" y="5046"/>
                    <a:pt x="0" y="5291"/>
                    <a:pt x="0" y="5535"/>
                  </a:cubicBezTo>
                  <a:cubicBezTo>
                    <a:pt x="0" y="6674"/>
                    <a:pt x="204" y="7732"/>
                    <a:pt x="611" y="8546"/>
                  </a:cubicBezTo>
                  <a:cubicBezTo>
                    <a:pt x="773" y="8953"/>
                    <a:pt x="1018" y="9279"/>
                    <a:pt x="1302" y="9523"/>
                  </a:cubicBezTo>
                  <a:cubicBezTo>
                    <a:pt x="1587" y="9767"/>
                    <a:pt x="1954" y="9930"/>
                    <a:pt x="2320" y="9971"/>
                  </a:cubicBezTo>
                  <a:lnTo>
                    <a:pt x="2442" y="9971"/>
                  </a:lnTo>
                  <a:cubicBezTo>
                    <a:pt x="2849" y="9971"/>
                    <a:pt x="3215" y="9808"/>
                    <a:pt x="3581" y="9564"/>
                  </a:cubicBezTo>
                  <a:cubicBezTo>
                    <a:pt x="4070" y="9198"/>
                    <a:pt x="4477" y="8587"/>
                    <a:pt x="4802" y="7814"/>
                  </a:cubicBezTo>
                  <a:cubicBezTo>
                    <a:pt x="5128" y="7081"/>
                    <a:pt x="5331" y="6186"/>
                    <a:pt x="5413" y="5209"/>
                  </a:cubicBezTo>
                  <a:cubicBezTo>
                    <a:pt x="5413" y="4965"/>
                    <a:pt x="5413" y="4721"/>
                    <a:pt x="5413" y="4477"/>
                  </a:cubicBezTo>
                  <a:cubicBezTo>
                    <a:pt x="5413" y="3296"/>
                    <a:pt x="5209" y="2238"/>
                    <a:pt x="4843" y="1465"/>
                  </a:cubicBezTo>
                  <a:cubicBezTo>
                    <a:pt x="4640" y="1058"/>
                    <a:pt x="4395" y="733"/>
                    <a:pt x="4111" y="448"/>
                  </a:cubicBezTo>
                  <a:cubicBezTo>
                    <a:pt x="3826" y="203"/>
                    <a:pt x="3459" y="41"/>
                    <a:pt x="309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1842;p35">
              <a:extLst>
                <a:ext uri="{FF2B5EF4-FFF2-40B4-BE49-F238E27FC236}">
                  <a16:creationId xmlns:a16="http://schemas.microsoft.com/office/drawing/2014/main" id="{8F89B6A3-4254-4DA0-B182-8F774C7B6740}"/>
                </a:ext>
              </a:extLst>
            </p:cNvPr>
            <p:cNvSpPr/>
            <p:nvPr/>
          </p:nvSpPr>
          <p:spPr>
            <a:xfrm>
              <a:off x="2390675" y="1910275"/>
              <a:ext cx="866850" cy="1118675"/>
            </a:xfrm>
            <a:custGeom>
              <a:avLst/>
              <a:gdLst/>
              <a:ahLst/>
              <a:cxnLst/>
              <a:rect l="l" t="t" r="r" b="b"/>
              <a:pathLst>
                <a:path w="34674" h="44747" extrusionOk="0">
                  <a:moveTo>
                    <a:pt x="20542" y="1"/>
                  </a:moveTo>
                  <a:cubicBezTo>
                    <a:pt x="16954" y="1"/>
                    <a:pt x="13117" y="564"/>
                    <a:pt x="9849" y="2096"/>
                  </a:cubicBezTo>
                  <a:cubicBezTo>
                    <a:pt x="1465" y="6043"/>
                    <a:pt x="3297" y="19799"/>
                    <a:pt x="3297" y="19799"/>
                  </a:cubicBezTo>
                  <a:cubicBezTo>
                    <a:pt x="3297" y="19799"/>
                    <a:pt x="5128" y="25700"/>
                    <a:pt x="3948" y="29526"/>
                  </a:cubicBezTo>
                  <a:cubicBezTo>
                    <a:pt x="2767" y="33311"/>
                    <a:pt x="0" y="36200"/>
                    <a:pt x="0" y="36200"/>
                  </a:cubicBezTo>
                  <a:lnTo>
                    <a:pt x="19168" y="44746"/>
                  </a:lnTo>
                  <a:cubicBezTo>
                    <a:pt x="19168" y="44746"/>
                    <a:pt x="19820" y="41979"/>
                    <a:pt x="20104" y="41206"/>
                  </a:cubicBezTo>
                  <a:cubicBezTo>
                    <a:pt x="20349" y="40433"/>
                    <a:pt x="22343" y="40148"/>
                    <a:pt x="22343" y="40148"/>
                  </a:cubicBezTo>
                  <a:cubicBezTo>
                    <a:pt x="22343" y="40148"/>
                    <a:pt x="25362" y="41619"/>
                    <a:pt x="26748" y="41619"/>
                  </a:cubicBezTo>
                  <a:cubicBezTo>
                    <a:pt x="26802" y="41619"/>
                    <a:pt x="26853" y="41617"/>
                    <a:pt x="26901" y="41613"/>
                  </a:cubicBezTo>
                  <a:cubicBezTo>
                    <a:pt x="28244" y="41450"/>
                    <a:pt x="27837" y="40799"/>
                    <a:pt x="28895" y="38845"/>
                  </a:cubicBezTo>
                  <a:cubicBezTo>
                    <a:pt x="29953" y="36851"/>
                    <a:pt x="33738" y="26758"/>
                    <a:pt x="33738" y="24683"/>
                  </a:cubicBezTo>
                  <a:cubicBezTo>
                    <a:pt x="33738" y="22566"/>
                    <a:pt x="32029" y="21264"/>
                    <a:pt x="32029" y="20206"/>
                  </a:cubicBezTo>
                  <a:cubicBezTo>
                    <a:pt x="32029" y="19148"/>
                    <a:pt x="33087" y="17724"/>
                    <a:pt x="33860" y="15485"/>
                  </a:cubicBezTo>
                  <a:cubicBezTo>
                    <a:pt x="34674" y="13247"/>
                    <a:pt x="34389" y="8526"/>
                    <a:pt x="34389" y="8526"/>
                  </a:cubicBezTo>
                  <a:cubicBezTo>
                    <a:pt x="34389" y="8526"/>
                    <a:pt x="34389" y="4578"/>
                    <a:pt x="32436" y="2625"/>
                  </a:cubicBezTo>
                  <a:cubicBezTo>
                    <a:pt x="31240" y="1404"/>
                    <a:pt x="26202" y="1"/>
                    <a:pt x="205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1843;p35">
              <a:extLst>
                <a:ext uri="{FF2B5EF4-FFF2-40B4-BE49-F238E27FC236}">
                  <a16:creationId xmlns:a16="http://schemas.microsoft.com/office/drawing/2014/main" id="{E61A0B81-6B0F-50BC-731B-1D161E84F6A6}"/>
                </a:ext>
              </a:extLst>
            </p:cNvPr>
            <p:cNvSpPr/>
            <p:nvPr/>
          </p:nvSpPr>
          <p:spPr>
            <a:xfrm>
              <a:off x="2431350" y="1943325"/>
              <a:ext cx="633900" cy="998125"/>
            </a:xfrm>
            <a:custGeom>
              <a:avLst/>
              <a:gdLst/>
              <a:ahLst/>
              <a:cxnLst/>
              <a:rect l="l" t="t" r="r" b="b"/>
              <a:pathLst>
                <a:path w="25356" h="39925" extrusionOk="0">
                  <a:moveTo>
                    <a:pt x="11233" y="1"/>
                  </a:moveTo>
                  <a:cubicBezTo>
                    <a:pt x="10257" y="285"/>
                    <a:pt x="9280" y="652"/>
                    <a:pt x="8385" y="1059"/>
                  </a:cubicBezTo>
                  <a:cubicBezTo>
                    <a:pt x="5576" y="2402"/>
                    <a:pt x="3949" y="4844"/>
                    <a:pt x="3013" y="7570"/>
                  </a:cubicBezTo>
                  <a:cubicBezTo>
                    <a:pt x="2077" y="10256"/>
                    <a:pt x="1832" y="13186"/>
                    <a:pt x="1832" y="15343"/>
                  </a:cubicBezTo>
                  <a:cubicBezTo>
                    <a:pt x="1832" y="16727"/>
                    <a:pt x="1914" y="17785"/>
                    <a:pt x="1995" y="18233"/>
                  </a:cubicBezTo>
                  <a:cubicBezTo>
                    <a:pt x="1995" y="18314"/>
                    <a:pt x="1995" y="18396"/>
                    <a:pt x="1995" y="18396"/>
                  </a:cubicBezTo>
                  <a:cubicBezTo>
                    <a:pt x="2117" y="18762"/>
                    <a:pt x="3053" y="21977"/>
                    <a:pt x="3053" y="25151"/>
                  </a:cubicBezTo>
                  <a:cubicBezTo>
                    <a:pt x="3053" y="26250"/>
                    <a:pt x="2931" y="27308"/>
                    <a:pt x="2646" y="28285"/>
                  </a:cubicBezTo>
                  <a:cubicBezTo>
                    <a:pt x="1995" y="30401"/>
                    <a:pt x="896" y="32192"/>
                    <a:pt x="1" y="33413"/>
                  </a:cubicBezTo>
                  <a:cubicBezTo>
                    <a:pt x="774" y="33616"/>
                    <a:pt x="1629" y="33861"/>
                    <a:pt x="2606" y="34227"/>
                  </a:cubicBezTo>
                  <a:cubicBezTo>
                    <a:pt x="5047" y="35163"/>
                    <a:pt x="9402" y="37320"/>
                    <a:pt x="13024" y="39355"/>
                  </a:cubicBezTo>
                  <a:lnTo>
                    <a:pt x="18396" y="38622"/>
                  </a:lnTo>
                  <a:cubicBezTo>
                    <a:pt x="18396" y="38622"/>
                    <a:pt x="18681" y="38744"/>
                    <a:pt x="19088" y="38907"/>
                  </a:cubicBezTo>
                  <a:cubicBezTo>
                    <a:pt x="19251" y="38866"/>
                    <a:pt x="19413" y="38785"/>
                    <a:pt x="19576" y="38744"/>
                  </a:cubicBezTo>
                  <a:cubicBezTo>
                    <a:pt x="20146" y="38541"/>
                    <a:pt x="20634" y="38500"/>
                    <a:pt x="20634" y="38500"/>
                  </a:cubicBezTo>
                  <a:lnTo>
                    <a:pt x="20716" y="38500"/>
                  </a:lnTo>
                  <a:cubicBezTo>
                    <a:pt x="20756" y="38500"/>
                    <a:pt x="20797" y="38500"/>
                    <a:pt x="20838" y="38541"/>
                  </a:cubicBezTo>
                  <a:cubicBezTo>
                    <a:pt x="20838" y="38541"/>
                    <a:pt x="20960" y="38582"/>
                    <a:pt x="21123" y="38663"/>
                  </a:cubicBezTo>
                  <a:cubicBezTo>
                    <a:pt x="21326" y="38744"/>
                    <a:pt x="21570" y="38866"/>
                    <a:pt x="21855" y="38988"/>
                  </a:cubicBezTo>
                  <a:cubicBezTo>
                    <a:pt x="22466" y="39233"/>
                    <a:pt x="23239" y="39518"/>
                    <a:pt x="23931" y="39721"/>
                  </a:cubicBezTo>
                  <a:cubicBezTo>
                    <a:pt x="24379" y="39843"/>
                    <a:pt x="24826" y="39925"/>
                    <a:pt x="25111" y="39925"/>
                  </a:cubicBezTo>
                  <a:lnTo>
                    <a:pt x="25355" y="39925"/>
                  </a:lnTo>
                  <a:cubicBezTo>
                    <a:pt x="25192" y="38459"/>
                    <a:pt x="20309" y="34552"/>
                    <a:pt x="20512" y="28977"/>
                  </a:cubicBezTo>
                  <a:cubicBezTo>
                    <a:pt x="20756" y="22872"/>
                    <a:pt x="19129" y="15099"/>
                    <a:pt x="19129" y="15099"/>
                  </a:cubicBezTo>
                  <a:cubicBezTo>
                    <a:pt x="19129" y="15099"/>
                    <a:pt x="19332" y="13186"/>
                    <a:pt x="15832" y="7326"/>
                  </a:cubicBezTo>
                  <a:cubicBezTo>
                    <a:pt x="14571" y="5210"/>
                    <a:pt x="13105" y="2524"/>
                    <a:pt x="1123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1844;p35">
              <a:extLst>
                <a:ext uri="{FF2B5EF4-FFF2-40B4-BE49-F238E27FC236}">
                  <a16:creationId xmlns:a16="http://schemas.microsoft.com/office/drawing/2014/main" id="{8CAAA91F-B57D-FE1D-5B54-D4B93DDF6389}"/>
                </a:ext>
              </a:extLst>
            </p:cNvPr>
            <p:cNvSpPr/>
            <p:nvPr/>
          </p:nvSpPr>
          <p:spPr>
            <a:xfrm>
              <a:off x="2939050" y="2055250"/>
              <a:ext cx="304250" cy="177050"/>
            </a:xfrm>
            <a:custGeom>
              <a:avLst/>
              <a:gdLst/>
              <a:ahLst/>
              <a:cxnLst/>
              <a:rect l="l" t="t" r="r" b="b"/>
              <a:pathLst>
                <a:path w="12170" h="7082" extrusionOk="0">
                  <a:moveTo>
                    <a:pt x="7733" y="0"/>
                  </a:moveTo>
                  <a:cubicBezTo>
                    <a:pt x="1385" y="0"/>
                    <a:pt x="1" y="2605"/>
                    <a:pt x="1873" y="4233"/>
                  </a:cubicBezTo>
                  <a:lnTo>
                    <a:pt x="6594" y="4029"/>
                  </a:lnTo>
                  <a:lnTo>
                    <a:pt x="6594" y="4029"/>
                  </a:lnTo>
                  <a:cubicBezTo>
                    <a:pt x="6594" y="4029"/>
                    <a:pt x="3745" y="7082"/>
                    <a:pt x="7041" y="7082"/>
                  </a:cubicBezTo>
                  <a:cubicBezTo>
                    <a:pt x="9605" y="7082"/>
                    <a:pt x="11437" y="6593"/>
                    <a:pt x="12169" y="5535"/>
                  </a:cubicBezTo>
                  <a:cubicBezTo>
                    <a:pt x="12169" y="5169"/>
                    <a:pt x="12169" y="4843"/>
                    <a:pt x="12169" y="4518"/>
                  </a:cubicBezTo>
                  <a:cubicBezTo>
                    <a:pt x="12169" y="3989"/>
                    <a:pt x="12169" y="3541"/>
                    <a:pt x="12129" y="3256"/>
                  </a:cubicBezTo>
                  <a:cubicBezTo>
                    <a:pt x="12129" y="2930"/>
                    <a:pt x="12129" y="2727"/>
                    <a:pt x="12129" y="2727"/>
                  </a:cubicBezTo>
                  <a:cubicBezTo>
                    <a:pt x="12129" y="2727"/>
                    <a:pt x="12129" y="2686"/>
                    <a:pt x="12129" y="2564"/>
                  </a:cubicBezTo>
                  <a:cubicBezTo>
                    <a:pt x="12129" y="2442"/>
                    <a:pt x="12129" y="2279"/>
                    <a:pt x="12088" y="2116"/>
                  </a:cubicBezTo>
                  <a:cubicBezTo>
                    <a:pt x="12088" y="1791"/>
                    <a:pt x="12006" y="1343"/>
                    <a:pt x="11925" y="896"/>
                  </a:cubicBezTo>
                  <a:cubicBezTo>
                    <a:pt x="11274" y="367"/>
                    <a:pt x="10012" y="0"/>
                    <a:pt x="773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1845;p35">
              <a:extLst>
                <a:ext uri="{FF2B5EF4-FFF2-40B4-BE49-F238E27FC236}">
                  <a16:creationId xmlns:a16="http://schemas.microsoft.com/office/drawing/2014/main" id="{E3D6B1DB-9DD6-DBD7-4656-71FFADFC34E3}"/>
                </a:ext>
              </a:extLst>
            </p:cNvPr>
            <p:cNvSpPr/>
            <p:nvPr/>
          </p:nvSpPr>
          <p:spPr>
            <a:xfrm>
              <a:off x="2382525" y="1901600"/>
              <a:ext cx="878075" cy="1136150"/>
            </a:xfrm>
            <a:custGeom>
              <a:avLst/>
              <a:gdLst/>
              <a:ahLst/>
              <a:cxnLst/>
              <a:rect l="l" t="t" r="r" b="b"/>
              <a:pathLst>
                <a:path w="35123" h="45446" extrusionOk="0">
                  <a:moveTo>
                    <a:pt x="20837" y="693"/>
                  </a:moveTo>
                  <a:cubicBezTo>
                    <a:pt x="23646" y="693"/>
                    <a:pt x="26291" y="1059"/>
                    <a:pt x="28407" y="1547"/>
                  </a:cubicBezTo>
                  <a:cubicBezTo>
                    <a:pt x="29424" y="1792"/>
                    <a:pt x="30361" y="2077"/>
                    <a:pt x="31052" y="2361"/>
                  </a:cubicBezTo>
                  <a:cubicBezTo>
                    <a:pt x="31744" y="2646"/>
                    <a:pt x="32273" y="2972"/>
                    <a:pt x="32517" y="3216"/>
                  </a:cubicBezTo>
                  <a:cubicBezTo>
                    <a:pt x="33413" y="4111"/>
                    <a:pt x="33901" y="5536"/>
                    <a:pt x="34145" y="6716"/>
                  </a:cubicBezTo>
                  <a:cubicBezTo>
                    <a:pt x="34267" y="7326"/>
                    <a:pt x="34308" y="7856"/>
                    <a:pt x="34349" y="8262"/>
                  </a:cubicBezTo>
                  <a:cubicBezTo>
                    <a:pt x="34390" y="8425"/>
                    <a:pt x="34390" y="8588"/>
                    <a:pt x="34390" y="8710"/>
                  </a:cubicBezTo>
                  <a:cubicBezTo>
                    <a:pt x="34390" y="8832"/>
                    <a:pt x="34390" y="8873"/>
                    <a:pt x="34390" y="8873"/>
                  </a:cubicBezTo>
                  <a:cubicBezTo>
                    <a:pt x="34390" y="8873"/>
                    <a:pt x="34390" y="9076"/>
                    <a:pt x="34390" y="9402"/>
                  </a:cubicBezTo>
                  <a:cubicBezTo>
                    <a:pt x="34430" y="9687"/>
                    <a:pt x="34430" y="10135"/>
                    <a:pt x="34430" y="10664"/>
                  </a:cubicBezTo>
                  <a:cubicBezTo>
                    <a:pt x="34430" y="11437"/>
                    <a:pt x="34390" y="12414"/>
                    <a:pt x="34308" y="13309"/>
                  </a:cubicBezTo>
                  <a:cubicBezTo>
                    <a:pt x="34227" y="14204"/>
                    <a:pt x="34105" y="15100"/>
                    <a:pt x="33901" y="15710"/>
                  </a:cubicBezTo>
                  <a:cubicBezTo>
                    <a:pt x="33494" y="16809"/>
                    <a:pt x="33047" y="17704"/>
                    <a:pt x="32680" y="18478"/>
                  </a:cubicBezTo>
                  <a:cubicBezTo>
                    <a:pt x="32314" y="19251"/>
                    <a:pt x="32029" y="19902"/>
                    <a:pt x="32029" y="20553"/>
                  </a:cubicBezTo>
                  <a:cubicBezTo>
                    <a:pt x="32029" y="20919"/>
                    <a:pt x="32151" y="21245"/>
                    <a:pt x="32314" y="21570"/>
                  </a:cubicBezTo>
                  <a:cubicBezTo>
                    <a:pt x="32843" y="22507"/>
                    <a:pt x="33738" y="23565"/>
                    <a:pt x="33738" y="25030"/>
                  </a:cubicBezTo>
                  <a:cubicBezTo>
                    <a:pt x="33738" y="25233"/>
                    <a:pt x="33698" y="25600"/>
                    <a:pt x="33576" y="26088"/>
                  </a:cubicBezTo>
                  <a:cubicBezTo>
                    <a:pt x="33209" y="27716"/>
                    <a:pt x="32273" y="30565"/>
                    <a:pt x="31297" y="33169"/>
                  </a:cubicBezTo>
                  <a:cubicBezTo>
                    <a:pt x="30808" y="34472"/>
                    <a:pt x="30320" y="35733"/>
                    <a:pt x="29913" y="36751"/>
                  </a:cubicBezTo>
                  <a:cubicBezTo>
                    <a:pt x="29506" y="37809"/>
                    <a:pt x="29140" y="38623"/>
                    <a:pt x="28895" y="39030"/>
                  </a:cubicBezTo>
                  <a:cubicBezTo>
                    <a:pt x="28366" y="40047"/>
                    <a:pt x="28204" y="40739"/>
                    <a:pt x="28041" y="41105"/>
                  </a:cubicBezTo>
                  <a:cubicBezTo>
                    <a:pt x="27919" y="41309"/>
                    <a:pt x="27878" y="41390"/>
                    <a:pt x="27756" y="41471"/>
                  </a:cubicBezTo>
                  <a:cubicBezTo>
                    <a:pt x="27675" y="41512"/>
                    <a:pt x="27512" y="41594"/>
                    <a:pt x="27227" y="41594"/>
                  </a:cubicBezTo>
                  <a:lnTo>
                    <a:pt x="27064" y="41594"/>
                  </a:lnTo>
                  <a:cubicBezTo>
                    <a:pt x="26779" y="41594"/>
                    <a:pt x="26372" y="41512"/>
                    <a:pt x="25884" y="41390"/>
                  </a:cubicBezTo>
                  <a:cubicBezTo>
                    <a:pt x="25192" y="41187"/>
                    <a:pt x="24419" y="40902"/>
                    <a:pt x="23808" y="40657"/>
                  </a:cubicBezTo>
                  <a:cubicBezTo>
                    <a:pt x="23523" y="40535"/>
                    <a:pt x="23279" y="40413"/>
                    <a:pt x="23076" y="40332"/>
                  </a:cubicBezTo>
                  <a:cubicBezTo>
                    <a:pt x="22913" y="40251"/>
                    <a:pt x="22791" y="40210"/>
                    <a:pt x="22791" y="40210"/>
                  </a:cubicBezTo>
                  <a:cubicBezTo>
                    <a:pt x="22750" y="40169"/>
                    <a:pt x="22669" y="40169"/>
                    <a:pt x="22587" y="40169"/>
                  </a:cubicBezTo>
                  <a:cubicBezTo>
                    <a:pt x="22587" y="40169"/>
                    <a:pt x="22099" y="40210"/>
                    <a:pt x="21529" y="40413"/>
                  </a:cubicBezTo>
                  <a:cubicBezTo>
                    <a:pt x="21244" y="40495"/>
                    <a:pt x="20960" y="40617"/>
                    <a:pt x="20715" y="40780"/>
                  </a:cubicBezTo>
                  <a:cubicBezTo>
                    <a:pt x="20430" y="40902"/>
                    <a:pt x="20227" y="41105"/>
                    <a:pt x="20105" y="41431"/>
                  </a:cubicBezTo>
                  <a:cubicBezTo>
                    <a:pt x="19942" y="41878"/>
                    <a:pt x="19739" y="42733"/>
                    <a:pt x="19535" y="43547"/>
                  </a:cubicBezTo>
                  <a:cubicBezTo>
                    <a:pt x="19430" y="43946"/>
                    <a:pt x="19336" y="44324"/>
                    <a:pt x="19269" y="44596"/>
                  </a:cubicBezTo>
                  <a:lnTo>
                    <a:pt x="19269" y="44596"/>
                  </a:lnTo>
                  <a:lnTo>
                    <a:pt x="898" y="36444"/>
                  </a:lnTo>
                  <a:lnTo>
                    <a:pt x="898" y="36444"/>
                  </a:lnTo>
                  <a:cubicBezTo>
                    <a:pt x="1673" y="35558"/>
                    <a:pt x="3627" y="33066"/>
                    <a:pt x="4599" y="29954"/>
                  </a:cubicBezTo>
                  <a:cubicBezTo>
                    <a:pt x="4884" y="28977"/>
                    <a:pt x="5006" y="27919"/>
                    <a:pt x="5006" y="26820"/>
                  </a:cubicBezTo>
                  <a:cubicBezTo>
                    <a:pt x="5006" y="23483"/>
                    <a:pt x="3948" y="20065"/>
                    <a:pt x="3948" y="20065"/>
                  </a:cubicBezTo>
                  <a:cubicBezTo>
                    <a:pt x="3948" y="20029"/>
                    <a:pt x="3948" y="19972"/>
                    <a:pt x="3948" y="19902"/>
                  </a:cubicBezTo>
                  <a:cubicBezTo>
                    <a:pt x="3867" y="19454"/>
                    <a:pt x="3785" y="18396"/>
                    <a:pt x="3785" y="17012"/>
                  </a:cubicBezTo>
                  <a:cubicBezTo>
                    <a:pt x="3785" y="14855"/>
                    <a:pt x="4030" y="11925"/>
                    <a:pt x="4966" y="9239"/>
                  </a:cubicBezTo>
                  <a:cubicBezTo>
                    <a:pt x="5902" y="6513"/>
                    <a:pt x="7529" y="4071"/>
                    <a:pt x="10338" y="2728"/>
                  </a:cubicBezTo>
                  <a:cubicBezTo>
                    <a:pt x="13512" y="1263"/>
                    <a:pt x="17297" y="693"/>
                    <a:pt x="20837" y="693"/>
                  </a:cubicBezTo>
                  <a:close/>
                  <a:moveTo>
                    <a:pt x="20837" y="1"/>
                  </a:moveTo>
                  <a:cubicBezTo>
                    <a:pt x="17215" y="1"/>
                    <a:pt x="13349" y="571"/>
                    <a:pt x="10053" y="2117"/>
                  </a:cubicBezTo>
                  <a:cubicBezTo>
                    <a:pt x="7000" y="3542"/>
                    <a:pt x="5291" y="6187"/>
                    <a:pt x="4314" y="8995"/>
                  </a:cubicBezTo>
                  <a:cubicBezTo>
                    <a:pt x="3338" y="11844"/>
                    <a:pt x="3093" y="14815"/>
                    <a:pt x="3093" y="17012"/>
                  </a:cubicBezTo>
                  <a:cubicBezTo>
                    <a:pt x="3093" y="18884"/>
                    <a:pt x="3297" y="20187"/>
                    <a:pt x="3297" y="20187"/>
                  </a:cubicBezTo>
                  <a:lnTo>
                    <a:pt x="3297" y="20268"/>
                  </a:lnTo>
                  <a:cubicBezTo>
                    <a:pt x="3297" y="20268"/>
                    <a:pt x="3297" y="20309"/>
                    <a:pt x="3338" y="20390"/>
                  </a:cubicBezTo>
                  <a:cubicBezTo>
                    <a:pt x="3541" y="21082"/>
                    <a:pt x="4355" y="24012"/>
                    <a:pt x="4355" y="26820"/>
                  </a:cubicBezTo>
                  <a:cubicBezTo>
                    <a:pt x="4355" y="27879"/>
                    <a:pt x="4233" y="28896"/>
                    <a:pt x="3948" y="29751"/>
                  </a:cubicBezTo>
                  <a:cubicBezTo>
                    <a:pt x="3378" y="31623"/>
                    <a:pt x="2402" y="33251"/>
                    <a:pt x="1588" y="34431"/>
                  </a:cubicBezTo>
                  <a:cubicBezTo>
                    <a:pt x="1181" y="35041"/>
                    <a:pt x="814" y="35489"/>
                    <a:pt x="530" y="35815"/>
                  </a:cubicBezTo>
                  <a:cubicBezTo>
                    <a:pt x="407" y="35977"/>
                    <a:pt x="285" y="36099"/>
                    <a:pt x="204" y="36221"/>
                  </a:cubicBezTo>
                  <a:lnTo>
                    <a:pt x="123" y="36303"/>
                  </a:lnTo>
                  <a:lnTo>
                    <a:pt x="82" y="36344"/>
                  </a:lnTo>
                  <a:cubicBezTo>
                    <a:pt x="1" y="36425"/>
                    <a:pt x="1" y="36506"/>
                    <a:pt x="1" y="36628"/>
                  </a:cubicBezTo>
                  <a:cubicBezTo>
                    <a:pt x="41" y="36751"/>
                    <a:pt x="123" y="36832"/>
                    <a:pt x="204" y="36873"/>
                  </a:cubicBezTo>
                  <a:lnTo>
                    <a:pt x="19372" y="45419"/>
                  </a:lnTo>
                  <a:cubicBezTo>
                    <a:pt x="19406" y="45436"/>
                    <a:pt x="19447" y="45446"/>
                    <a:pt x="19489" y="45446"/>
                  </a:cubicBezTo>
                  <a:cubicBezTo>
                    <a:pt x="19548" y="45446"/>
                    <a:pt x="19610" y="45426"/>
                    <a:pt x="19657" y="45378"/>
                  </a:cubicBezTo>
                  <a:cubicBezTo>
                    <a:pt x="19739" y="45338"/>
                    <a:pt x="19820" y="45256"/>
                    <a:pt x="19820" y="45175"/>
                  </a:cubicBezTo>
                  <a:cubicBezTo>
                    <a:pt x="19820" y="45175"/>
                    <a:pt x="19983" y="44483"/>
                    <a:pt x="20186" y="43710"/>
                  </a:cubicBezTo>
                  <a:cubicBezTo>
                    <a:pt x="20390" y="42896"/>
                    <a:pt x="20634" y="42041"/>
                    <a:pt x="20756" y="41675"/>
                  </a:cubicBezTo>
                  <a:cubicBezTo>
                    <a:pt x="20756" y="41594"/>
                    <a:pt x="20878" y="41471"/>
                    <a:pt x="21041" y="41349"/>
                  </a:cubicBezTo>
                  <a:cubicBezTo>
                    <a:pt x="21326" y="41187"/>
                    <a:pt x="21773" y="41024"/>
                    <a:pt x="22099" y="40942"/>
                  </a:cubicBezTo>
                  <a:cubicBezTo>
                    <a:pt x="22262" y="40902"/>
                    <a:pt x="22425" y="40861"/>
                    <a:pt x="22547" y="40861"/>
                  </a:cubicBezTo>
                  <a:lnTo>
                    <a:pt x="22574" y="40852"/>
                  </a:lnTo>
                  <a:lnTo>
                    <a:pt x="22574" y="40852"/>
                  </a:lnTo>
                  <a:cubicBezTo>
                    <a:pt x="22782" y="40948"/>
                    <a:pt x="23443" y="41251"/>
                    <a:pt x="24215" y="41553"/>
                  </a:cubicBezTo>
                  <a:cubicBezTo>
                    <a:pt x="24704" y="41716"/>
                    <a:pt x="25192" y="41919"/>
                    <a:pt x="25721" y="42041"/>
                  </a:cubicBezTo>
                  <a:cubicBezTo>
                    <a:pt x="26209" y="42204"/>
                    <a:pt x="26657" y="42285"/>
                    <a:pt x="27064" y="42285"/>
                  </a:cubicBezTo>
                  <a:lnTo>
                    <a:pt x="27268" y="42285"/>
                  </a:lnTo>
                  <a:cubicBezTo>
                    <a:pt x="27634" y="42245"/>
                    <a:pt x="27919" y="42163"/>
                    <a:pt x="28163" y="42000"/>
                  </a:cubicBezTo>
                  <a:cubicBezTo>
                    <a:pt x="28326" y="41878"/>
                    <a:pt x="28448" y="41756"/>
                    <a:pt x="28529" y="41553"/>
                  </a:cubicBezTo>
                  <a:cubicBezTo>
                    <a:pt x="28814" y="41064"/>
                    <a:pt x="28936" y="40413"/>
                    <a:pt x="29506" y="39355"/>
                  </a:cubicBezTo>
                  <a:cubicBezTo>
                    <a:pt x="29791" y="38826"/>
                    <a:pt x="30238" y="37809"/>
                    <a:pt x="30727" y="36547"/>
                  </a:cubicBezTo>
                  <a:cubicBezTo>
                    <a:pt x="31500" y="34675"/>
                    <a:pt x="32395" y="32192"/>
                    <a:pt x="33128" y="29995"/>
                  </a:cubicBezTo>
                  <a:cubicBezTo>
                    <a:pt x="33494" y="28896"/>
                    <a:pt x="33820" y="27879"/>
                    <a:pt x="34023" y="27024"/>
                  </a:cubicBezTo>
                  <a:cubicBezTo>
                    <a:pt x="34267" y="26169"/>
                    <a:pt x="34390" y="25477"/>
                    <a:pt x="34390" y="25030"/>
                  </a:cubicBezTo>
                  <a:cubicBezTo>
                    <a:pt x="34390" y="23850"/>
                    <a:pt x="33942" y="22954"/>
                    <a:pt x="33494" y="22222"/>
                  </a:cubicBezTo>
                  <a:cubicBezTo>
                    <a:pt x="33291" y="21855"/>
                    <a:pt x="33087" y="21530"/>
                    <a:pt x="32924" y="21245"/>
                  </a:cubicBezTo>
                  <a:cubicBezTo>
                    <a:pt x="32762" y="20960"/>
                    <a:pt x="32721" y="20716"/>
                    <a:pt x="32721" y="20553"/>
                  </a:cubicBezTo>
                  <a:cubicBezTo>
                    <a:pt x="32680" y="20146"/>
                    <a:pt x="32924" y="19536"/>
                    <a:pt x="33291" y="18762"/>
                  </a:cubicBezTo>
                  <a:cubicBezTo>
                    <a:pt x="33657" y="17989"/>
                    <a:pt x="34105" y="17094"/>
                    <a:pt x="34512" y="15954"/>
                  </a:cubicBezTo>
                  <a:cubicBezTo>
                    <a:pt x="34756" y="15222"/>
                    <a:pt x="34919" y="14326"/>
                    <a:pt x="35000" y="13350"/>
                  </a:cubicBezTo>
                  <a:cubicBezTo>
                    <a:pt x="35081" y="12414"/>
                    <a:pt x="35122" y="11478"/>
                    <a:pt x="35122" y="10664"/>
                  </a:cubicBezTo>
                  <a:cubicBezTo>
                    <a:pt x="35122" y="9606"/>
                    <a:pt x="35081" y="8873"/>
                    <a:pt x="35081" y="8832"/>
                  </a:cubicBezTo>
                  <a:lnTo>
                    <a:pt x="35081" y="8832"/>
                  </a:lnTo>
                  <a:lnTo>
                    <a:pt x="35081" y="8832"/>
                  </a:lnTo>
                  <a:cubicBezTo>
                    <a:pt x="35077" y="8631"/>
                    <a:pt x="35048" y="7708"/>
                    <a:pt x="34797" y="6594"/>
                  </a:cubicBezTo>
                  <a:cubicBezTo>
                    <a:pt x="34552" y="5332"/>
                    <a:pt x="34064" y="3786"/>
                    <a:pt x="33006" y="2728"/>
                  </a:cubicBezTo>
                  <a:cubicBezTo>
                    <a:pt x="32640" y="2361"/>
                    <a:pt x="32070" y="2036"/>
                    <a:pt x="31297" y="1751"/>
                  </a:cubicBezTo>
                  <a:cubicBezTo>
                    <a:pt x="29058" y="815"/>
                    <a:pt x="25111" y="1"/>
                    <a:pt x="2083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1846;p35">
              <a:extLst>
                <a:ext uri="{FF2B5EF4-FFF2-40B4-BE49-F238E27FC236}">
                  <a16:creationId xmlns:a16="http://schemas.microsoft.com/office/drawing/2014/main" id="{D6068F75-F204-F3E8-9FCA-63891943EBD0}"/>
                </a:ext>
              </a:extLst>
            </p:cNvPr>
            <p:cNvSpPr/>
            <p:nvPr/>
          </p:nvSpPr>
          <p:spPr>
            <a:xfrm>
              <a:off x="2417125" y="1742250"/>
              <a:ext cx="1039825" cy="903125"/>
            </a:xfrm>
            <a:custGeom>
              <a:avLst/>
              <a:gdLst/>
              <a:ahLst/>
              <a:cxnLst/>
              <a:rect l="l" t="t" r="r" b="b"/>
              <a:pathLst>
                <a:path w="41593" h="36125" extrusionOk="0">
                  <a:moveTo>
                    <a:pt x="17525" y="0"/>
                  </a:moveTo>
                  <a:cubicBezTo>
                    <a:pt x="17069" y="0"/>
                    <a:pt x="16613" y="9"/>
                    <a:pt x="16157" y="26"/>
                  </a:cubicBezTo>
                  <a:cubicBezTo>
                    <a:pt x="8669" y="270"/>
                    <a:pt x="3175" y="2916"/>
                    <a:pt x="1587" y="7230"/>
                  </a:cubicBezTo>
                  <a:cubicBezTo>
                    <a:pt x="0" y="11584"/>
                    <a:pt x="2483" y="26805"/>
                    <a:pt x="2646" y="30875"/>
                  </a:cubicBezTo>
                  <a:cubicBezTo>
                    <a:pt x="2768" y="34944"/>
                    <a:pt x="5250" y="36125"/>
                    <a:pt x="8140" y="36125"/>
                  </a:cubicBezTo>
                  <a:cubicBezTo>
                    <a:pt x="11029" y="36125"/>
                    <a:pt x="13512" y="33601"/>
                    <a:pt x="14163" y="31404"/>
                  </a:cubicBezTo>
                  <a:cubicBezTo>
                    <a:pt x="14855" y="29165"/>
                    <a:pt x="15099" y="26927"/>
                    <a:pt x="15506" y="26398"/>
                  </a:cubicBezTo>
                  <a:cubicBezTo>
                    <a:pt x="15558" y="26322"/>
                    <a:pt x="15635" y="26290"/>
                    <a:pt x="15729" y="26290"/>
                  </a:cubicBezTo>
                  <a:cubicBezTo>
                    <a:pt x="16293" y="26290"/>
                    <a:pt x="17459" y="27456"/>
                    <a:pt x="17459" y="27456"/>
                  </a:cubicBezTo>
                  <a:cubicBezTo>
                    <a:pt x="17459" y="27456"/>
                    <a:pt x="18852" y="27854"/>
                    <a:pt x="19901" y="27854"/>
                  </a:cubicBezTo>
                  <a:cubicBezTo>
                    <a:pt x="20426" y="27854"/>
                    <a:pt x="20864" y="27755"/>
                    <a:pt x="21000" y="27456"/>
                  </a:cubicBezTo>
                  <a:cubicBezTo>
                    <a:pt x="21407" y="26520"/>
                    <a:pt x="20227" y="26276"/>
                    <a:pt x="21651" y="25747"/>
                  </a:cubicBezTo>
                  <a:cubicBezTo>
                    <a:pt x="23116" y="25218"/>
                    <a:pt x="26535" y="23102"/>
                    <a:pt x="26535" y="21026"/>
                  </a:cubicBezTo>
                  <a:cubicBezTo>
                    <a:pt x="26535" y="18910"/>
                    <a:pt x="22587" y="15369"/>
                    <a:pt x="24541" y="14840"/>
                  </a:cubicBezTo>
                  <a:cubicBezTo>
                    <a:pt x="25501" y="14585"/>
                    <a:pt x="27395" y="14519"/>
                    <a:pt x="29101" y="14519"/>
                  </a:cubicBezTo>
                  <a:cubicBezTo>
                    <a:pt x="30938" y="14519"/>
                    <a:pt x="32558" y="14596"/>
                    <a:pt x="32558" y="14596"/>
                  </a:cubicBezTo>
                  <a:cubicBezTo>
                    <a:pt x="32558" y="14596"/>
                    <a:pt x="28366" y="16549"/>
                    <a:pt x="30442" y="17485"/>
                  </a:cubicBezTo>
                  <a:cubicBezTo>
                    <a:pt x="30907" y="17682"/>
                    <a:pt x="31518" y="17779"/>
                    <a:pt x="32209" y="17779"/>
                  </a:cubicBezTo>
                  <a:cubicBezTo>
                    <a:pt x="34660" y="17779"/>
                    <a:pt x="38115" y="16565"/>
                    <a:pt x="39639" y="14311"/>
                  </a:cubicBezTo>
                  <a:cubicBezTo>
                    <a:pt x="41593" y="11421"/>
                    <a:pt x="38866" y="6863"/>
                    <a:pt x="35040" y="4340"/>
                  </a:cubicBezTo>
                  <a:cubicBezTo>
                    <a:pt x="31486" y="2009"/>
                    <a:pt x="24558" y="0"/>
                    <a:pt x="1752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1847;p35">
              <a:extLst>
                <a:ext uri="{FF2B5EF4-FFF2-40B4-BE49-F238E27FC236}">
                  <a16:creationId xmlns:a16="http://schemas.microsoft.com/office/drawing/2014/main" id="{6686B984-F657-281B-82A4-F19F73D1EBF7}"/>
                </a:ext>
              </a:extLst>
            </p:cNvPr>
            <p:cNvSpPr/>
            <p:nvPr/>
          </p:nvSpPr>
          <p:spPr>
            <a:xfrm>
              <a:off x="2435425" y="1733725"/>
              <a:ext cx="997100" cy="919800"/>
            </a:xfrm>
            <a:custGeom>
              <a:avLst/>
              <a:gdLst/>
              <a:ahLst/>
              <a:cxnLst/>
              <a:rect l="l" t="t" r="r" b="b"/>
              <a:pathLst>
                <a:path w="39884" h="36792" extrusionOk="0">
                  <a:moveTo>
                    <a:pt x="16893" y="692"/>
                  </a:moveTo>
                  <a:cubicBezTo>
                    <a:pt x="23823" y="692"/>
                    <a:pt x="30680" y="2709"/>
                    <a:pt x="34146" y="4966"/>
                  </a:cubicBezTo>
                  <a:cubicBezTo>
                    <a:pt x="35570" y="5902"/>
                    <a:pt x="36832" y="7164"/>
                    <a:pt x="37768" y="8507"/>
                  </a:cubicBezTo>
                  <a:cubicBezTo>
                    <a:pt x="38663" y="9809"/>
                    <a:pt x="39233" y="11233"/>
                    <a:pt x="39233" y="12454"/>
                  </a:cubicBezTo>
                  <a:cubicBezTo>
                    <a:pt x="39233" y="13187"/>
                    <a:pt x="39029" y="13879"/>
                    <a:pt x="38622" y="14489"/>
                  </a:cubicBezTo>
                  <a:cubicBezTo>
                    <a:pt x="37930" y="15507"/>
                    <a:pt x="36750" y="16361"/>
                    <a:pt x="35407" y="16931"/>
                  </a:cubicBezTo>
                  <a:cubicBezTo>
                    <a:pt x="34105" y="17501"/>
                    <a:pt x="32681" y="17786"/>
                    <a:pt x="31500" y="17786"/>
                  </a:cubicBezTo>
                  <a:cubicBezTo>
                    <a:pt x="30849" y="17786"/>
                    <a:pt x="30279" y="17664"/>
                    <a:pt x="29872" y="17501"/>
                  </a:cubicBezTo>
                  <a:cubicBezTo>
                    <a:pt x="29669" y="17419"/>
                    <a:pt x="29588" y="17338"/>
                    <a:pt x="29547" y="17297"/>
                  </a:cubicBezTo>
                  <a:lnTo>
                    <a:pt x="29465" y="17175"/>
                  </a:lnTo>
                  <a:cubicBezTo>
                    <a:pt x="29465" y="17134"/>
                    <a:pt x="29506" y="17053"/>
                    <a:pt x="29547" y="16972"/>
                  </a:cubicBezTo>
                  <a:cubicBezTo>
                    <a:pt x="29710" y="16605"/>
                    <a:pt x="30361" y="16158"/>
                    <a:pt x="30890" y="15791"/>
                  </a:cubicBezTo>
                  <a:cubicBezTo>
                    <a:pt x="31175" y="15629"/>
                    <a:pt x="31460" y="15507"/>
                    <a:pt x="31663" y="15384"/>
                  </a:cubicBezTo>
                  <a:cubicBezTo>
                    <a:pt x="31744" y="15344"/>
                    <a:pt x="31826" y="15303"/>
                    <a:pt x="31867" y="15262"/>
                  </a:cubicBezTo>
                  <a:lnTo>
                    <a:pt x="31948" y="15222"/>
                  </a:lnTo>
                  <a:cubicBezTo>
                    <a:pt x="32111" y="15181"/>
                    <a:pt x="32192" y="15018"/>
                    <a:pt x="32151" y="14855"/>
                  </a:cubicBezTo>
                  <a:cubicBezTo>
                    <a:pt x="32111" y="14693"/>
                    <a:pt x="31989" y="14611"/>
                    <a:pt x="31826" y="14571"/>
                  </a:cubicBezTo>
                  <a:cubicBezTo>
                    <a:pt x="31826" y="14571"/>
                    <a:pt x="30320" y="14530"/>
                    <a:pt x="28570" y="14530"/>
                  </a:cubicBezTo>
                  <a:cubicBezTo>
                    <a:pt x="27675" y="14530"/>
                    <a:pt x="26739" y="14530"/>
                    <a:pt x="25884" y="14571"/>
                  </a:cubicBezTo>
                  <a:cubicBezTo>
                    <a:pt x="25029" y="14652"/>
                    <a:pt x="24256" y="14733"/>
                    <a:pt x="23727" y="14855"/>
                  </a:cubicBezTo>
                  <a:cubicBezTo>
                    <a:pt x="23483" y="14937"/>
                    <a:pt x="23279" y="15059"/>
                    <a:pt x="23117" y="15222"/>
                  </a:cubicBezTo>
                  <a:cubicBezTo>
                    <a:pt x="22995" y="15384"/>
                    <a:pt x="22913" y="15629"/>
                    <a:pt x="22913" y="15832"/>
                  </a:cubicBezTo>
                  <a:cubicBezTo>
                    <a:pt x="22913" y="16239"/>
                    <a:pt x="23117" y="16687"/>
                    <a:pt x="23361" y="17134"/>
                  </a:cubicBezTo>
                  <a:cubicBezTo>
                    <a:pt x="23727" y="17826"/>
                    <a:pt x="24256" y="18600"/>
                    <a:pt x="24704" y="19373"/>
                  </a:cubicBezTo>
                  <a:cubicBezTo>
                    <a:pt x="25152" y="20105"/>
                    <a:pt x="25436" y="20838"/>
                    <a:pt x="25436" y="21367"/>
                  </a:cubicBezTo>
                  <a:cubicBezTo>
                    <a:pt x="25436" y="21774"/>
                    <a:pt x="25274" y="22262"/>
                    <a:pt x="24948" y="22710"/>
                  </a:cubicBezTo>
                  <a:cubicBezTo>
                    <a:pt x="24460" y="23402"/>
                    <a:pt x="23686" y="24094"/>
                    <a:pt x="22913" y="24623"/>
                  </a:cubicBezTo>
                  <a:cubicBezTo>
                    <a:pt x="22140" y="25193"/>
                    <a:pt x="21326" y="25599"/>
                    <a:pt x="20797" y="25762"/>
                  </a:cubicBezTo>
                  <a:cubicBezTo>
                    <a:pt x="20512" y="25884"/>
                    <a:pt x="20268" y="25966"/>
                    <a:pt x="20105" y="26129"/>
                  </a:cubicBezTo>
                  <a:cubicBezTo>
                    <a:pt x="20024" y="26169"/>
                    <a:pt x="19983" y="26251"/>
                    <a:pt x="19902" y="26373"/>
                  </a:cubicBezTo>
                  <a:cubicBezTo>
                    <a:pt x="19861" y="26454"/>
                    <a:pt x="19861" y="26576"/>
                    <a:pt x="19861" y="26658"/>
                  </a:cubicBezTo>
                  <a:cubicBezTo>
                    <a:pt x="19861" y="26861"/>
                    <a:pt x="19902" y="26983"/>
                    <a:pt x="19942" y="27105"/>
                  </a:cubicBezTo>
                  <a:cubicBezTo>
                    <a:pt x="19983" y="27227"/>
                    <a:pt x="20024" y="27309"/>
                    <a:pt x="20024" y="27390"/>
                  </a:cubicBezTo>
                  <a:cubicBezTo>
                    <a:pt x="20024" y="27472"/>
                    <a:pt x="20024" y="27553"/>
                    <a:pt x="19942" y="27675"/>
                  </a:cubicBezTo>
                  <a:cubicBezTo>
                    <a:pt x="19942" y="27675"/>
                    <a:pt x="19902" y="27756"/>
                    <a:pt x="19780" y="27797"/>
                  </a:cubicBezTo>
                  <a:cubicBezTo>
                    <a:pt x="19664" y="27826"/>
                    <a:pt x="19529" y="27855"/>
                    <a:pt x="19373" y="27855"/>
                  </a:cubicBezTo>
                  <a:cubicBezTo>
                    <a:pt x="19309" y="27855"/>
                    <a:pt x="19241" y="27850"/>
                    <a:pt x="19169" y="27838"/>
                  </a:cubicBezTo>
                  <a:cubicBezTo>
                    <a:pt x="19102" y="27843"/>
                    <a:pt x="19034" y="27846"/>
                    <a:pt x="18965" y="27846"/>
                  </a:cubicBezTo>
                  <a:cubicBezTo>
                    <a:pt x="18526" y="27846"/>
                    <a:pt x="18044" y="27745"/>
                    <a:pt x="17623" y="27675"/>
                  </a:cubicBezTo>
                  <a:cubicBezTo>
                    <a:pt x="17378" y="27594"/>
                    <a:pt x="17175" y="27553"/>
                    <a:pt x="17053" y="27512"/>
                  </a:cubicBezTo>
                  <a:cubicBezTo>
                    <a:pt x="16988" y="27496"/>
                    <a:pt x="16936" y="27486"/>
                    <a:pt x="16897" y="27480"/>
                  </a:cubicBezTo>
                  <a:lnTo>
                    <a:pt x="16897" y="27480"/>
                  </a:lnTo>
                  <a:cubicBezTo>
                    <a:pt x="16786" y="27375"/>
                    <a:pt x="16562" y="27169"/>
                    <a:pt x="16280" y="26942"/>
                  </a:cubicBezTo>
                  <a:cubicBezTo>
                    <a:pt x="16117" y="26780"/>
                    <a:pt x="15873" y="26658"/>
                    <a:pt x="15669" y="26536"/>
                  </a:cubicBezTo>
                  <a:cubicBezTo>
                    <a:pt x="15466" y="26413"/>
                    <a:pt x="15262" y="26291"/>
                    <a:pt x="14977" y="26291"/>
                  </a:cubicBezTo>
                  <a:cubicBezTo>
                    <a:pt x="14814" y="26291"/>
                    <a:pt x="14611" y="26373"/>
                    <a:pt x="14489" y="26536"/>
                  </a:cubicBezTo>
                  <a:cubicBezTo>
                    <a:pt x="14326" y="26739"/>
                    <a:pt x="14245" y="26983"/>
                    <a:pt x="14163" y="27349"/>
                  </a:cubicBezTo>
                  <a:cubicBezTo>
                    <a:pt x="13878" y="28326"/>
                    <a:pt x="13594" y="29995"/>
                    <a:pt x="13105" y="31623"/>
                  </a:cubicBezTo>
                  <a:cubicBezTo>
                    <a:pt x="12820" y="32681"/>
                    <a:pt x="12047" y="33820"/>
                    <a:pt x="11030" y="34675"/>
                  </a:cubicBezTo>
                  <a:cubicBezTo>
                    <a:pt x="10012" y="35530"/>
                    <a:pt x="8751" y="36099"/>
                    <a:pt x="7408" y="36099"/>
                  </a:cubicBezTo>
                  <a:cubicBezTo>
                    <a:pt x="6024" y="36099"/>
                    <a:pt x="4762" y="35814"/>
                    <a:pt x="3826" y="35082"/>
                  </a:cubicBezTo>
                  <a:cubicBezTo>
                    <a:pt x="2931" y="34349"/>
                    <a:pt x="2320" y="33169"/>
                    <a:pt x="2239" y="31175"/>
                  </a:cubicBezTo>
                  <a:cubicBezTo>
                    <a:pt x="2198" y="29588"/>
                    <a:pt x="1791" y="26454"/>
                    <a:pt x="1425" y="22873"/>
                  </a:cubicBezTo>
                  <a:cubicBezTo>
                    <a:pt x="1018" y="19332"/>
                    <a:pt x="652" y="15344"/>
                    <a:pt x="652" y="12251"/>
                  </a:cubicBezTo>
                  <a:cubicBezTo>
                    <a:pt x="652" y="10297"/>
                    <a:pt x="815" y="8629"/>
                    <a:pt x="1181" y="7693"/>
                  </a:cubicBezTo>
                  <a:cubicBezTo>
                    <a:pt x="1914" y="5617"/>
                    <a:pt x="3623" y="3949"/>
                    <a:pt x="6065" y="2728"/>
                  </a:cubicBezTo>
                  <a:cubicBezTo>
                    <a:pt x="8506" y="1547"/>
                    <a:pt x="11722" y="815"/>
                    <a:pt x="15425" y="693"/>
                  </a:cubicBezTo>
                  <a:lnTo>
                    <a:pt x="16687" y="693"/>
                  </a:lnTo>
                  <a:cubicBezTo>
                    <a:pt x="16755" y="692"/>
                    <a:pt x="16824" y="692"/>
                    <a:pt x="16893" y="692"/>
                  </a:cubicBezTo>
                  <a:close/>
                  <a:moveTo>
                    <a:pt x="15425" y="1"/>
                  </a:moveTo>
                  <a:cubicBezTo>
                    <a:pt x="11640" y="164"/>
                    <a:pt x="8344" y="896"/>
                    <a:pt x="5780" y="2158"/>
                  </a:cubicBezTo>
                  <a:cubicBezTo>
                    <a:pt x="3216" y="3379"/>
                    <a:pt x="1344" y="5210"/>
                    <a:pt x="530" y="7449"/>
                  </a:cubicBezTo>
                  <a:cubicBezTo>
                    <a:pt x="123" y="8588"/>
                    <a:pt x="1" y="10257"/>
                    <a:pt x="1" y="12251"/>
                  </a:cubicBezTo>
                  <a:cubicBezTo>
                    <a:pt x="1" y="15425"/>
                    <a:pt x="367" y="19373"/>
                    <a:pt x="733" y="22954"/>
                  </a:cubicBezTo>
                  <a:cubicBezTo>
                    <a:pt x="1140" y="26536"/>
                    <a:pt x="1507" y="29710"/>
                    <a:pt x="1547" y="31216"/>
                  </a:cubicBezTo>
                  <a:cubicBezTo>
                    <a:pt x="1629" y="33291"/>
                    <a:pt x="2320" y="34756"/>
                    <a:pt x="3419" y="35611"/>
                  </a:cubicBezTo>
                  <a:cubicBezTo>
                    <a:pt x="4518" y="36506"/>
                    <a:pt x="5943" y="36791"/>
                    <a:pt x="7408" y="36791"/>
                  </a:cubicBezTo>
                  <a:cubicBezTo>
                    <a:pt x="8954" y="36791"/>
                    <a:pt x="10379" y="36140"/>
                    <a:pt x="11477" y="35204"/>
                  </a:cubicBezTo>
                  <a:cubicBezTo>
                    <a:pt x="12617" y="34227"/>
                    <a:pt x="13431" y="33006"/>
                    <a:pt x="13756" y="31826"/>
                  </a:cubicBezTo>
                  <a:cubicBezTo>
                    <a:pt x="14123" y="30687"/>
                    <a:pt x="14326" y="29547"/>
                    <a:pt x="14530" y="28652"/>
                  </a:cubicBezTo>
                  <a:cubicBezTo>
                    <a:pt x="14652" y="28204"/>
                    <a:pt x="14733" y="27838"/>
                    <a:pt x="14814" y="27512"/>
                  </a:cubicBezTo>
                  <a:cubicBezTo>
                    <a:pt x="14881" y="27279"/>
                    <a:pt x="14947" y="27074"/>
                    <a:pt x="14992" y="26984"/>
                  </a:cubicBezTo>
                  <a:lnTo>
                    <a:pt x="14992" y="26984"/>
                  </a:lnTo>
                  <a:cubicBezTo>
                    <a:pt x="15048" y="26991"/>
                    <a:pt x="15196" y="27031"/>
                    <a:pt x="15344" y="27105"/>
                  </a:cubicBezTo>
                  <a:cubicBezTo>
                    <a:pt x="15588" y="27268"/>
                    <a:pt x="15873" y="27472"/>
                    <a:pt x="16117" y="27675"/>
                  </a:cubicBezTo>
                  <a:cubicBezTo>
                    <a:pt x="16239" y="27756"/>
                    <a:pt x="16320" y="27879"/>
                    <a:pt x="16402" y="27919"/>
                  </a:cubicBezTo>
                  <a:cubicBezTo>
                    <a:pt x="16442" y="28001"/>
                    <a:pt x="16483" y="28041"/>
                    <a:pt x="16483" y="28041"/>
                  </a:cubicBezTo>
                  <a:lnTo>
                    <a:pt x="16646" y="28123"/>
                  </a:lnTo>
                  <a:cubicBezTo>
                    <a:pt x="16646" y="28123"/>
                    <a:pt x="18070" y="28530"/>
                    <a:pt x="19169" y="28530"/>
                  </a:cubicBezTo>
                  <a:cubicBezTo>
                    <a:pt x="19454" y="28530"/>
                    <a:pt x="19739" y="28530"/>
                    <a:pt x="19983" y="28448"/>
                  </a:cubicBezTo>
                  <a:cubicBezTo>
                    <a:pt x="20227" y="28367"/>
                    <a:pt x="20471" y="28204"/>
                    <a:pt x="20593" y="27919"/>
                  </a:cubicBezTo>
                  <a:cubicBezTo>
                    <a:pt x="20675" y="27756"/>
                    <a:pt x="20716" y="27553"/>
                    <a:pt x="20716" y="27390"/>
                  </a:cubicBezTo>
                  <a:cubicBezTo>
                    <a:pt x="20716" y="27187"/>
                    <a:pt x="20634" y="26983"/>
                    <a:pt x="20593" y="26861"/>
                  </a:cubicBezTo>
                  <a:cubicBezTo>
                    <a:pt x="20553" y="26739"/>
                    <a:pt x="20512" y="26658"/>
                    <a:pt x="20512" y="26658"/>
                  </a:cubicBezTo>
                  <a:lnTo>
                    <a:pt x="20553" y="26658"/>
                  </a:lnTo>
                  <a:cubicBezTo>
                    <a:pt x="20593" y="26617"/>
                    <a:pt x="20716" y="26495"/>
                    <a:pt x="21041" y="26413"/>
                  </a:cubicBezTo>
                  <a:cubicBezTo>
                    <a:pt x="21814" y="26129"/>
                    <a:pt x="23035" y="25437"/>
                    <a:pt x="24134" y="24582"/>
                  </a:cubicBezTo>
                  <a:cubicBezTo>
                    <a:pt x="24663" y="24134"/>
                    <a:pt x="25152" y="23646"/>
                    <a:pt x="25518" y="23117"/>
                  </a:cubicBezTo>
                  <a:cubicBezTo>
                    <a:pt x="25884" y="22547"/>
                    <a:pt x="26128" y="21977"/>
                    <a:pt x="26128" y="21367"/>
                  </a:cubicBezTo>
                  <a:cubicBezTo>
                    <a:pt x="26128" y="20838"/>
                    <a:pt x="25925" y="20350"/>
                    <a:pt x="25681" y="19820"/>
                  </a:cubicBezTo>
                  <a:cubicBezTo>
                    <a:pt x="25314" y="19047"/>
                    <a:pt x="24785" y="18233"/>
                    <a:pt x="24338" y="17501"/>
                  </a:cubicBezTo>
                  <a:cubicBezTo>
                    <a:pt x="24134" y="17134"/>
                    <a:pt x="23931" y="16809"/>
                    <a:pt x="23809" y="16524"/>
                  </a:cubicBezTo>
                  <a:cubicBezTo>
                    <a:pt x="23686" y="16239"/>
                    <a:pt x="23605" y="15995"/>
                    <a:pt x="23605" y="15832"/>
                  </a:cubicBezTo>
                  <a:cubicBezTo>
                    <a:pt x="23605" y="15751"/>
                    <a:pt x="23646" y="15669"/>
                    <a:pt x="23646" y="15629"/>
                  </a:cubicBezTo>
                  <a:cubicBezTo>
                    <a:pt x="23686" y="15629"/>
                    <a:pt x="23768" y="15547"/>
                    <a:pt x="23890" y="15507"/>
                  </a:cubicBezTo>
                  <a:cubicBezTo>
                    <a:pt x="24338" y="15384"/>
                    <a:pt x="25070" y="15303"/>
                    <a:pt x="25925" y="15262"/>
                  </a:cubicBezTo>
                  <a:cubicBezTo>
                    <a:pt x="26739" y="15222"/>
                    <a:pt x="27675" y="15181"/>
                    <a:pt x="28570" y="15181"/>
                  </a:cubicBezTo>
                  <a:cubicBezTo>
                    <a:pt x="29289" y="15181"/>
                    <a:pt x="29979" y="15210"/>
                    <a:pt x="30544" y="15219"/>
                  </a:cubicBezTo>
                  <a:lnTo>
                    <a:pt x="30544" y="15219"/>
                  </a:lnTo>
                  <a:cubicBezTo>
                    <a:pt x="30457" y="15272"/>
                    <a:pt x="30368" y="15327"/>
                    <a:pt x="30279" y="15384"/>
                  </a:cubicBezTo>
                  <a:cubicBezTo>
                    <a:pt x="29954" y="15629"/>
                    <a:pt x="29588" y="15873"/>
                    <a:pt x="29303" y="16158"/>
                  </a:cubicBezTo>
                  <a:cubicBezTo>
                    <a:pt x="29181" y="16321"/>
                    <a:pt x="29058" y="16443"/>
                    <a:pt x="28936" y="16605"/>
                  </a:cubicBezTo>
                  <a:cubicBezTo>
                    <a:pt x="28855" y="16768"/>
                    <a:pt x="28814" y="16972"/>
                    <a:pt x="28814" y="17175"/>
                  </a:cubicBezTo>
                  <a:cubicBezTo>
                    <a:pt x="28774" y="17379"/>
                    <a:pt x="28855" y="17582"/>
                    <a:pt x="29018" y="17745"/>
                  </a:cubicBezTo>
                  <a:cubicBezTo>
                    <a:pt x="29140" y="17908"/>
                    <a:pt x="29343" y="18030"/>
                    <a:pt x="29588" y="18111"/>
                  </a:cubicBezTo>
                  <a:cubicBezTo>
                    <a:pt x="30117" y="18355"/>
                    <a:pt x="30768" y="18477"/>
                    <a:pt x="31500" y="18477"/>
                  </a:cubicBezTo>
                  <a:cubicBezTo>
                    <a:pt x="32803" y="18477"/>
                    <a:pt x="34308" y="18152"/>
                    <a:pt x="35692" y="17541"/>
                  </a:cubicBezTo>
                  <a:cubicBezTo>
                    <a:pt x="37076" y="16931"/>
                    <a:pt x="38378" y="16036"/>
                    <a:pt x="39192" y="14855"/>
                  </a:cubicBezTo>
                  <a:cubicBezTo>
                    <a:pt x="39680" y="14123"/>
                    <a:pt x="39884" y="13309"/>
                    <a:pt x="39884" y="12454"/>
                  </a:cubicBezTo>
                  <a:cubicBezTo>
                    <a:pt x="39884" y="11030"/>
                    <a:pt x="39273" y="9524"/>
                    <a:pt x="38337" y="8100"/>
                  </a:cubicBezTo>
                  <a:cubicBezTo>
                    <a:pt x="37361" y="6675"/>
                    <a:pt x="36018" y="5373"/>
                    <a:pt x="34512" y="4396"/>
                  </a:cubicBezTo>
                  <a:cubicBezTo>
                    <a:pt x="30808" y="1995"/>
                    <a:pt x="23809" y="1"/>
                    <a:pt x="166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1848;p35">
              <a:extLst>
                <a:ext uri="{FF2B5EF4-FFF2-40B4-BE49-F238E27FC236}">
                  <a16:creationId xmlns:a16="http://schemas.microsoft.com/office/drawing/2014/main" id="{50F2F1CC-2D50-4387-0CA8-9F61032CD5F3}"/>
                </a:ext>
              </a:extLst>
            </p:cNvPr>
            <p:cNvSpPr/>
            <p:nvPr/>
          </p:nvSpPr>
          <p:spPr>
            <a:xfrm>
              <a:off x="2586000" y="2406000"/>
              <a:ext cx="59050" cy="52500"/>
            </a:xfrm>
            <a:custGeom>
              <a:avLst/>
              <a:gdLst/>
              <a:ahLst/>
              <a:cxnLst/>
              <a:rect l="l" t="t" r="r" b="b"/>
              <a:pathLst>
                <a:path w="2362" h="2100" extrusionOk="0">
                  <a:moveTo>
                    <a:pt x="1970" y="1"/>
                  </a:moveTo>
                  <a:cubicBezTo>
                    <a:pt x="1883" y="1"/>
                    <a:pt x="1792" y="31"/>
                    <a:pt x="1710" y="92"/>
                  </a:cubicBezTo>
                  <a:cubicBezTo>
                    <a:pt x="1303" y="581"/>
                    <a:pt x="815" y="1028"/>
                    <a:pt x="164" y="1476"/>
                  </a:cubicBezTo>
                  <a:cubicBezTo>
                    <a:pt x="42" y="1598"/>
                    <a:pt x="1" y="1801"/>
                    <a:pt x="82" y="1964"/>
                  </a:cubicBezTo>
                  <a:cubicBezTo>
                    <a:pt x="154" y="2060"/>
                    <a:pt x="253" y="2099"/>
                    <a:pt x="356" y="2099"/>
                  </a:cubicBezTo>
                  <a:cubicBezTo>
                    <a:pt x="429" y="2099"/>
                    <a:pt x="503" y="2079"/>
                    <a:pt x="571" y="2046"/>
                  </a:cubicBezTo>
                  <a:cubicBezTo>
                    <a:pt x="1222" y="1557"/>
                    <a:pt x="1792" y="1069"/>
                    <a:pt x="2239" y="581"/>
                  </a:cubicBezTo>
                  <a:cubicBezTo>
                    <a:pt x="2361" y="418"/>
                    <a:pt x="2361" y="214"/>
                    <a:pt x="2199" y="92"/>
                  </a:cubicBezTo>
                  <a:cubicBezTo>
                    <a:pt x="2138" y="31"/>
                    <a:pt x="2056" y="1"/>
                    <a:pt x="19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1849;p35">
              <a:extLst>
                <a:ext uri="{FF2B5EF4-FFF2-40B4-BE49-F238E27FC236}">
                  <a16:creationId xmlns:a16="http://schemas.microsoft.com/office/drawing/2014/main" id="{3EE143D0-7C64-99C5-7878-8EA615512611}"/>
                </a:ext>
              </a:extLst>
            </p:cNvPr>
            <p:cNvSpPr/>
            <p:nvPr/>
          </p:nvSpPr>
          <p:spPr>
            <a:xfrm>
              <a:off x="2671475" y="1981950"/>
              <a:ext cx="727475" cy="348225"/>
            </a:xfrm>
            <a:custGeom>
              <a:avLst/>
              <a:gdLst/>
              <a:ahLst/>
              <a:cxnLst/>
              <a:rect l="l" t="t" r="r" b="b"/>
              <a:pathLst>
                <a:path w="29099" h="13929" extrusionOk="0">
                  <a:moveTo>
                    <a:pt x="28714" y="0"/>
                  </a:moveTo>
                  <a:cubicBezTo>
                    <a:pt x="28604" y="0"/>
                    <a:pt x="28500" y="45"/>
                    <a:pt x="28448" y="124"/>
                  </a:cubicBezTo>
                  <a:cubicBezTo>
                    <a:pt x="28407" y="124"/>
                    <a:pt x="27593" y="1345"/>
                    <a:pt x="24256" y="2200"/>
                  </a:cubicBezTo>
                  <a:cubicBezTo>
                    <a:pt x="23890" y="2281"/>
                    <a:pt x="23483" y="2322"/>
                    <a:pt x="23035" y="2322"/>
                  </a:cubicBezTo>
                  <a:cubicBezTo>
                    <a:pt x="20756" y="2322"/>
                    <a:pt x="17337" y="1386"/>
                    <a:pt x="13349" y="1345"/>
                  </a:cubicBezTo>
                  <a:cubicBezTo>
                    <a:pt x="10785" y="1345"/>
                    <a:pt x="8018" y="1752"/>
                    <a:pt x="5128" y="3095"/>
                  </a:cubicBezTo>
                  <a:cubicBezTo>
                    <a:pt x="3745" y="3746"/>
                    <a:pt x="2727" y="4479"/>
                    <a:pt x="2035" y="5293"/>
                  </a:cubicBezTo>
                  <a:cubicBezTo>
                    <a:pt x="977" y="6554"/>
                    <a:pt x="652" y="7938"/>
                    <a:pt x="489" y="9322"/>
                  </a:cubicBezTo>
                  <a:cubicBezTo>
                    <a:pt x="326" y="10705"/>
                    <a:pt x="326" y="12130"/>
                    <a:pt x="41" y="13514"/>
                  </a:cubicBezTo>
                  <a:cubicBezTo>
                    <a:pt x="0" y="13676"/>
                    <a:pt x="123" y="13880"/>
                    <a:pt x="326" y="13920"/>
                  </a:cubicBezTo>
                  <a:cubicBezTo>
                    <a:pt x="347" y="13926"/>
                    <a:pt x="369" y="13928"/>
                    <a:pt x="391" y="13928"/>
                  </a:cubicBezTo>
                  <a:cubicBezTo>
                    <a:pt x="539" y="13928"/>
                    <a:pt x="698" y="13813"/>
                    <a:pt x="733" y="13636"/>
                  </a:cubicBezTo>
                  <a:cubicBezTo>
                    <a:pt x="1099" y="11682"/>
                    <a:pt x="937" y="9769"/>
                    <a:pt x="1384" y="8101"/>
                  </a:cubicBezTo>
                  <a:cubicBezTo>
                    <a:pt x="1588" y="7246"/>
                    <a:pt x="1954" y="6473"/>
                    <a:pt x="2564" y="5740"/>
                  </a:cubicBezTo>
                  <a:cubicBezTo>
                    <a:pt x="3175" y="5008"/>
                    <a:pt x="4070" y="4316"/>
                    <a:pt x="5413" y="3705"/>
                  </a:cubicBezTo>
                  <a:cubicBezTo>
                    <a:pt x="8181" y="2444"/>
                    <a:pt x="10867" y="2037"/>
                    <a:pt x="13349" y="2037"/>
                  </a:cubicBezTo>
                  <a:cubicBezTo>
                    <a:pt x="17215" y="2037"/>
                    <a:pt x="20593" y="2973"/>
                    <a:pt x="23035" y="3014"/>
                  </a:cubicBezTo>
                  <a:cubicBezTo>
                    <a:pt x="23523" y="3014"/>
                    <a:pt x="23971" y="2973"/>
                    <a:pt x="24419" y="2851"/>
                  </a:cubicBezTo>
                  <a:cubicBezTo>
                    <a:pt x="28000" y="1956"/>
                    <a:pt x="28936" y="572"/>
                    <a:pt x="28977" y="531"/>
                  </a:cubicBezTo>
                  <a:cubicBezTo>
                    <a:pt x="29099" y="368"/>
                    <a:pt x="29058" y="165"/>
                    <a:pt x="28895" y="43"/>
                  </a:cubicBezTo>
                  <a:cubicBezTo>
                    <a:pt x="28838" y="14"/>
                    <a:pt x="28775" y="0"/>
                    <a:pt x="2871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1850;p35">
              <a:extLst>
                <a:ext uri="{FF2B5EF4-FFF2-40B4-BE49-F238E27FC236}">
                  <a16:creationId xmlns:a16="http://schemas.microsoft.com/office/drawing/2014/main" id="{3B48C9FF-9302-F452-5618-9ED6394ED386}"/>
                </a:ext>
              </a:extLst>
            </p:cNvPr>
            <p:cNvSpPr/>
            <p:nvPr/>
          </p:nvSpPr>
          <p:spPr>
            <a:xfrm>
              <a:off x="2657225" y="2145625"/>
              <a:ext cx="358175" cy="400300"/>
            </a:xfrm>
            <a:custGeom>
              <a:avLst/>
              <a:gdLst/>
              <a:ahLst/>
              <a:cxnLst/>
              <a:rect l="l" t="t" r="r" b="b"/>
              <a:pathLst>
                <a:path w="14327" h="16012" extrusionOk="0">
                  <a:moveTo>
                    <a:pt x="13971" y="1"/>
                  </a:moveTo>
                  <a:cubicBezTo>
                    <a:pt x="13953" y="1"/>
                    <a:pt x="13936" y="3"/>
                    <a:pt x="13919" y="7"/>
                  </a:cubicBezTo>
                  <a:cubicBezTo>
                    <a:pt x="13838" y="7"/>
                    <a:pt x="10867" y="496"/>
                    <a:pt x="8628" y="4321"/>
                  </a:cubicBezTo>
                  <a:cubicBezTo>
                    <a:pt x="7489" y="6275"/>
                    <a:pt x="7001" y="8635"/>
                    <a:pt x="5983" y="10670"/>
                  </a:cubicBezTo>
                  <a:cubicBezTo>
                    <a:pt x="5495" y="11728"/>
                    <a:pt x="4844" y="12664"/>
                    <a:pt x="3948" y="13478"/>
                  </a:cubicBezTo>
                  <a:cubicBezTo>
                    <a:pt x="3053" y="14251"/>
                    <a:pt x="1873" y="14943"/>
                    <a:pt x="286" y="15350"/>
                  </a:cubicBezTo>
                  <a:cubicBezTo>
                    <a:pt x="123" y="15391"/>
                    <a:pt x="1" y="15594"/>
                    <a:pt x="41" y="15757"/>
                  </a:cubicBezTo>
                  <a:cubicBezTo>
                    <a:pt x="75" y="15927"/>
                    <a:pt x="222" y="16011"/>
                    <a:pt x="365" y="16011"/>
                  </a:cubicBezTo>
                  <a:cubicBezTo>
                    <a:pt x="393" y="16011"/>
                    <a:pt x="421" y="16008"/>
                    <a:pt x="448" y="16001"/>
                  </a:cubicBezTo>
                  <a:cubicBezTo>
                    <a:pt x="2158" y="15554"/>
                    <a:pt x="3419" y="14862"/>
                    <a:pt x="4396" y="13966"/>
                  </a:cubicBezTo>
                  <a:cubicBezTo>
                    <a:pt x="5861" y="12664"/>
                    <a:pt x="6675" y="10996"/>
                    <a:pt x="7285" y="9327"/>
                  </a:cubicBezTo>
                  <a:cubicBezTo>
                    <a:pt x="7937" y="7699"/>
                    <a:pt x="8425" y="6030"/>
                    <a:pt x="9198" y="4687"/>
                  </a:cubicBezTo>
                  <a:cubicBezTo>
                    <a:pt x="10256" y="2856"/>
                    <a:pt x="11477" y="1879"/>
                    <a:pt x="12413" y="1310"/>
                  </a:cubicBezTo>
                  <a:cubicBezTo>
                    <a:pt x="12902" y="1065"/>
                    <a:pt x="13309" y="903"/>
                    <a:pt x="13594" y="781"/>
                  </a:cubicBezTo>
                  <a:cubicBezTo>
                    <a:pt x="13716" y="740"/>
                    <a:pt x="13838" y="740"/>
                    <a:pt x="13919" y="699"/>
                  </a:cubicBezTo>
                  <a:lnTo>
                    <a:pt x="14001" y="699"/>
                  </a:lnTo>
                  <a:cubicBezTo>
                    <a:pt x="14204" y="658"/>
                    <a:pt x="14326" y="496"/>
                    <a:pt x="14285" y="292"/>
                  </a:cubicBezTo>
                  <a:cubicBezTo>
                    <a:pt x="14249" y="147"/>
                    <a:pt x="14115" y="1"/>
                    <a:pt x="1397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1851;p35">
              <a:extLst>
                <a:ext uri="{FF2B5EF4-FFF2-40B4-BE49-F238E27FC236}">
                  <a16:creationId xmlns:a16="http://schemas.microsoft.com/office/drawing/2014/main" id="{C072B016-E229-D97F-53FA-18F1B3C03B77}"/>
                </a:ext>
              </a:extLst>
            </p:cNvPr>
            <p:cNvSpPr/>
            <p:nvPr/>
          </p:nvSpPr>
          <p:spPr>
            <a:xfrm>
              <a:off x="2814925" y="2364375"/>
              <a:ext cx="487375" cy="66325"/>
            </a:xfrm>
            <a:custGeom>
              <a:avLst/>
              <a:gdLst/>
              <a:ahLst/>
              <a:cxnLst/>
              <a:rect l="l" t="t" r="r" b="b"/>
              <a:pathLst>
                <a:path w="19495" h="2653" extrusionOk="0">
                  <a:moveTo>
                    <a:pt x="345" y="1"/>
                  </a:moveTo>
                  <a:cubicBezTo>
                    <a:pt x="172" y="1"/>
                    <a:pt x="41" y="146"/>
                    <a:pt x="41" y="292"/>
                  </a:cubicBezTo>
                  <a:cubicBezTo>
                    <a:pt x="1" y="496"/>
                    <a:pt x="164" y="658"/>
                    <a:pt x="326" y="658"/>
                  </a:cubicBezTo>
                  <a:lnTo>
                    <a:pt x="19088" y="2653"/>
                  </a:lnTo>
                  <a:cubicBezTo>
                    <a:pt x="19291" y="2653"/>
                    <a:pt x="19454" y="2530"/>
                    <a:pt x="19454" y="2327"/>
                  </a:cubicBezTo>
                  <a:cubicBezTo>
                    <a:pt x="19495" y="2164"/>
                    <a:pt x="19373" y="2001"/>
                    <a:pt x="19169" y="1961"/>
                  </a:cubicBezTo>
                  <a:lnTo>
                    <a:pt x="408" y="7"/>
                  </a:lnTo>
                  <a:cubicBezTo>
                    <a:pt x="386" y="3"/>
                    <a:pt x="365" y="1"/>
                    <a:pt x="34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1852;p35">
              <a:extLst>
                <a:ext uri="{FF2B5EF4-FFF2-40B4-BE49-F238E27FC236}">
                  <a16:creationId xmlns:a16="http://schemas.microsoft.com/office/drawing/2014/main" id="{346E5B3F-19C2-E427-8061-173B99F3856E}"/>
                </a:ext>
              </a:extLst>
            </p:cNvPr>
            <p:cNvSpPr/>
            <p:nvPr/>
          </p:nvSpPr>
          <p:spPr>
            <a:xfrm>
              <a:off x="2735575" y="2281825"/>
              <a:ext cx="160775" cy="314125"/>
            </a:xfrm>
            <a:custGeom>
              <a:avLst/>
              <a:gdLst/>
              <a:ahLst/>
              <a:cxnLst/>
              <a:rect l="l" t="t" r="r" b="b"/>
              <a:pathLst>
                <a:path w="6431" h="12565" extrusionOk="0">
                  <a:moveTo>
                    <a:pt x="3253" y="0"/>
                  </a:moveTo>
                  <a:cubicBezTo>
                    <a:pt x="2204" y="0"/>
                    <a:pt x="1341" y="1697"/>
                    <a:pt x="774" y="4815"/>
                  </a:cubicBezTo>
                  <a:cubicBezTo>
                    <a:pt x="0" y="9292"/>
                    <a:pt x="0" y="11652"/>
                    <a:pt x="1710" y="12303"/>
                  </a:cubicBezTo>
                  <a:cubicBezTo>
                    <a:pt x="2216" y="12496"/>
                    <a:pt x="2723" y="12564"/>
                    <a:pt x="3185" y="12564"/>
                  </a:cubicBezTo>
                  <a:cubicBezTo>
                    <a:pt x="4282" y="12564"/>
                    <a:pt x="5128" y="12181"/>
                    <a:pt x="5128" y="12181"/>
                  </a:cubicBezTo>
                  <a:lnTo>
                    <a:pt x="6186" y="7827"/>
                  </a:lnTo>
                  <a:cubicBezTo>
                    <a:pt x="6186" y="7827"/>
                    <a:pt x="6431" y="3228"/>
                    <a:pt x="4721" y="989"/>
                  </a:cubicBezTo>
                  <a:cubicBezTo>
                    <a:pt x="4203" y="322"/>
                    <a:pt x="3710" y="0"/>
                    <a:pt x="325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1853;p35">
              <a:extLst>
                <a:ext uri="{FF2B5EF4-FFF2-40B4-BE49-F238E27FC236}">
                  <a16:creationId xmlns:a16="http://schemas.microsoft.com/office/drawing/2014/main" id="{865D4774-C96A-31C1-D412-BD7401B064A6}"/>
                </a:ext>
              </a:extLst>
            </p:cNvPr>
            <p:cNvSpPr/>
            <p:nvPr/>
          </p:nvSpPr>
          <p:spPr>
            <a:xfrm>
              <a:off x="2734550" y="2272975"/>
              <a:ext cx="163825" cy="331700"/>
            </a:xfrm>
            <a:custGeom>
              <a:avLst/>
              <a:gdLst/>
              <a:ahLst/>
              <a:cxnLst/>
              <a:rect l="l" t="t" r="r" b="b"/>
              <a:pathLst>
                <a:path w="6553" h="13268" extrusionOk="0">
                  <a:moveTo>
                    <a:pt x="3297" y="0"/>
                  </a:moveTo>
                  <a:cubicBezTo>
                    <a:pt x="2931" y="0"/>
                    <a:pt x="2605" y="163"/>
                    <a:pt x="2320" y="407"/>
                  </a:cubicBezTo>
                  <a:cubicBezTo>
                    <a:pt x="1913" y="774"/>
                    <a:pt x="1547" y="1384"/>
                    <a:pt x="1262" y="2157"/>
                  </a:cubicBezTo>
                  <a:cubicBezTo>
                    <a:pt x="937" y="2931"/>
                    <a:pt x="693" y="3948"/>
                    <a:pt x="489" y="5128"/>
                  </a:cubicBezTo>
                  <a:cubicBezTo>
                    <a:pt x="163" y="6919"/>
                    <a:pt x="1" y="8384"/>
                    <a:pt x="1" y="9564"/>
                  </a:cubicBezTo>
                  <a:cubicBezTo>
                    <a:pt x="1" y="10460"/>
                    <a:pt x="82" y="11151"/>
                    <a:pt x="326" y="11721"/>
                  </a:cubicBezTo>
                  <a:cubicBezTo>
                    <a:pt x="611" y="12332"/>
                    <a:pt x="1059" y="12739"/>
                    <a:pt x="1629" y="12983"/>
                  </a:cubicBezTo>
                  <a:cubicBezTo>
                    <a:pt x="2158" y="13186"/>
                    <a:pt x="2727" y="13268"/>
                    <a:pt x="3216" y="13268"/>
                  </a:cubicBezTo>
                  <a:cubicBezTo>
                    <a:pt x="4396" y="13268"/>
                    <a:pt x="5291" y="12820"/>
                    <a:pt x="5291" y="12820"/>
                  </a:cubicBezTo>
                  <a:cubicBezTo>
                    <a:pt x="5454" y="12739"/>
                    <a:pt x="5535" y="12535"/>
                    <a:pt x="5454" y="12372"/>
                  </a:cubicBezTo>
                  <a:cubicBezTo>
                    <a:pt x="5395" y="12253"/>
                    <a:pt x="5270" y="12178"/>
                    <a:pt x="5143" y="12178"/>
                  </a:cubicBezTo>
                  <a:cubicBezTo>
                    <a:pt x="5097" y="12178"/>
                    <a:pt x="5050" y="12188"/>
                    <a:pt x="5006" y="12210"/>
                  </a:cubicBezTo>
                  <a:cubicBezTo>
                    <a:pt x="4925" y="12250"/>
                    <a:pt x="4152" y="12576"/>
                    <a:pt x="3216" y="12576"/>
                  </a:cubicBezTo>
                  <a:cubicBezTo>
                    <a:pt x="2768" y="12576"/>
                    <a:pt x="2320" y="12494"/>
                    <a:pt x="1873" y="12332"/>
                  </a:cubicBezTo>
                  <a:cubicBezTo>
                    <a:pt x="1425" y="12169"/>
                    <a:pt x="1181" y="11884"/>
                    <a:pt x="977" y="11477"/>
                  </a:cubicBezTo>
                  <a:cubicBezTo>
                    <a:pt x="774" y="11029"/>
                    <a:pt x="652" y="10378"/>
                    <a:pt x="652" y="9564"/>
                  </a:cubicBezTo>
                  <a:cubicBezTo>
                    <a:pt x="652" y="8465"/>
                    <a:pt x="855" y="7041"/>
                    <a:pt x="1181" y="5210"/>
                  </a:cubicBezTo>
                  <a:cubicBezTo>
                    <a:pt x="1425" y="3704"/>
                    <a:pt x="1791" y="2524"/>
                    <a:pt x="2158" y="1750"/>
                  </a:cubicBezTo>
                  <a:cubicBezTo>
                    <a:pt x="2361" y="1384"/>
                    <a:pt x="2565" y="1099"/>
                    <a:pt x="2768" y="936"/>
                  </a:cubicBezTo>
                  <a:cubicBezTo>
                    <a:pt x="2972" y="774"/>
                    <a:pt x="3134" y="692"/>
                    <a:pt x="3297" y="692"/>
                  </a:cubicBezTo>
                  <a:cubicBezTo>
                    <a:pt x="3419" y="692"/>
                    <a:pt x="3623" y="733"/>
                    <a:pt x="3826" y="896"/>
                  </a:cubicBezTo>
                  <a:cubicBezTo>
                    <a:pt x="4030" y="1018"/>
                    <a:pt x="4233" y="1262"/>
                    <a:pt x="4477" y="1588"/>
                  </a:cubicBezTo>
                  <a:cubicBezTo>
                    <a:pt x="5088" y="2361"/>
                    <a:pt x="5454" y="3500"/>
                    <a:pt x="5658" y="4640"/>
                  </a:cubicBezTo>
                  <a:cubicBezTo>
                    <a:pt x="5861" y="5739"/>
                    <a:pt x="5902" y="6838"/>
                    <a:pt x="5902" y="7529"/>
                  </a:cubicBezTo>
                  <a:cubicBezTo>
                    <a:pt x="5902" y="7733"/>
                    <a:pt x="5861" y="7896"/>
                    <a:pt x="5861" y="7977"/>
                  </a:cubicBezTo>
                  <a:cubicBezTo>
                    <a:pt x="5861" y="8099"/>
                    <a:pt x="5861" y="8181"/>
                    <a:pt x="5861" y="8181"/>
                  </a:cubicBezTo>
                  <a:cubicBezTo>
                    <a:pt x="5861" y="8343"/>
                    <a:pt x="5983" y="8506"/>
                    <a:pt x="6187" y="8506"/>
                  </a:cubicBezTo>
                  <a:cubicBezTo>
                    <a:pt x="6208" y="8510"/>
                    <a:pt x="6229" y="8512"/>
                    <a:pt x="6250" y="8512"/>
                  </a:cubicBezTo>
                  <a:cubicBezTo>
                    <a:pt x="6423" y="8512"/>
                    <a:pt x="6553" y="8367"/>
                    <a:pt x="6553" y="8221"/>
                  </a:cubicBezTo>
                  <a:cubicBezTo>
                    <a:pt x="6553" y="8221"/>
                    <a:pt x="6553" y="7936"/>
                    <a:pt x="6553" y="7529"/>
                  </a:cubicBezTo>
                  <a:cubicBezTo>
                    <a:pt x="6553" y="6838"/>
                    <a:pt x="6512" y="5698"/>
                    <a:pt x="6309" y="4518"/>
                  </a:cubicBezTo>
                  <a:cubicBezTo>
                    <a:pt x="6105" y="3338"/>
                    <a:pt x="5739" y="2076"/>
                    <a:pt x="5047" y="1140"/>
                  </a:cubicBezTo>
                  <a:cubicBezTo>
                    <a:pt x="4762" y="814"/>
                    <a:pt x="4477" y="530"/>
                    <a:pt x="4192" y="326"/>
                  </a:cubicBezTo>
                  <a:cubicBezTo>
                    <a:pt x="3908" y="123"/>
                    <a:pt x="3623" y="0"/>
                    <a:pt x="32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1854;p35">
              <a:extLst>
                <a:ext uri="{FF2B5EF4-FFF2-40B4-BE49-F238E27FC236}">
                  <a16:creationId xmlns:a16="http://schemas.microsoft.com/office/drawing/2014/main" id="{BBAA6709-442D-66FD-B289-8825ED2E1597}"/>
                </a:ext>
              </a:extLst>
            </p:cNvPr>
            <p:cNvSpPr/>
            <p:nvPr/>
          </p:nvSpPr>
          <p:spPr>
            <a:xfrm>
              <a:off x="1585875" y="4992575"/>
              <a:ext cx="2500875" cy="466000"/>
            </a:xfrm>
            <a:custGeom>
              <a:avLst/>
              <a:gdLst/>
              <a:ahLst/>
              <a:cxnLst/>
              <a:rect l="l" t="t" r="r" b="b"/>
              <a:pathLst>
                <a:path w="100035" h="18640" extrusionOk="0">
                  <a:moveTo>
                    <a:pt x="46314" y="0"/>
                  </a:moveTo>
                  <a:cubicBezTo>
                    <a:pt x="45378" y="0"/>
                    <a:pt x="41064" y="1425"/>
                    <a:pt x="31460" y="3541"/>
                  </a:cubicBezTo>
                  <a:cubicBezTo>
                    <a:pt x="29832" y="3892"/>
                    <a:pt x="27988" y="4039"/>
                    <a:pt x="26046" y="4039"/>
                  </a:cubicBezTo>
                  <a:cubicBezTo>
                    <a:pt x="16528" y="4039"/>
                    <a:pt x="4681" y="529"/>
                    <a:pt x="4681" y="529"/>
                  </a:cubicBezTo>
                  <a:cubicBezTo>
                    <a:pt x="4681" y="529"/>
                    <a:pt x="1" y="3988"/>
                    <a:pt x="1" y="10459"/>
                  </a:cubicBezTo>
                  <a:cubicBezTo>
                    <a:pt x="1" y="14529"/>
                    <a:pt x="367" y="17948"/>
                    <a:pt x="855" y="18639"/>
                  </a:cubicBezTo>
                  <a:lnTo>
                    <a:pt x="100034" y="18639"/>
                  </a:lnTo>
                  <a:cubicBezTo>
                    <a:pt x="98447" y="17093"/>
                    <a:pt x="94255" y="13390"/>
                    <a:pt x="89046" y="12169"/>
                  </a:cubicBezTo>
                  <a:cubicBezTo>
                    <a:pt x="82290" y="10541"/>
                    <a:pt x="52866" y="7204"/>
                    <a:pt x="52866" y="7204"/>
                  </a:cubicBezTo>
                  <a:lnTo>
                    <a:pt x="51442" y="1302"/>
                  </a:lnTo>
                  <a:cubicBezTo>
                    <a:pt x="51442" y="1302"/>
                    <a:pt x="47291" y="0"/>
                    <a:pt x="4631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1855;p35">
              <a:extLst>
                <a:ext uri="{FF2B5EF4-FFF2-40B4-BE49-F238E27FC236}">
                  <a16:creationId xmlns:a16="http://schemas.microsoft.com/office/drawing/2014/main" id="{F0A3F759-135A-DD5E-5E98-6F64A7EE07D5}"/>
                </a:ext>
              </a:extLst>
            </p:cNvPr>
            <p:cNvSpPr/>
            <p:nvPr/>
          </p:nvSpPr>
          <p:spPr>
            <a:xfrm>
              <a:off x="1577750" y="4984425"/>
              <a:ext cx="2518150" cy="483300"/>
            </a:xfrm>
            <a:custGeom>
              <a:avLst/>
              <a:gdLst/>
              <a:ahLst/>
              <a:cxnLst/>
              <a:rect l="l" t="t" r="r" b="b"/>
              <a:pathLst>
                <a:path w="100726" h="19332" extrusionOk="0">
                  <a:moveTo>
                    <a:pt x="46639" y="652"/>
                  </a:moveTo>
                  <a:cubicBezTo>
                    <a:pt x="46842" y="652"/>
                    <a:pt x="47249" y="733"/>
                    <a:pt x="47778" y="855"/>
                  </a:cubicBezTo>
                  <a:cubicBezTo>
                    <a:pt x="48552" y="1018"/>
                    <a:pt x="49528" y="1303"/>
                    <a:pt x="50302" y="1547"/>
                  </a:cubicBezTo>
                  <a:cubicBezTo>
                    <a:pt x="50809" y="1681"/>
                    <a:pt x="51246" y="1797"/>
                    <a:pt x="51487" y="1861"/>
                  </a:cubicBezTo>
                  <a:lnTo>
                    <a:pt x="51487" y="1861"/>
                  </a:lnTo>
                  <a:lnTo>
                    <a:pt x="52866" y="7611"/>
                  </a:lnTo>
                  <a:cubicBezTo>
                    <a:pt x="52906" y="7733"/>
                    <a:pt x="53028" y="7855"/>
                    <a:pt x="53151" y="7855"/>
                  </a:cubicBezTo>
                  <a:cubicBezTo>
                    <a:pt x="53151" y="7855"/>
                    <a:pt x="53639" y="7896"/>
                    <a:pt x="54453" y="8018"/>
                  </a:cubicBezTo>
                  <a:cubicBezTo>
                    <a:pt x="57302" y="8343"/>
                    <a:pt x="64546" y="9198"/>
                    <a:pt x="71830" y="10134"/>
                  </a:cubicBezTo>
                  <a:cubicBezTo>
                    <a:pt x="79075" y="11070"/>
                    <a:pt x="86359" y="12128"/>
                    <a:pt x="89290" y="12820"/>
                  </a:cubicBezTo>
                  <a:cubicBezTo>
                    <a:pt x="93862" y="13909"/>
                    <a:pt x="97658" y="16907"/>
                    <a:pt x="99523" y="18640"/>
                  </a:cubicBezTo>
                  <a:lnTo>
                    <a:pt x="1383" y="18640"/>
                  </a:lnTo>
                  <a:cubicBezTo>
                    <a:pt x="1314" y="18474"/>
                    <a:pt x="1237" y="18221"/>
                    <a:pt x="1180" y="17907"/>
                  </a:cubicBezTo>
                  <a:cubicBezTo>
                    <a:pt x="895" y="16483"/>
                    <a:pt x="651" y="13838"/>
                    <a:pt x="651" y="10785"/>
                  </a:cubicBezTo>
                  <a:cubicBezTo>
                    <a:pt x="651" y="7652"/>
                    <a:pt x="1791" y="5210"/>
                    <a:pt x="2930" y="3582"/>
                  </a:cubicBezTo>
                  <a:cubicBezTo>
                    <a:pt x="3500" y="2768"/>
                    <a:pt x="4070" y="2158"/>
                    <a:pt x="4517" y="1710"/>
                  </a:cubicBezTo>
                  <a:cubicBezTo>
                    <a:pt x="4721" y="1506"/>
                    <a:pt x="4884" y="1344"/>
                    <a:pt x="5006" y="1262"/>
                  </a:cubicBezTo>
                  <a:lnTo>
                    <a:pt x="5052" y="1227"/>
                  </a:lnTo>
                  <a:lnTo>
                    <a:pt x="5052" y="1227"/>
                  </a:lnTo>
                  <a:cubicBezTo>
                    <a:pt x="6529" y="1642"/>
                    <a:pt x="17422" y="4681"/>
                    <a:pt x="26372" y="4681"/>
                  </a:cubicBezTo>
                  <a:cubicBezTo>
                    <a:pt x="28325" y="4681"/>
                    <a:pt x="30197" y="4518"/>
                    <a:pt x="31866" y="4192"/>
                  </a:cubicBezTo>
                  <a:cubicBezTo>
                    <a:pt x="36668" y="3134"/>
                    <a:pt x="40127" y="2239"/>
                    <a:pt x="42529" y="1628"/>
                  </a:cubicBezTo>
                  <a:cubicBezTo>
                    <a:pt x="43749" y="1344"/>
                    <a:pt x="44686" y="1099"/>
                    <a:pt x="45337" y="896"/>
                  </a:cubicBezTo>
                  <a:cubicBezTo>
                    <a:pt x="46029" y="733"/>
                    <a:pt x="46476" y="652"/>
                    <a:pt x="46639" y="652"/>
                  </a:cubicBezTo>
                  <a:close/>
                  <a:moveTo>
                    <a:pt x="46639" y="1"/>
                  </a:moveTo>
                  <a:cubicBezTo>
                    <a:pt x="46354" y="1"/>
                    <a:pt x="45906" y="82"/>
                    <a:pt x="45174" y="245"/>
                  </a:cubicBezTo>
                  <a:cubicBezTo>
                    <a:pt x="43098" y="774"/>
                    <a:pt x="38907" y="1954"/>
                    <a:pt x="31703" y="3501"/>
                  </a:cubicBezTo>
                  <a:cubicBezTo>
                    <a:pt x="30116" y="3867"/>
                    <a:pt x="28285" y="3989"/>
                    <a:pt x="26372" y="3989"/>
                  </a:cubicBezTo>
                  <a:cubicBezTo>
                    <a:pt x="21651" y="3989"/>
                    <a:pt x="16320" y="3134"/>
                    <a:pt x="12169" y="2280"/>
                  </a:cubicBezTo>
                  <a:cubicBezTo>
                    <a:pt x="10093" y="1832"/>
                    <a:pt x="8343" y="1384"/>
                    <a:pt x="7081" y="1059"/>
                  </a:cubicBezTo>
                  <a:cubicBezTo>
                    <a:pt x="6471" y="896"/>
                    <a:pt x="5942" y="774"/>
                    <a:pt x="5616" y="652"/>
                  </a:cubicBezTo>
                  <a:cubicBezTo>
                    <a:pt x="5291" y="570"/>
                    <a:pt x="5087" y="530"/>
                    <a:pt x="5087" y="530"/>
                  </a:cubicBezTo>
                  <a:cubicBezTo>
                    <a:pt x="5054" y="513"/>
                    <a:pt x="5013" y="503"/>
                    <a:pt x="4971" y="503"/>
                  </a:cubicBezTo>
                  <a:cubicBezTo>
                    <a:pt x="4912" y="503"/>
                    <a:pt x="4850" y="523"/>
                    <a:pt x="4802" y="570"/>
                  </a:cubicBezTo>
                  <a:cubicBezTo>
                    <a:pt x="4762" y="570"/>
                    <a:pt x="3581" y="1466"/>
                    <a:pt x="2401" y="3216"/>
                  </a:cubicBezTo>
                  <a:cubicBezTo>
                    <a:pt x="1180" y="4925"/>
                    <a:pt x="0" y="7489"/>
                    <a:pt x="0" y="10785"/>
                  </a:cubicBezTo>
                  <a:cubicBezTo>
                    <a:pt x="0" y="12861"/>
                    <a:pt x="82" y="14692"/>
                    <a:pt x="244" y="16157"/>
                  </a:cubicBezTo>
                  <a:cubicBezTo>
                    <a:pt x="326" y="16890"/>
                    <a:pt x="407" y="17541"/>
                    <a:pt x="529" y="18029"/>
                  </a:cubicBezTo>
                  <a:cubicBezTo>
                    <a:pt x="611" y="18518"/>
                    <a:pt x="733" y="18884"/>
                    <a:pt x="895" y="19169"/>
                  </a:cubicBezTo>
                  <a:cubicBezTo>
                    <a:pt x="936" y="19250"/>
                    <a:pt x="1058" y="19332"/>
                    <a:pt x="1180" y="19332"/>
                  </a:cubicBezTo>
                  <a:lnTo>
                    <a:pt x="100359" y="19332"/>
                  </a:lnTo>
                  <a:cubicBezTo>
                    <a:pt x="100481" y="19332"/>
                    <a:pt x="100603" y="19210"/>
                    <a:pt x="100644" y="19088"/>
                  </a:cubicBezTo>
                  <a:cubicBezTo>
                    <a:pt x="100725" y="18965"/>
                    <a:pt x="100685" y="18843"/>
                    <a:pt x="100563" y="18721"/>
                  </a:cubicBezTo>
                  <a:cubicBezTo>
                    <a:pt x="98975" y="17134"/>
                    <a:pt x="94784" y="13431"/>
                    <a:pt x="89412" y="12169"/>
                  </a:cubicBezTo>
                  <a:cubicBezTo>
                    <a:pt x="86034" y="11355"/>
                    <a:pt x="76999" y="10093"/>
                    <a:pt x="68819" y="9076"/>
                  </a:cubicBezTo>
                  <a:cubicBezTo>
                    <a:pt x="61526" y="8137"/>
                    <a:pt x="54907" y="7391"/>
                    <a:pt x="53504" y="7234"/>
                  </a:cubicBezTo>
                  <a:lnTo>
                    <a:pt x="53504" y="7234"/>
                  </a:lnTo>
                  <a:lnTo>
                    <a:pt x="52092" y="1547"/>
                  </a:lnTo>
                  <a:cubicBezTo>
                    <a:pt x="52052" y="1425"/>
                    <a:pt x="51970" y="1303"/>
                    <a:pt x="51848" y="1303"/>
                  </a:cubicBezTo>
                  <a:cubicBezTo>
                    <a:pt x="51848" y="1303"/>
                    <a:pt x="50831" y="977"/>
                    <a:pt x="49651" y="652"/>
                  </a:cubicBezTo>
                  <a:cubicBezTo>
                    <a:pt x="49081" y="489"/>
                    <a:pt x="48470" y="326"/>
                    <a:pt x="47941" y="204"/>
                  </a:cubicBezTo>
                  <a:cubicBezTo>
                    <a:pt x="47412" y="82"/>
                    <a:pt x="46965" y="1"/>
                    <a:pt x="4663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1856;p35">
              <a:extLst>
                <a:ext uri="{FF2B5EF4-FFF2-40B4-BE49-F238E27FC236}">
                  <a16:creationId xmlns:a16="http://schemas.microsoft.com/office/drawing/2014/main" id="{957F4D62-ED82-EE4D-71CE-14FEDC7E44B4}"/>
                </a:ext>
              </a:extLst>
            </p:cNvPr>
            <p:cNvSpPr/>
            <p:nvPr/>
          </p:nvSpPr>
          <p:spPr>
            <a:xfrm>
              <a:off x="1598100" y="2881400"/>
              <a:ext cx="1406100" cy="2341600"/>
            </a:xfrm>
            <a:custGeom>
              <a:avLst/>
              <a:gdLst/>
              <a:ahLst/>
              <a:cxnLst/>
              <a:rect l="l" t="t" r="r" b="b"/>
              <a:pathLst>
                <a:path w="56244" h="93664" extrusionOk="0">
                  <a:moveTo>
                    <a:pt x="27796" y="0"/>
                  </a:moveTo>
                  <a:cubicBezTo>
                    <a:pt x="27796" y="0"/>
                    <a:pt x="27593" y="122"/>
                    <a:pt x="27308" y="326"/>
                  </a:cubicBezTo>
                  <a:cubicBezTo>
                    <a:pt x="25436" y="1588"/>
                    <a:pt x="18639" y="6308"/>
                    <a:pt x="13471" y="10378"/>
                  </a:cubicBezTo>
                  <a:cubicBezTo>
                    <a:pt x="7448" y="15099"/>
                    <a:pt x="7041" y="23890"/>
                    <a:pt x="6796" y="30686"/>
                  </a:cubicBezTo>
                  <a:cubicBezTo>
                    <a:pt x="6512" y="37523"/>
                    <a:pt x="2116" y="80011"/>
                    <a:pt x="1058" y="85261"/>
                  </a:cubicBezTo>
                  <a:cubicBezTo>
                    <a:pt x="0" y="90511"/>
                    <a:pt x="9401" y="91854"/>
                    <a:pt x="18477" y="93156"/>
                  </a:cubicBezTo>
                  <a:cubicBezTo>
                    <a:pt x="20817" y="93504"/>
                    <a:pt x="23335" y="93664"/>
                    <a:pt x="25880" y="93664"/>
                  </a:cubicBezTo>
                  <a:cubicBezTo>
                    <a:pt x="33159" y="93664"/>
                    <a:pt x="40657" y="92359"/>
                    <a:pt x="44848" y="90430"/>
                  </a:cubicBezTo>
                  <a:cubicBezTo>
                    <a:pt x="50505" y="87784"/>
                    <a:pt x="51807" y="87906"/>
                    <a:pt x="51807" y="85058"/>
                  </a:cubicBezTo>
                  <a:cubicBezTo>
                    <a:pt x="51807" y="82168"/>
                    <a:pt x="51930" y="75575"/>
                    <a:pt x="51930" y="75046"/>
                  </a:cubicBezTo>
                  <a:cubicBezTo>
                    <a:pt x="51930" y="74558"/>
                    <a:pt x="55999" y="42366"/>
                    <a:pt x="55755" y="32924"/>
                  </a:cubicBezTo>
                  <a:cubicBezTo>
                    <a:pt x="55470" y="23483"/>
                    <a:pt x="56243" y="18355"/>
                    <a:pt x="54046" y="13634"/>
                  </a:cubicBezTo>
                  <a:cubicBezTo>
                    <a:pt x="51807" y="8913"/>
                    <a:pt x="46151" y="5250"/>
                    <a:pt x="38662" y="2768"/>
                  </a:cubicBezTo>
                  <a:cubicBezTo>
                    <a:pt x="31174" y="245"/>
                    <a:pt x="27796" y="0"/>
                    <a:pt x="2779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1857;p35">
              <a:extLst>
                <a:ext uri="{FF2B5EF4-FFF2-40B4-BE49-F238E27FC236}">
                  <a16:creationId xmlns:a16="http://schemas.microsoft.com/office/drawing/2014/main" id="{4E2F36C0-2D6B-A0D1-B2E4-3B91F2C4C4F0}"/>
                </a:ext>
              </a:extLst>
            </p:cNvPr>
            <p:cNvSpPr/>
            <p:nvPr/>
          </p:nvSpPr>
          <p:spPr>
            <a:xfrm>
              <a:off x="1631675" y="2921075"/>
              <a:ext cx="1264675" cy="2293325"/>
            </a:xfrm>
            <a:custGeom>
              <a:avLst/>
              <a:gdLst/>
              <a:ahLst/>
              <a:cxnLst/>
              <a:rect l="l" t="t" r="r" b="b"/>
              <a:pathLst>
                <a:path w="50587" h="91733" extrusionOk="0">
                  <a:moveTo>
                    <a:pt x="24744" y="1"/>
                  </a:moveTo>
                  <a:cubicBezTo>
                    <a:pt x="21976" y="1913"/>
                    <a:pt x="16604" y="5698"/>
                    <a:pt x="12331" y="9035"/>
                  </a:cubicBezTo>
                  <a:cubicBezTo>
                    <a:pt x="9401" y="11355"/>
                    <a:pt x="7814" y="14652"/>
                    <a:pt x="6959" y="18233"/>
                  </a:cubicBezTo>
                  <a:cubicBezTo>
                    <a:pt x="6064" y="21855"/>
                    <a:pt x="5901" y="25721"/>
                    <a:pt x="5779" y="29140"/>
                  </a:cubicBezTo>
                  <a:cubicBezTo>
                    <a:pt x="5698" y="31704"/>
                    <a:pt x="5006" y="39273"/>
                    <a:pt x="4110" y="48023"/>
                  </a:cubicBezTo>
                  <a:cubicBezTo>
                    <a:pt x="3256" y="56773"/>
                    <a:pt x="2198" y="66703"/>
                    <a:pt x="1343" y="73947"/>
                  </a:cubicBezTo>
                  <a:cubicBezTo>
                    <a:pt x="814" y="78790"/>
                    <a:pt x="326" y="82412"/>
                    <a:pt x="41" y="83755"/>
                  </a:cubicBezTo>
                  <a:cubicBezTo>
                    <a:pt x="0" y="84000"/>
                    <a:pt x="0" y="84244"/>
                    <a:pt x="0" y="84447"/>
                  </a:cubicBezTo>
                  <a:cubicBezTo>
                    <a:pt x="0" y="85505"/>
                    <a:pt x="448" y="86319"/>
                    <a:pt x="1384" y="87093"/>
                  </a:cubicBezTo>
                  <a:cubicBezTo>
                    <a:pt x="2279" y="87825"/>
                    <a:pt x="3622" y="88436"/>
                    <a:pt x="5250" y="88965"/>
                  </a:cubicBezTo>
                  <a:cubicBezTo>
                    <a:pt x="8506" y="89982"/>
                    <a:pt x="12860" y="90633"/>
                    <a:pt x="17174" y="91244"/>
                  </a:cubicBezTo>
                  <a:cubicBezTo>
                    <a:pt x="19494" y="91569"/>
                    <a:pt x="21976" y="91732"/>
                    <a:pt x="24459" y="91732"/>
                  </a:cubicBezTo>
                  <a:lnTo>
                    <a:pt x="24744" y="91732"/>
                  </a:lnTo>
                  <a:lnTo>
                    <a:pt x="50587" y="70529"/>
                  </a:lnTo>
                  <a:cubicBezTo>
                    <a:pt x="50587" y="70529"/>
                    <a:pt x="50587" y="70529"/>
                    <a:pt x="50587" y="70488"/>
                  </a:cubicBezTo>
                  <a:cubicBezTo>
                    <a:pt x="47738" y="64913"/>
                    <a:pt x="44848" y="59174"/>
                    <a:pt x="42569" y="54616"/>
                  </a:cubicBezTo>
                  <a:cubicBezTo>
                    <a:pt x="42569" y="54779"/>
                    <a:pt x="42447" y="54901"/>
                    <a:pt x="42284" y="54901"/>
                  </a:cubicBezTo>
                  <a:cubicBezTo>
                    <a:pt x="40941" y="55186"/>
                    <a:pt x="39558" y="55267"/>
                    <a:pt x="38255" y="55267"/>
                  </a:cubicBezTo>
                  <a:cubicBezTo>
                    <a:pt x="33494" y="55267"/>
                    <a:pt x="29465" y="53924"/>
                    <a:pt x="29465" y="53884"/>
                  </a:cubicBezTo>
                  <a:cubicBezTo>
                    <a:pt x="29302" y="53843"/>
                    <a:pt x="29180" y="53640"/>
                    <a:pt x="29261" y="53477"/>
                  </a:cubicBezTo>
                  <a:cubicBezTo>
                    <a:pt x="29302" y="53314"/>
                    <a:pt x="29424" y="53233"/>
                    <a:pt x="29587" y="53233"/>
                  </a:cubicBezTo>
                  <a:cubicBezTo>
                    <a:pt x="29587" y="53233"/>
                    <a:pt x="29628" y="53233"/>
                    <a:pt x="29668" y="53273"/>
                  </a:cubicBezTo>
                  <a:cubicBezTo>
                    <a:pt x="29668" y="53273"/>
                    <a:pt x="29750" y="53273"/>
                    <a:pt x="29872" y="53314"/>
                  </a:cubicBezTo>
                  <a:cubicBezTo>
                    <a:pt x="29953" y="53355"/>
                    <a:pt x="30157" y="53395"/>
                    <a:pt x="30360" y="53477"/>
                  </a:cubicBezTo>
                  <a:cubicBezTo>
                    <a:pt x="30808" y="53599"/>
                    <a:pt x="31418" y="53762"/>
                    <a:pt x="32232" y="53924"/>
                  </a:cubicBezTo>
                  <a:cubicBezTo>
                    <a:pt x="33779" y="54291"/>
                    <a:pt x="35936" y="54616"/>
                    <a:pt x="38255" y="54616"/>
                  </a:cubicBezTo>
                  <a:cubicBezTo>
                    <a:pt x="39517" y="54616"/>
                    <a:pt x="40860" y="54494"/>
                    <a:pt x="42162" y="54250"/>
                  </a:cubicBezTo>
                  <a:lnTo>
                    <a:pt x="42244" y="54250"/>
                  </a:lnTo>
                  <a:cubicBezTo>
                    <a:pt x="42284" y="54250"/>
                    <a:pt x="42366" y="54250"/>
                    <a:pt x="42406" y="54291"/>
                  </a:cubicBezTo>
                  <a:cubicBezTo>
                    <a:pt x="42162" y="53843"/>
                    <a:pt x="41959" y="53355"/>
                    <a:pt x="41715" y="52907"/>
                  </a:cubicBezTo>
                  <a:lnTo>
                    <a:pt x="41633" y="52907"/>
                  </a:lnTo>
                  <a:cubicBezTo>
                    <a:pt x="41552" y="52907"/>
                    <a:pt x="41470" y="52907"/>
                    <a:pt x="41430" y="52866"/>
                  </a:cubicBezTo>
                  <a:cubicBezTo>
                    <a:pt x="35366" y="48186"/>
                    <a:pt x="34104" y="45337"/>
                    <a:pt x="34064" y="45297"/>
                  </a:cubicBezTo>
                  <a:cubicBezTo>
                    <a:pt x="34023" y="45093"/>
                    <a:pt x="34104" y="44890"/>
                    <a:pt x="34267" y="44849"/>
                  </a:cubicBezTo>
                  <a:cubicBezTo>
                    <a:pt x="34308" y="44808"/>
                    <a:pt x="34348" y="44808"/>
                    <a:pt x="34389" y="44808"/>
                  </a:cubicBezTo>
                  <a:cubicBezTo>
                    <a:pt x="34511" y="44808"/>
                    <a:pt x="34633" y="44890"/>
                    <a:pt x="34715" y="45012"/>
                  </a:cubicBezTo>
                  <a:lnTo>
                    <a:pt x="34715" y="45052"/>
                  </a:lnTo>
                  <a:lnTo>
                    <a:pt x="34755" y="45134"/>
                  </a:lnTo>
                  <a:cubicBezTo>
                    <a:pt x="34796" y="45215"/>
                    <a:pt x="34877" y="45337"/>
                    <a:pt x="34959" y="45459"/>
                  </a:cubicBezTo>
                  <a:cubicBezTo>
                    <a:pt x="35162" y="45785"/>
                    <a:pt x="35488" y="46273"/>
                    <a:pt x="36017" y="46924"/>
                  </a:cubicBezTo>
                  <a:cubicBezTo>
                    <a:pt x="36953" y="48064"/>
                    <a:pt x="38540" y="49733"/>
                    <a:pt x="41145" y="51767"/>
                  </a:cubicBezTo>
                  <a:cubicBezTo>
                    <a:pt x="39313" y="48064"/>
                    <a:pt x="38093" y="45581"/>
                    <a:pt x="37970" y="45256"/>
                  </a:cubicBezTo>
                  <a:cubicBezTo>
                    <a:pt x="37686" y="44320"/>
                    <a:pt x="36872" y="41145"/>
                    <a:pt x="36872" y="37930"/>
                  </a:cubicBezTo>
                  <a:cubicBezTo>
                    <a:pt x="36872" y="36709"/>
                    <a:pt x="36994" y="35489"/>
                    <a:pt x="37319" y="34349"/>
                  </a:cubicBezTo>
                  <a:cubicBezTo>
                    <a:pt x="38499" y="30442"/>
                    <a:pt x="42203" y="25436"/>
                    <a:pt x="42203" y="25436"/>
                  </a:cubicBezTo>
                  <a:lnTo>
                    <a:pt x="47494" y="15832"/>
                  </a:lnTo>
                  <a:cubicBezTo>
                    <a:pt x="44685" y="11233"/>
                    <a:pt x="39029" y="4844"/>
                    <a:pt x="39029" y="4844"/>
                  </a:cubicBezTo>
                  <a:cubicBezTo>
                    <a:pt x="39029" y="4844"/>
                    <a:pt x="39558" y="4681"/>
                    <a:pt x="39720" y="4314"/>
                  </a:cubicBezTo>
                  <a:cubicBezTo>
                    <a:pt x="34877" y="2483"/>
                    <a:pt x="26901" y="489"/>
                    <a:pt x="24744"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1858;p35">
              <a:extLst>
                <a:ext uri="{FF2B5EF4-FFF2-40B4-BE49-F238E27FC236}">
                  <a16:creationId xmlns:a16="http://schemas.microsoft.com/office/drawing/2014/main" id="{1A365E95-FAE6-A07B-20FD-73A0A729D17C}"/>
                </a:ext>
              </a:extLst>
            </p:cNvPr>
            <p:cNvSpPr/>
            <p:nvPr/>
          </p:nvSpPr>
          <p:spPr>
            <a:xfrm>
              <a:off x="2061025" y="3553925"/>
              <a:ext cx="189250" cy="494225"/>
            </a:xfrm>
            <a:custGeom>
              <a:avLst/>
              <a:gdLst/>
              <a:ahLst/>
              <a:cxnLst/>
              <a:rect l="l" t="t" r="r" b="b"/>
              <a:pathLst>
                <a:path w="7570" h="19769" extrusionOk="0">
                  <a:moveTo>
                    <a:pt x="326" y="0"/>
                  </a:moveTo>
                  <a:cubicBezTo>
                    <a:pt x="122" y="41"/>
                    <a:pt x="0" y="204"/>
                    <a:pt x="0" y="367"/>
                  </a:cubicBezTo>
                  <a:cubicBezTo>
                    <a:pt x="0" y="407"/>
                    <a:pt x="1221" y="12087"/>
                    <a:pt x="6919" y="19616"/>
                  </a:cubicBezTo>
                  <a:cubicBezTo>
                    <a:pt x="6968" y="19715"/>
                    <a:pt x="7077" y="19769"/>
                    <a:pt x="7182" y="19769"/>
                  </a:cubicBezTo>
                  <a:cubicBezTo>
                    <a:pt x="7251" y="19769"/>
                    <a:pt x="7318" y="19746"/>
                    <a:pt x="7366" y="19698"/>
                  </a:cubicBezTo>
                  <a:cubicBezTo>
                    <a:pt x="7529" y="19576"/>
                    <a:pt x="7570" y="19372"/>
                    <a:pt x="7448" y="19209"/>
                  </a:cubicBezTo>
                  <a:cubicBezTo>
                    <a:pt x="4680" y="15587"/>
                    <a:pt x="2971" y="10826"/>
                    <a:pt x="1994" y="7000"/>
                  </a:cubicBezTo>
                  <a:cubicBezTo>
                    <a:pt x="1465" y="5087"/>
                    <a:pt x="1140" y="3419"/>
                    <a:pt x="936" y="2239"/>
                  </a:cubicBezTo>
                  <a:cubicBezTo>
                    <a:pt x="855" y="1628"/>
                    <a:pt x="773" y="1140"/>
                    <a:pt x="733" y="814"/>
                  </a:cubicBezTo>
                  <a:cubicBezTo>
                    <a:pt x="692" y="489"/>
                    <a:pt x="692" y="326"/>
                    <a:pt x="692" y="326"/>
                  </a:cubicBezTo>
                  <a:cubicBezTo>
                    <a:pt x="651" y="122"/>
                    <a:pt x="489" y="0"/>
                    <a:pt x="32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1859;p35">
              <a:extLst>
                <a:ext uri="{FF2B5EF4-FFF2-40B4-BE49-F238E27FC236}">
                  <a16:creationId xmlns:a16="http://schemas.microsoft.com/office/drawing/2014/main" id="{CF0DA5DE-8018-3E70-8EC0-6CD4E91E3BEF}"/>
                </a:ext>
              </a:extLst>
            </p:cNvPr>
            <p:cNvSpPr/>
            <p:nvPr/>
          </p:nvSpPr>
          <p:spPr>
            <a:xfrm>
              <a:off x="2482225" y="4041475"/>
              <a:ext cx="199450" cy="202600"/>
            </a:xfrm>
            <a:custGeom>
              <a:avLst/>
              <a:gdLst/>
              <a:ahLst/>
              <a:cxnLst/>
              <a:rect l="l" t="t" r="r" b="b"/>
              <a:pathLst>
                <a:path w="7978" h="8104" extrusionOk="0">
                  <a:moveTo>
                    <a:pt x="381" y="1"/>
                  </a:moveTo>
                  <a:cubicBezTo>
                    <a:pt x="335" y="1"/>
                    <a:pt x="289" y="11"/>
                    <a:pt x="245" y="33"/>
                  </a:cubicBezTo>
                  <a:cubicBezTo>
                    <a:pt x="82" y="74"/>
                    <a:pt x="1" y="277"/>
                    <a:pt x="42" y="481"/>
                  </a:cubicBezTo>
                  <a:cubicBezTo>
                    <a:pt x="82" y="521"/>
                    <a:pt x="1344" y="3370"/>
                    <a:pt x="7408" y="8050"/>
                  </a:cubicBezTo>
                  <a:cubicBezTo>
                    <a:pt x="7458" y="8084"/>
                    <a:pt x="7530" y="8104"/>
                    <a:pt x="7602" y="8104"/>
                  </a:cubicBezTo>
                  <a:cubicBezTo>
                    <a:pt x="7704" y="8104"/>
                    <a:pt x="7808" y="8064"/>
                    <a:pt x="7855" y="7969"/>
                  </a:cubicBezTo>
                  <a:cubicBezTo>
                    <a:pt x="7977" y="7806"/>
                    <a:pt x="7937" y="7603"/>
                    <a:pt x="7815" y="7481"/>
                  </a:cubicBezTo>
                  <a:cubicBezTo>
                    <a:pt x="4803" y="5201"/>
                    <a:pt x="3012" y="3370"/>
                    <a:pt x="1995" y="2108"/>
                  </a:cubicBezTo>
                  <a:cubicBezTo>
                    <a:pt x="1466" y="1457"/>
                    <a:pt x="1140" y="969"/>
                    <a:pt x="937" y="643"/>
                  </a:cubicBezTo>
                  <a:cubicBezTo>
                    <a:pt x="855" y="521"/>
                    <a:pt x="774" y="399"/>
                    <a:pt x="733" y="318"/>
                  </a:cubicBezTo>
                  <a:lnTo>
                    <a:pt x="693" y="236"/>
                  </a:lnTo>
                  <a:lnTo>
                    <a:pt x="693" y="196"/>
                  </a:lnTo>
                  <a:cubicBezTo>
                    <a:pt x="633" y="77"/>
                    <a:pt x="508" y="1"/>
                    <a:pt x="38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1860;p35">
              <a:extLst>
                <a:ext uri="{FF2B5EF4-FFF2-40B4-BE49-F238E27FC236}">
                  <a16:creationId xmlns:a16="http://schemas.microsoft.com/office/drawing/2014/main" id="{526D06BC-5CAE-7072-1516-18303DC83E7E}"/>
                </a:ext>
              </a:extLst>
            </p:cNvPr>
            <p:cNvSpPr/>
            <p:nvPr/>
          </p:nvSpPr>
          <p:spPr>
            <a:xfrm>
              <a:off x="2361150" y="4252250"/>
              <a:ext cx="335775" cy="50525"/>
            </a:xfrm>
            <a:custGeom>
              <a:avLst/>
              <a:gdLst/>
              <a:ahLst/>
              <a:cxnLst/>
              <a:rect l="l" t="t" r="r" b="b"/>
              <a:pathLst>
                <a:path w="13431" h="2021" extrusionOk="0">
                  <a:moveTo>
                    <a:pt x="378" y="0"/>
                  </a:moveTo>
                  <a:cubicBezTo>
                    <a:pt x="245" y="0"/>
                    <a:pt x="114" y="103"/>
                    <a:pt x="82" y="230"/>
                  </a:cubicBezTo>
                  <a:cubicBezTo>
                    <a:pt x="1" y="393"/>
                    <a:pt x="123" y="596"/>
                    <a:pt x="286" y="637"/>
                  </a:cubicBezTo>
                  <a:cubicBezTo>
                    <a:pt x="286" y="677"/>
                    <a:pt x="4315" y="2020"/>
                    <a:pt x="9076" y="2020"/>
                  </a:cubicBezTo>
                  <a:cubicBezTo>
                    <a:pt x="10379" y="2020"/>
                    <a:pt x="11762" y="1939"/>
                    <a:pt x="13105" y="1654"/>
                  </a:cubicBezTo>
                  <a:cubicBezTo>
                    <a:pt x="13309" y="1654"/>
                    <a:pt x="13431" y="1451"/>
                    <a:pt x="13390" y="1288"/>
                  </a:cubicBezTo>
                  <a:cubicBezTo>
                    <a:pt x="13355" y="1111"/>
                    <a:pt x="13227" y="995"/>
                    <a:pt x="13060" y="995"/>
                  </a:cubicBezTo>
                  <a:cubicBezTo>
                    <a:pt x="13035" y="995"/>
                    <a:pt x="13010" y="998"/>
                    <a:pt x="12983" y="1003"/>
                  </a:cubicBezTo>
                  <a:cubicBezTo>
                    <a:pt x="11681" y="1247"/>
                    <a:pt x="10338" y="1369"/>
                    <a:pt x="9076" y="1369"/>
                  </a:cubicBezTo>
                  <a:cubicBezTo>
                    <a:pt x="6757" y="1369"/>
                    <a:pt x="4600" y="1044"/>
                    <a:pt x="3053" y="677"/>
                  </a:cubicBezTo>
                  <a:cubicBezTo>
                    <a:pt x="2239" y="515"/>
                    <a:pt x="1629" y="352"/>
                    <a:pt x="1181" y="230"/>
                  </a:cubicBezTo>
                  <a:cubicBezTo>
                    <a:pt x="978" y="148"/>
                    <a:pt x="774" y="108"/>
                    <a:pt x="693" y="67"/>
                  </a:cubicBezTo>
                  <a:cubicBezTo>
                    <a:pt x="571" y="26"/>
                    <a:pt x="489" y="26"/>
                    <a:pt x="489" y="26"/>
                  </a:cubicBezTo>
                  <a:cubicBezTo>
                    <a:pt x="454" y="8"/>
                    <a:pt x="416" y="0"/>
                    <a:pt x="37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1861;p35">
              <a:extLst>
                <a:ext uri="{FF2B5EF4-FFF2-40B4-BE49-F238E27FC236}">
                  <a16:creationId xmlns:a16="http://schemas.microsoft.com/office/drawing/2014/main" id="{7B27443B-9051-BF18-DCEC-D955832A54FC}"/>
                </a:ext>
              </a:extLst>
            </p:cNvPr>
            <p:cNvSpPr/>
            <p:nvPr/>
          </p:nvSpPr>
          <p:spPr>
            <a:xfrm>
              <a:off x="2311300" y="4874800"/>
              <a:ext cx="481275" cy="353625"/>
            </a:xfrm>
            <a:custGeom>
              <a:avLst/>
              <a:gdLst/>
              <a:ahLst/>
              <a:cxnLst/>
              <a:rect l="l" t="t" r="r" b="b"/>
              <a:pathLst>
                <a:path w="19251" h="14145" extrusionOk="0">
                  <a:moveTo>
                    <a:pt x="18884" y="1"/>
                  </a:moveTo>
                  <a:cubicBezTo>
                    <a:pt x="18777" y="1"/>
                    <a:pt x="18673" y="54"/>
                    <a:pt x="18599" y="153"/>
                  </a:cubicBezTo>
                  <a:cubicBezTo>
                    <a:pt x="16035" y="3409"/>
                    <a:pt x="11437" y="6746"/>
                    <a:pt x="7489" y="9269"/>
                  </a:cubicBezTo>
                  <a:cubicBezTo>
                    <a:pt x="5495" y="10531"/>
                    <a:pt x="3663" y="11589"/>
                    <a:pt x="2361" y="12322"/>
                  </a:cubicBezTo>
                  <a:cubicBezTo>
                    <a:pt x="1710" y="12728"/>
                    <a:pt x="1181" y="13013"/>
                    <a:pt x="815" y="13217"/>
                  </a:cubicBezTo>
                  <a:cubicBezTo>
                    <a:pt x="408" y="13380"/>
                    <a:pt x="204" y="13502"/>
                    <a:pt x="204" y="13502"/>
                  </a:cubicBezTo>
                  <a:cubicBezTo>
                    <a:pt x="41" y="13583"/>
                    <a:pt x="1" y="13787"/>
                    <a:pt x="82" y="13949"/>
                  </a:cubicBezTo>
                  <a:cubicBezTo>
                    <a:pt x="142" y="14069"/>
                    <a:pt x="267" y="14144"/>
                    <a:pt x="393" y="14144"/>
                  </a:cubicBezTo>
                  <a:cubicBezTo>
                    <a:pt x="440" y="14144"/>
                    <a:pt x="486" y="14134"/>
                    <a:pt x="530" y="14112"/>
                  </a:cubicBezTo>
                  <a:cubicBezTo>
                    <a:pt x="530" y="14112"/>
                    <a:pt x="3867" y="12403"/>
                    <a:pt x="7855" y="9839"/>
                  </a:cubicBezTo>
                  <a:cubicBezTo>
                    <a:pt x="11844" y="7316"/>
                    <a:pt x="16442" y="3938"/>
                    <a:pt x="19128" y="560"/>
                  </a:cubicBezTo>
                  <a:cubicBezTo>
                    <a:pt x="19250" y="397"/>
                    <a:pt x="19210" y="194"/>
                    <a:pt x="19088" y="72"/>
                  </a:cubicBezTo>
                  <a:cubicBezTo>
                    <a:pt x="19023" y="23"/>
                    <a:pt x="18953" y="1"/>
                    <a:pt x="1888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1862;p35">
              <a:extLst>
                <a:ext uri="{FF2B5EF4-FFF2-40B4-BE49-F238E27FC236}">
                  <a16:creationId xmlns:a16="http://schemas.microsoft.com/office/drawing/2014/main" id="{A6FE6F27-C289-339B-DF89-4452AE0E91D8}"/>
                </a:ext>
              </a:extLst>
            </p:cNvPr>
            <p:cNvSpPr/>
            <p:nvPr/>
          </p:nvSpPr>
          <p:spPr>
            <a:xfrm>
              <a:off x="1614375" y="2872825"/>
              <a:ext cx="1385750" cy="2358850"/>
            </a:xfrm>
            <a:custGeom>
              <a:avLst/>
              <a:gdLst/>
              <a:ahLst/>
              <a:cxnLst/>
              <a:rect l="l" t="t" r="r" b="b"/>
              <a:pathLst>
                <a:path w="55430" h="94354" extrusionOk="0">
                  <a:moveTo>
                    <a:pt x="27219" y="694"/>
                  </a:moveTo>
                  <a:cubicBezTo>
                    <a:pt x="27233" y="699"/>
                    <a:pt x="27249" y="704"/>
                    <a:pt x="27267" y="710"/>
                  </a:cubicBezTo>
                  <a:cubicBezTo>
                    <a:pt x="28000" y="791"/>
                    <a:pt x="31378" y="1239"/>
                    <a:pt x="37930" y="3396"/>
                  </a:cubicBezTo>
                  <a:cubicBezTo>
                    <a:pt x="45337" y="5878"/>
                    <a:pt x="50912" y="9541"/>
                    <a:pt x="53069" y="14140"/>
                  </a:cubicBezTo>
                  <a:cubicBezTo>
                    <a:pt x="54575" y="17355"/>
                    <a:pt x="54697" y="20773"/>
                    <a:pt x="54697" y="25779"/>
                  </a:cubicBezTo>
                  <a:cubicBezTo>
                    <a:pt x="54697" y="26430"/>
                    <a:pt x="54697" y="27081"/>
                    <a:pt x="54697" y="27773"/>
                  </a:cubicBezTo>
                  <a:cubicBezTo>
                    <a:pt x="54697" y="29442"/>
                    <a:pt x="54697" y="31273"/>
                    <a:pt x="54738" y="33267"/>
                  </a:cubicBezTo>
                  <a:cubicBezTo>
                    <a:pt x="54738" y="33593"/>
                    <a:pt x="54738" y="33878"/>
                    <a:pt x="54738" y="34244"/>
                  </a:cubicBezTo>
                  <a:cubicBezTo>
                    <a:pt x="54778" y="39413"/>
                    <a:pt x="53802" y="49587"/>
                    <a:pt x="52866" y="58500"/>
                  </a:cubicBezTo>
                  <a:cubicBezTo>
                    <a:pt x="52377" y="62976"/>
                    <a:pt x="51889" y="67128"/>
                    <a:pt x="51523" y="70180"/>
                  </a:cubicBezTo>
                  <a:cubicBezTo>
                    <a:pt x="51360" y="71726"/>
                    <a:pt x="51197" y="72988"/>
                    <a:pt x="51116" y="73883"/>
                  </a:cubicBezTo>
                  <a:cubicBezTo>
                    <a:pt x="51034" y="74331"/>
                    <a:pt x="50994" y="74697"/>
                    <a:pt x="50994" y="74941"/>
                  </a:cubicBezTo>
                  <a:cubicBezTo>
                    <a:pt x="50953" y="75063"/>
                    <a:pt x="50953" y="75145"/>
                    <a:pt x="50953" y="75226"/>
                  </a:cubicBezTo>
                  <a:cubicBezTo>
                    <a:pt x="50953" y="75308"/>
                    <a:pt x="50953" y="75348"/>
                    <a:pt x="50953" y="75389"/>
                  </a:cubicBezTo>
                  <a:cubicBezTo>
                    <a:pt x="50953" y="75918"/>
                    <a:pt x="50790" y="82470"/>
                    <a:pt x="50790" y="85401"/>
                  </a:cubicBezTo>
                  <a:cubicBezTo>
                    <a:pt x="50790" y="86092"/>
                    <a:pt x="50709" y="86540"/>
                    <a:pt x="50546" y="86906"/>
                  </a:cubicBezTo>
                  <a:cubicBezTo>
                    <a:pt x="50424" y="87191"/>
                    <a:pt x="50220" y="87435"/>
                    <a:pt x="49936" y="87639"/>
                  </a:cubicBezTo>
                  <a:cubicBezTo>
                    <a:pt x="49040" y="88371"/>
                    <a:pt x="47250" y="88982"/>
                    <a:pt x="44034" y="90447"/>
                  </a:cubicBezTo>
                  <a:cubicBezTo>
                    <a:pt x="39924" y="92360"/>
                    <a:pt x="32436" y="93662"/>
                    <a:pt x="25151" y="93662"/>
                  </a:cubicBezTo>
                  <a:cubicBezTo>
                    <a:pt x="22668" y="93662"/>
                    <a:pt x="20186" y="93499"/>
                    <a:pt x="17866" y="93174"/>
                  </a:cubicBezTo>
                  <a:cubicBezTo>
                    <a:pt x="13552" y="92563"/>
                    <a:pt x="9198" y="91912"/>
                    <a:pt x="5942" y="90895"/>
                  </a:cubicBezTo>
                  <a:cubicBezTo>
                    <a:pt x="4314" y="90366"/>
                    <a:pt x="2971" y="89755"/>
                    <a:pt x="2076" y="89023"/>
                  </a:cubicBezTo>
                  <a:cubicBezTo>
                    <a:pt x="1140" y="88249"/>
                    <a:pt x="692" y="87435"/>
                    <a:pt x="692" y="86377"/>
                  </a:cubicBezTo>
                  <a:cubicBezTo>
                    <a:pt x="692" y="86174"/>
                    <a:pt x="692" y="85930"/>
                    <a:pt x="733" y="85685"/>
                  </a:cubicBezTo>
                  <a:cubicBezTo>
                    <a:pt x="1018" y="84342"/>
                    <a:pt x="1506" y="80720"/>
                    <a:pt x="2035" y="75877"/>
                  </a:cubicBezTo>
                  <a:cubicBezTo>
                    <a:pt x="2890" y="68633"/>
                    <a:pt x="3948" y="58703"/>
                    <a:pt x="4802" y="49953"/>
                  </a:cubicBezTo>
                  <a:cubicBezTo>
                    <a:pt x="5698" y="41203"/>
                    <a:pt x="6390" y="33634"/>
                    <a:pt x="6471" y="31070"/>
                  </a:cubicBezTo>
                  <a:cubicBezTo>
                    <a:pt x="6593" y="27651"/>
                    <a:pt x="6756" y="23785"/>
                    <a:pt x="7651" y="20163"/>
                  </a:cubicBezTo>
                  <a:cubicBezTo>
                    <a:pt x="8506" y="16582"/>
                    <a:pt x="10093" y="13285"/>
                    <a:pt x="13023" y="10965"/>
                  </a:cubicBezTo>
                  <a:cubicBezTo>
                    <a:pt x="18192" y="6936"/>
                    <a:pt x="24988" y="2215"/>
                    <a:pt x="26860" y="954"/>
                  </a:cubicBezTo>
                  <a:cubicBezTo>
                    <a:pt x="27021" y="839"/>
                    <a:pt x="27143" y="750"/>
                    <a:pt x="27219" y="694"/>
                  </a:cubicBezTo>
                  <a:close/>
                  <a:moveTo>
                    <a:pt x="27075" y="1"/>
                  </a:moveTo>
                  <a:cubicBezTo>
                    <a:pt x="27020" y="1"/>
                    <a:pt x="26970" y="30"/>
                    <a:pt x="26942" y="59"/>
                  </a:cubicBezTo>
                  <a:cubicBezTo>
                    <a:pt x="26942" y="59"/>
                    <a:pt x="26779" y="181"/>
                    <a:pt x="26453" y="384"/>
                  </a:cubicBezTo>
                  <a:cubicBezTo>
                    <a:pt x="24622" y="1646"/>
                    <a:pt x="17785" y="6367"/>
                    <a:pt x="12616" y="10436"/>
                  </a:cubicBezTo>
                  <a:cubicBezTo>
                    <a:pt x="9523" y="12878"/>
                    <a:pt x="7895" y="16337"/>
                    <a:pt x="7000" y="20000"/>
                  </a:cubicBezTo>
                  <a:cubicBezTo>
                    <a:pt x="6105" y="23704"/>
                    <a:pt x="5942" y="27611"/>
                    <a:pt x="5779" y="31029"/>
                  </a:cubicBezTo>
                  <a:cubicBezTo>
                    <a:pt x="5657" y="34407"/>
                    <a:pt x="4477" y="46779"/>
                    <a:pt x="3215" y="58866"/>
                  </a:cubicBezTo>
                  <a:cubicBezTo>
                    <a:pt x="2605" y="64930"/>
                    <a:pt x="1954" y="70953"/>
                    <a:pt x="1384" y="75796"/>
                  </a:cubicBezTo>
                  <a:cubicBezTo>
                    <a:pt x="814" y="80598"/>
                    <a:pt x="326" y="84261"/>
                    <a:pt x="82" y="85563"/>
                  </a:cubicBezTo>
                  <a:cubicBezTo>
                    <a:pt x="41" y="85848"/>
                    <a:pt x="0" y="86133"/>
                    <a:pt x="0" y="86377"/>
                  </a:cubicBezTo>
                  <a:cubicBezTo>
                    <a:pt x="0" y="87680"/>
                    <a:pt x="611" y="88697"/>
                    <a:pt x="1628" y="89552"/>
                  </a:cubicBezTo>
                  <a:cubicBezTo>
                    <a:pt x="3175" y="90773"/>
                    <a:pt x="5576" y="91587"/>
                    <a:pt x="8425" y="92278"/>
                  </a:cubicBezTo>
                  <a:cubicBezTo>
                    <a:pt x="11273" y="92930"/>
                    <a:pt x="14529" y="93377"/>
                    <a:pt x="17744" y="93866"/>
                  </a:cubicBezTo>
                  <a:cubicBezTo>
                    <a:pt x="20105" y="94191"/>
                    <a:pt x="22628" y="94354"/>
                    <a:pt x="25151" y="94354"/>
                  </a:cubicBezTo>
                  <a:cubicBezTo>
                    <a:pt x="32517" y="94354"/>
                    <a:pt x="40046" y="93052"/>
                    <a:pt x="44319" y="91058"/>
                  </a:cubicBezTo>
                  <a:cubicBezTo>
                    <a:pt x="47127" y="89755"/>
                    <a:pt x="48877" y="89145"/>
                    <a:pt x="49976" y="88453"/>
                  </a:cubicBezTo>
                  <a:cubicBezTo>
                    <a:pt x="50505" y="88127"/>
                    <a:pt x="50912" y="87720"/>
                    <a:pt x="51156" y="87232"/>
                  </a:cubicBezTo>
                  <a:cubicBezTo>
                    <a:pt x="51401" y="86703"/>
                    <a:pt x="51482" y="86133"/>
                    <a:pt x="51482" y="85401"/>
                  </a:cubicBezTo>
                  <a:cubicBezTo>
                    <a:pt x="51482" y="82568"/>
                    <a:pt x="51599" y="76216"/>
                    <a:pt x="51604" y="75430"/>
                  </a:cubicBezTo>
                  <a:lnTo>
                    <a:pt x="51604" y="75430"/>
                  </a:lnTo>
                  <a:lnTo>
                    <a:pt x="51604" y="75430"/>
                  </a:lnTo>
                  <a:cubicBezTo>
                    <a:pt x="51604" y="75389"/>
                    <a:pt x="51645" y="75226"/>
                    <a:pt x="51645" y="74982"/>
                  </a:cubicBezTo>
                  <a:cubicBezTo>
                    <a:pt x="51889" y="72988"/>
                    <a:pt x="52825" y="65255"/>
                    <a:pt x="53720" y="56790"/>
                  </a:cubicBezTo>
                  <a:cubicBezTo>
                    <a:pt x="54616" y="48325"/>
                    <a:pt x="55430" y="39169"/>
                    <a:pt x="55430" y="34244"/>
                  </a:cubicBezTo>
                  <a:cubicBezTo>
                    <a:pt x="55430" y="33878"/>
                    <a:pt x="55430" y="33552"/>
                    <a:pt x="55430" y="33267"/>
                  </a:cubicBezTo>
                  <a:cubicBezTo>
                    <a:pt x="55348" y="31273"/>
                    <a:pt x="55348" y="29442"/>
                    <a:pt x="55348" y="27773"/>
                  </a:cubicBezTo>
                  <a:cubicBezTo>
                    <a:pt x="55348" y="27081"/>
                    <a:pt x="55348" y="26430"/>
                    <a:pt x="55348" y="25779"/>
                  </a:cubicBezTo>
                  <a:cubicBezTo>
                    <a:pt x="55348" y="20773"/>
                    <a:pt x="55267" y="17233"/>
                    <a:pt x="53680" y="13855"/>
                  </a:cubicBezTo>
                  <a:cubicBezTo>
                    <a:pt x="51360" y="8971"/>
                    <a:pt x="45662" y="5268"/>
                    <a:pt x="38133" y="2785"/>
                  </a:cubicBezTo>
                  <a:cubicBezTo>
                    <a:pt x="30645" y="262"/>
                    <a:pt x="27186" y="18"/>
                    <a:pt x="27145" y="18"/>
                  </a:cubicBezTo>
                  <a:cubicBezTo>
                    <a:pt x="27121" y="6"/>
                    <a:pt x="27097" y="1"/>
                    <a:pt x="270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1863;p35">
              <a:extLst>
                <a:ext uri="{FF2B5EF4-FFF2-40B4-BE49-F238E27FC236}">
                  <a16:creationId xmlns:a16="http://schemas.microsoft.com/office/drawing/2014/main" id="{1F6EC80B-5D24-ABEE-699F-79A938D9686B}"/>
                </a:ext>
              </a:extLst>
            </p:cNvPr>
            <p:cNvSpPr/>
            <p:nvPr/>
          </p:nvSpPr>
          <p:spPr>
            <a:xfrm>
              <a:off x="2237025" y="2767550"/>
              <a:ext cx="724450" cy="471000"/>
            </a:xfrm>
            <a:custGeom>
              <a:avLst/>
              <a:gdLst/>
              <a:ahLst/>
              <a:cxnLst/>
              <a:rect l="l" t="t" r="r" b="b"/>
              <a:pathLst>
                <a:path w="28978" h="18840" extrusionOk="0">
                  <a:moveTo>
                    <a:pt x="4563" y="0"/>
                  </a:moveTo>
                  <a:cubicBezTo>
                    <a:pt x="3887" y="0"/>
                    <a:pt x="3541" y="78"/>
                    <a:pt x="3541" y="78"/>
                  </a:cubicBezTo>
                  <a:lnTo>
                    <a:pt x="1" y="5979"/>
                  </a:lnTo>
                  <a:cubicBezTo>
                    <a:pt x="1" y="5979"/>
                    <a:pt x="10623" y="8502"/>
                    <a:pt x="16117" y="10700"/>
                  </a:cubicBezTo>
                  <a:cubicBezTo>
                    <a:pt x="21652" y="12938"/>
                    <a:pt x="28977" y="18839"/>
                    <a:pt x="28977" y="18839"/>
                  </a:cubicBezTo>
                  <a:cubicBezTo>
                    <a:pt x="28977" y="18839"/>
                    <a:pt x="27797" y="12165"/>
                    <a:pt x="26780" y="10455"/>
                  </a:cubicBezTo>
                  <a:cubicBezTo>
                    <a:pt x="25721" y="8746"/>
                    <a:pt x="14815" y="2967"/>
                    <a:pt x="10379" y="1258"/>
                  </a:cubicBezTo>
                  <a:cubicBezTo>
                    <a:pt x="7614" y="202"/>
                    <a:pt x="5656" y="0"/>
                    <a:pt x="45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1864;p35">
              <a:extLst>
                <a:ext uri="{FF2B5EF4-FFF2-40B4-BE49-F238E27FC236}">
                  <a16:creationId xmlns:a16="http://schemas.microsoft.com/office/drawing/2014/main" id="{C0393BB6-C401-C8A4-5F3F-D3C7779E1566}"/>
                </a:ext>
              </a:extLst>
            </p:cNvPr>
            <p:cNvSpPr/>
            <p:nvPr/>
          </p:nvSpPr>
          <p:spPr>
            <a:xfrm>
              <a:off x="2237025" y="2767450"/>
              <a:ext cx="532150" cy="315425"/>
            </a:xfrm>
            <a:custGeom>
              <a:avLst/>
              <a:gdLst/>
              <a:ahLst/>
              <a:cxnLst/>
              <a:rect l="l" t="t" r="r" b="b"/>
              <a:pathLst>
                <a:path w="21286" h="12617" extrusionOk="0">
                  <a:moveTo>
                    <a:pt x="4559" y="0"/>
                  </a:moveTo>
                  <a:cubicBezTo>
                    <a:pt x="3867" y="0"/>
                    <a:pt x="3541" y="82"/>
                    <a:pt x="3541" y="82"/>
                  </a:cubicBezTo>
                  <a:lnTo>
                    <a:pt x="1" y="5983"/>
                  </a:lnTo>
                  <a:cubicBezTo>
                    <a:pt x="1" y="5983"/>
                    <a:pt x="204" y="6023"/>
                    <a:pt x="530" y="6146"/>
                  </a:cubicBezTo>
                  <a:cubicBezTo>
                    <a:pt x="2768" y="6675"/>
                    <a:pt x="11355" y="8791"/>
                    <a:pt x="16117" y="10704"/>
                  </a:cubicBezTo>
                  <a:cubicBezTo>
                    <a:pt x="16158" y="10704"/>
                    <a:pt x="16158" y="10744"/>
                    <a:pt x="16158" y="10744"/>
                  </a:cubicBezTo>
                  <a:cubicBezTo>
                    <a:pt x="17256" y="11192"/>
                    <a:pt x="18477" y="11802"/>
                    <a:pt x="19658" y="12454"/>
                  </a:cubicBezTo>
                  <a:cubicBezTo>
                    <a:pt x="19739" y="12494"/>
                    <a:pt x="19820" y="12576"/>
                    <a:pt x="19902" y="12616"/>
                  </a:cubicBezTo>
                  <a:cubicBezTo>
                    <a:pt x="20471" y="12372"/>
                    <a:pt x="20838" y="12006"/>
                    <a:pt x="20919" y="11518"/>
                  </a:cubicBezTo>
                  <a:cubicBezTo>
                    <a:pt x="21285" y="8384"/>
                    <a:pt x="15995" y="3948"/>
                    <a:pt x="15710" y="3704"/>
                  </a:cubicBezTo>
                  <a:cubicBezTo>
                    <a:pt x="14570" y="3134"/>
                    <a:pt x="13512" y="2605"/>
                    <a:pt x="12536" y="2198"/>
                  </a:cubicBezTo>
                  <a:cubicBezTo>
                    <a:pt x="11722" y="1832"/>
                    <a:pt x="10989" y="1506"/>
                    <a:pt x="10379" y="1262"/>
                  </a:cubicBezTo>
                  <a:cubicBezTo>
                    <a:pt x="7611" y="204"/>
                    <a:pt x="5658" y="0"/>
                    <a:pt x="4559"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1865;p35">
              <a:extLst>
                <a:ext uri="{FF2B5EF4-FFF2-40B4-BE49-F238E27FC236}">
                  <a16:creationId xmlns:a16="http://schemas.microsoft.com/office/drawing/2014/main" id="{4CBE3310-FFBA-04F0-BC05-8F998E6FE712}"/>
                </a:ext>
              </a:extLst>
            </p:cNvPr>
            <p:cNvSpPr/>
            <p:nvPr/>
          </p:nvSpPr>
          <p:spPr>
            <a:xfrm>
              <a:off x="2227875" y="2759300"/>
              <a:ext cx="742750" cy="488050"/>
            </a:xfrm>
            <a:custGeom>
              <a:avLst/>
              <a:gdLst/>
              <a:ahLst/>
              <a:cxnLst/>
              <a:rect l="l" t="t" r="r" b="b"/>
              <a:pathLst>
                <a:path w="29710" h="19522" extrusionOk="0">
                  <a:moveTo>
                    <a:pt x="4925" y="693"/>
                  </a:moveTo>
                  <a:cubicBezTo>
                    <a:pt x="5983" y="693"/>
                    <a:pt x="7896" y="855"/>
                    <a:pt x="10622" y="1913"/>
                  </a:cubicBezTo>
                  <a:cubicBezTo>
                    <a:pt x="12820" y="2768"/>
                    <a:pt x="16646" y="4640"/>
                    <a:pt x="20064" y="6472"/>
                  </a:cubicBezTo>
                  <a:cubicBezTo>
                    <a:pt x="21733" y="7408"/>
                    <a:pt x="23361" y="8344"/>
                    <a:pt x="24582" y="9158"/>
                  </a:cubicBezTo>
                  <a:cubicBezTo>
                    <a:pt x="25192" y="9565"/>
                    <a:pt x="25721" y="9931"/>
                    <a:pt x="26087" y="10216"/>
                  </a:cubicBezTo>
                  <a:cubicBezTo>
                    <a:pt x="26494" y="10541"/>
                    <a:pt x="26739" y="10826"/>
                    <a:pt x="26861" y="10948"/>
                  </a:cubicBezTo>
                  <a:cubicBezTo>
                    <a:pt x="27064" y="11315"/>
                    <a:pt x="27349" y="12047"/>
                    <a:pt x="27593" y="12902"/>
                  </a:cubicBezTo>
                  <a:cubicBezTo>
                    <a:pt x="28000" y="14204"/>
                    <a:pt x="28326" y="15791"/>
                    <a:pt x="28611" y="17053"/>
                  </a:cubicBezTo>
                  <a:cubicBezTo>
                    <a:pt x="28708" y="17541"/>
                    <a:pt x="28806" y="18003"/>
                    <a:pt x="28862" y="18356"/>
                  </a:cubicBezTo>
                  <a:lnTo>
                    <a:pt x="28862" y="18356"/>
                  </a:lnTo>
                  <a:cubicBezTo>
                    <a:pt x="28092" y="17761"/>
                    <a:pt x="26769" y="16763"/>
                    <a:pt x="25192" y="15669"/>
                  </a:cubicBezTo>
                  <a:cubicBezTo>
                    <a:pt x="22669" y="13919"/>
                    <a:pt x="19413" y="11884"/>
                    <a:pt x="16646" y="10745"/>
                  </a:cubicBezTo>
                  <a:cubicBezTo>
                    <a:pt x="11757" y="8747"/>
                    <a:pt x="2989" y="6592"/>
                    <a:pt x="903" y="6091"/>
                  </a:cubicBezTo>
                  <a:lnTo>
                    <a:pt x="903" y="6091"/>
                  </a:lnTo>
                  <a:lnTo>
                    <a:pt x="4101" y="725"/>
                  </a:lnTo>
                  <a:lnTo>
                    <a:pt x="4101" y="725"/>
                  </a:lnTo>
                  <a:cubicBezTo>
                    <a:pt x="4246" y="713"/>
                    <a:pt x="4525" y="693"/>
                    <a:pt x="4925" y="693"/>
                  </a:cubicBezTo>
                  <a:close/>
                  <a:moveTo>
                    <a:pt x="4925" y="1"/>
                  </a:moveTo>
                  <a:cubicBezTo>
                    <a:pt x="4233" y="1"/>
                    <a:pt x="3867" y="82"/>
                    <a:pt x="3826" y="82"/>
                  </a:cubicBezTo>
                  <a:cubicBezTo>
                    <a:pt x="3745" y="123"/>
                    <a:pt x="3663" y="164"/>
                    <a:pt x="3623" y="245"/>
                  </a:cubicBezTo>
                  <a:lnTo>
                    <a:pt x="82" y="6146"/>
                  </a:lnTo>
                  <a:cubicBezTo>
                    <a:pt x="1" y="6227"/>
                    <a:pt x="1" y="6349"/>
                    <a:pt x="41" y="6472"/>
                  </a:cubicBezTo>
                  <a:cubicBezTo>
                    <a:pt x="82" y="6553"/>
                    <a:pt x="163" y="6634"/>
                    <a:pt x="285" y="6634"/>
                  </a:cubicBezTo>
                  <a:cubicBezTo>
                    <a:pt x="285" y="6634"/>
                    <a:pt x="937" y="6797"/>
                    <a:pt x="2035" y="7082"/>
                  </a:cubicBezTo>
                  <a:cubicBezTo>
                    <a:pt x="5250" y="7896"/>
                    <a:pt x="12291" y="9687"/>
                    <a:pt x="16361" y="11355"/>
                  </a:cubicBezTo>
                  <a:cubicBezTo>
                    <a:pt x="19087" y="12454"/>
                    <a:pt x="22303" y="14489"/>
                    <a:pt x="24826" y="16239"/>
                  </a:cubicBezTo>
                  <a:cubicBezTo>
                    <a:pt x="26047" y="17094"/>
                    <a:pt x="27146" y="17907"/>
                    <a:pt x="27919" y="18477"/>
                  </a:cubicBezTo>
                  <a:cubicBezTo>
                    <a:pt x="28326" y="18803"/>
                    <a:pt x="28611" y="19047"/>
                    <a:pt x="28814" y="19210"/>
                  </a:cubicBezTo>
                  <a:cubicBezTo>
                    <a:pt x="29018" y="19373"/>
                    <a:pt x="29140" y="19454"/>
                    <a:pt x="29140" y="19454"/>
                  </a:cubicBezTo>
                  <a:cubicBezTo>
                    <a:pt x="29211" y="19502"/>
                    <a:pt x="29297" y="19521"/>
                    <a:pt x="29380" y="19521"/>
                  </a:cubicBezTo>
                  <a:cubicBezTo>
                    <a:pt x="29439" y="19521"/>
                    <a:pt x="29496" y="19512"/>
                    <a:pt x="29547" y="19495"/>
                  </a:cubicBezTo>
                  <a:cubicBezTo>
                    <a:pt x="29669" y="19413"/>
                    <a:pt x="29709" y="19251"/>
                    <a:pt x="29709" y="19128"/>
                  </a:cubicBezTo>
                  <a:cubicBezTo>
                    <a:pt x="29709" y="19128"/>
                    <a:pt x="29384" y="17460"/>
                    <a:pt x="28977" y="15547"/>
                  </a:cubicBezTo>
                  <a:cubicBezTo>
                    <a:pt x="28773" y="14611"/>
                    <a:pt x="28529" y="13594"/>
                    <a:pt x="28244" y="12739"/>
                  </a:cubicBezTo>
                  <a:cubicBezTo>
                    <a:pt x="28000" y="11844"/>
                    <a:pt x="27715" y="11070"/>
                    <a:pt x="27430" y="10623"/>
                  </a:cubicBezTo>
                  <a:cubicBezTo>
                    <a:pt x="27227" y="10338"/>
                    <a:pt x="26942" y="10053"/>
                    <a:pt x="26535" y="9687"/>
                  </a:cubicBezTo>
                  <a:cubicBezTo>
                    <a:pt x="25070" y="8547"/>
                    <a:pt x="22140" y="6838"/>
                    <a:pt x="19087" y="5210"/>
                  </a:cubicBezTo>
                  <a:cubicBezTo>
                    <a:pt x="15995" y="3582"/>
                    <a:pt x="12820" y="2036"/>
                    <a:pt x="10867" y="1262"/>
                  </a:cubicBezTo>
                  <a:cubicBezTo>
                    <a:pt x="8059" y="204"/>
                    <a:pt x="6064" y="1"/>
                    <a:pt x="492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1866;p35">
              <a:extLst>
                <a:ext uri="{FF2B5EF4-FFF2-40B4-BE49-F238E27FC236}">
                  <a16:creationId xmlns:a16="http://schemas.microsoft.com/office/drawing/2014/main" id="{7388175F-5C46-2C7A-9226-530F33562775}"/>
                </a:ext>
              </a:extLst>
            </p:cNvPr>
            <p:cNvSpPr/>
            <p:nvPr/>
          </p:nvSpPr>
          <p:spPr>
            <a:xfrm>
              <a:off x="3860850" y="4333950"/>
              <a:ext cx="672550" cy="470425"/>
            </a:xfrm>
            <a:custGeom>
              <a:avLst/>
              <a:gdLst/>
              <a:ahLst/>
              <a:cxnLst/>
              <a:rect l="l" t="t" r="r" b="b"/>
              <a:pathLst>
                <a:path w="26902" h="18817" extrusionOk="0">
                  <a:moveTo>
                    <a:pt x="18263" y="0"/>
                  </a:moveTo>
                  <a:cubicBezTo>
                    <a:pt x="18210" y="0"/>
                    <a:pt x="18159" y="5"/>
                    <a:pt x="18111" y="14"/>
                  </a:cubicBezTo>
                  <a:cubicBezTo>
                    <a:pt x="16808" y="299"/>
                    <a:pt x="12616" y="2781"/>
                    <a:pt x="12616" y="2781"/>
                  </a:cubicBezTo>
                  <a:cubicBezTo>
                    <a:pt x="12616" y="2781"/>
                    <a:pt x="11680" y="2781"/>
                    <a:pt x="10500" y="2537"/>
                  </a:cubicBezTo>
                  <a:cubicBezTo>
                    <a:pt x="10355" y="2502"/>
                    <a:pt x="10212" y="2484"/>
                    <a:pt x="10069" y="2484"/>
                  </a:cubicBezTo>
                  <a:cubicBezTo>
                    <a:pt x="9052" y="2484"/>
                    <a:pt x="8072" y="3421"/>
                    <a:pt x="6715" y="5956"/>
                  </a:cubicBezTo>
                  <a:cubicBezTo>
                    <a:pt x="5128" y="8845"/>
                    <a:pt x="1710" y="11694"/>
                    <a:pt x="1710" y="11694"/>
                  </a:cubicBezTo>
                  <a:lnTo>
                    <a:pt x="0" y="13403"/>
                  </a:lnTo>
                  <a:lnTo>
                    <a:pt x="774" y="14055"/>
                  </a:lnTo>
                  <a:lnTo>
                    <a:pt x="4721" y="18816"/>
                  </a:lnTo>
                  <a:lnTo>
                    <a:pt x="5372" y="18124"/>
                  </a:lnTo>
                  <a:cubicBezTo>
                    <a:pt x="5372" y="18124"/>
                    <a:pt x="8913" y="18124"/>
                    <a:pt x="11273" y="17351"/>
                  </a:cubicBezTo>
                  <a:cubicBezTo>
                    <a:pt x="13634" y="16578"/>
                    <a:pt x="15099" y="14746"/>
                    <a:pt x="15628" y="14746"/>
                  </a:cubicBezTo>
                  <a:cubicBezTo>
                    <a:pt x="16157" y="14746"/>
                    <a:pt x="19047" y="16171"/>
                    <a:pt x="20349" y="17107"/>
                  </a:cubicBezTo>
                  <a:cubicBezTo>
                    <a:pt x="21167" y="17669"/>
                    <a:pt x="21792" y="17991"/>
                    <a:pt x="22396" y="17991"/>
                  </a:cubicBezTo>
                  <a:cubicBezTo>
                    <a:pt x="22754" y="17991"/>
                    <a:pt x="23104" y="17878"/>
                    <a:pt x="23483" y="17636"/>
                  </a:cubicBezTo>
                  <a:cubicBezTo>
                    <a:pt x="24541" y="16944"/>
                    <a:pt x="22058" y="16171"/>
                    <a:pt x="21407" y="15642"/>
                  </a:cubicBezTo>
                  <a:cubicBezTo>
                    <a:pt x="20756" y="15113"/>
                    <a:pt x="18640" y="12874"/>
                    <a:pt x="18640" y="12874"/>
                  </a:cubicBezTo>
                  <a:lnTo>
                    <a:pt x="22180" y="12223"/>
                  </a:lnTo>
                  <a:cubicBezTo>
                    <a:pt x="22180" y="12223"/>
                    <a:pt x="24012" y="13403"/>
                    <a:pt x="24826" y="13566"/>
                  </a:cubicBezTo>
                  <a:cubicBezTo>
                    <a:pt x="25015" y="13596"/>
                    <a:pt x="25158" y="13611"/>
                    <a:pt x="25276" y="13611"/>
                  </a:cubicBezTo>
                  <a:cubicBezTo>
                    <a:pt x="25638" y="13611"/>
                    <a:pt x="25758" y="13466"/>
                    <a:pt x="26250" y="13159"/>
                  </a:cubicBezTo>
                  <a:cubicBezTo>
                    <a:pt x="26901" y="12752"/>
                    <a:pt x="23483" y="9741"/>
                    <a:pt x="22587" y="9334"/>
                  </a:cubicBezTo>
                  <a:cubicBezTo>
                    <a:pt x="21651" y="8967"/>
                    <a:pt x="18233" y="8967"/>
                    <a:pt x="18233" y="8967"/>
                  </a:cubicBezTo>
                  <a:cubicBezTo>
                    <a:pt x="18233" y="8967"/>
                    <a:pt x="21122" y="7136"/>
                    <a:pt x="21773" y="6851"/>
                  </a:cubicBezTo>
                  <a:cubicBezTo>
                    <a:pt x="21856" y="6822"/>
                    <a:pt x="21946" y="6809"/>
                    <a:pt x="22041" y="6809"/>
                  </a:cubicBezTo>
                  <a:cubicBezTo>
                    <a:pt x="22738" y="6809"/>
                    <a:pt x="23704" y="7502"/>
                    <a:pt x="24134" y="7502"/>
                  </a:cubicBezTo>
                  <a:cubicBezTo>
                    <a:pt x="24405" y="7502"/>
                    <a:pt x="24751" y="7609"/>
                    <a:pt x="25096" y="7609"/>
                  </a:cubicBezTo>
                  <a:cubicBezTo>
                    <a:pt x="25423" y="7609"/>
                    <a:pt x="25748" y="7513"/>
                    <a:pt x="26006" y="7136"/>
                  </a:cubicBezTo>
                  <a:cubicBezTo>
                    <a:pt x="26535" y="6322"/>
                    <a:pt x="22058" y="2904"/>
                    <a:pt x="22058" y="2904"/>
                  </a:cubicBezTo>
                  <a:cubicBezTo>
                    <a:pt x="22058" y="2904"/>
                    <a:pt x="19608" y="0"/>
                    <a:pt x="1826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1867;p35">
              <a:extLst>
                <a:ext uri="{FF2B5EF4-FFF2-40B4-BE49-F238E27FC236}">
                  <a16:creationId xmlns:a16="http://schemas.microsoft.com/office/drawing/2014/main" id="{65A7D9EF-6BA3-2B4E-0C8E-8D660B67F6B4}"/>
                </a:ext>
              </a:extLst>
            </p:cNvPr>
            <p:cNvSpPr/>
            <p:nvPr/>
          </p:nvSpPr>
          <p:spPr>
            <a:xfrm>
              <a:off x="3852700" y="4326150"/>
              <a:ext cx="674575" cy="486350"/>
            </a:xfrm>
            <a:custGeom>
              <a:avLst/>
              <a:gdLst/>
              <a:ahLst/>
              <a:cxnLst/>
              <a:rect l="l" t="t" r="r" b="b"/>
              <a:pathLst>
                <a:path w="26983" h="19454" extrusionOk="0">
                  <a:moveTo>
                    <a:pt x="26332" y="13227"/>
                  </a:moveTo>
                  <a:lnTo>
                    <a:pt x="26337" y="13230"/>
                  </a:lnTo>
                  <a:lnTo>
                    <a:pt x="26337" y="13230"/>
                  </a:lnTo>
                  <a:cubicBezTo>
                    <a:pt x="26337" y="13230"/>
                    <a:pt x="26337" y="13230"/>
                    <a:pt x="26337" y="13230"/>
                  </a:cubicBezTo>
                  <a:lnTo>
                    <a:pt x="26337" y="13230"/>
                  </a:lnTo>
                  <a:lnTo>
                    <a:pt x="26332" y="13227"/>
                  </a:lnTo>
                  <a:close/>
                  <a:moveTo>
                    <a:pt x="18599" y="652"/>
                  </a:moveTo>
                  <a:cubicBezTo>
                    <a:pt x="18803" y="652"/>
                    <a:pt x="19210" y="814"/>
                    <a:pt x="19576" y="1059"/>
                  </a:cubicBezTo>
                  <a:cubicBezTo>
                    <a:pt x="20187" y="1466"/>
                    <a:pt x="20797" y="2035"/>
                    <a:pt x="21285" y="2564"/>
                  </a:cubicBezTo>
                  <a:cubicBezTo>
                    <a:pt x="21530" y="2809"/>
                    <a:pt x="21733" y="3012"/>
                    <a:pt x="21896" y="3175"/>
                  </a:cubicBezTo>
                  <a:cubicBezTo>
                    <a:pt x="21977" y="3256"/>
                    <a:pt x="22018" y="3338"/>
                    <a:pt x="22059" y="3378"/>
                  </a:cubicBezTo>
                  <a:lnTo>
                    <a:pt x="22099" y="3460"/>
                  </a:lnTo>
                  <a:lnTo>
                    <a:pt x="22181" y="3500"/>
                  </a:lnTo>
                  <a:cubicBezTo>
                    <a:pt x="22181" y="3500"/>
                    <a:pt x="22425" y="3704"/>
                    <a:pt x="22791" y="3989"/>
                  </a:cubicBezTo>
                  <a:cubicBezTo>
                    <a:pt x="23361" y="4436"/>
                    <a:pt x="24175" y="5128"/>
                    <a:pt x="24867" y="5779"/>
                  </a:cubicBezTo>
                  <a:cubicBezTo>
                    <a:pt x="25192" y="6146"/>
                    <a:pt x="25518" y="6471"/>
                    <a:pt x="25721" y="6756"/>
                  </a:cubicBezTo>
                  <a:cubicBezTo>
                    <a:pt x="25843" y="6878"/>
                    <a:pt x="25925" y="7000"/>
                    <a:pt x="25966" y="7082"/>
                  </a:cubicBezTo>
                  <a:cubicBezTo>
                    <a:pt x="26006" y="7204"/>
                    <a:pt x="26006" y="7285"/>
                    <a:pt x="26006" y="7285"/>
                  </a:cubicBezTo>
                  <a:lnTo>
                    <a:pt x="26016" y="7285"/>
                  </a:lnTo>
                  <a:cubicBezTo>
                    <a:pt x="25910" y="7421"/>
                    <a:pt x="25833" y="7492"/>
                    <a:pt x="25721" y="7529"/>
                  </a:cubicBezTo>
                  <a:cubicBezTo>
                    <a:pt x="25640" y="7570"/>
                    <a:pt x="25518" y="7570"/>
                    <a:pt x="25396" y="7570"/>
                  </a:cubicBezTo>
                  <a:cubicBezTo>
                    <a:pt x="25152" y="7570"/>
                    <a:pt x="24826" y="7489"/>
                    <a:pt x="24460" y="7489"/>
                  </a:cubicBezTo>
                  <a:cubicBezTo>
                    <a:pt x="24460" y="7489"/>
                    <a:pt x="24338" y="7448"/>
                    <a:pt x="24175" y="7407"/>
                  </a:cubicBezTo>
                  <a:cubicBezTo>
                    <a:pt x="23971" y="7326"/>
                    <a:pt x="23646" y="7163"/>
                    <a:pt x="23361" y="7041"/>
                  </a:cubicBezTo>
                  <a:cubicBezTo>
                    <a:pt x="23035" y="6919"/>
                    <a:pt x="22710" y="6797"/>
                    <a:pt x="22384" y="6797"/>
                  </a:cubicBezTo>
                  <a:cubicBezTo>
                    <a:pt x="22262" y="6797"/>
                    <a:pt x="22140" y="6797"/>
                    <a:pt x="21977" y="6838"/>
                  </a:cubicBezTo>
                  <a:cubicBezTo>
                    <a:pt x="21774" y="6919"/>
                    <a:pt x="21489" y="7082"/>
                    <a:pt x="21123" y="7326"/>
                  </a:cubicBezTo>
                  <a:cubicBezTo>
                    <a:pt x="20024" y="7936"/>
                    <a:pt x="18396" y="8995"/>
                    <a:pt x="18396" y="8995"/>
                  </a:cubicBezTo>
                  <a:cubicBezTo>
                    <a:pt x="18274" y="9076"/>
                    <a:pt x="18192" y="9239"/>
                    <a:pt x="18233" y="9361"/>
                  </a:cubicBezTo>
                  <a:cubicBezTo>
                    <a:pt x="18274" y="9524"/>
                    <a:pt x="18437" y="9605"/>
                    <a:pt x="18559" y="9605"/>
                  </a:cubicBezTo>
                  <a:lnTo>
                    <a:pt x="19128" y="9605"/>
                  </a:lnTo>
                  <a:cubicBezTo>
                    <a:pt x="19617" y="9605"/>
                    <a:pt x="20390" y="9646"/>
                    <a:pt x="21123" y="9686"/>
                  </a:cubicBezTo>
                  <a:cubicBezTo>
                    <a:pt x="21448" y="9727"/>
                    <a:pt x="21814" y="9768"/>
                    <a:pt x="22099" y="9808"/>
                  </a:cubicBezTo>
                  <a:cubicBezTo>
                    <a:pt x="22425" y="9849"/>
                    <a:pt x="22669" y="9931"/>
                    <a:pt x="22791" y="9971"/>
                  </a:cubicBezTo>
                  <a:cubicBezTo>
                    <a:pt x="22913" y="10053"/>
                    <a:pt x="23280" y="10256"/>
                    <a:pt x="23646" y="10541"/>
                  </a:cubicBezTo>
                  <a:cubicBezTo>
                    <a:pt x="24216" y="10989"/>
                    <a:pt x="24907" y="11599"/>
                    <a:pt x="25436" y="12169"/>
                  </a:cubicBezTo>
                  <a:cubicBezTo>
                    <a:pt x="25721" y="12454"/>
                    <a:pt x="25966" y="12698"/>
                    <a:pt x="26128" y="12942"/>
                  </a:cubicBezTo>
                  <a:cubicBezTo>
                    <a:pt x="26210" y="13024"/>
                    <a:pt x="26250" y="13146"/>
                    <a:pt x="26291" y="13186"/>
                  </a:cubicBezTo>
                  <a:lnTo>
                    <a:pt x="26311" y="13245"/>
                  </a:lnTo>
                  <a:lnTo>
                    <a:pt x="26311" y="13245"/>
                  </a:lnTo>
                  <a:cubicBezTo>
                    <a:pt x="26097" y="13370"/>
                    <a:pt x="25990" y="13441"/>
                    <a:pt x="25884" y="13512"/>
                  </a:cubicBezTo>
                  <a:cubicBezTo>
                    <a:pt x="25762" y="13553"/>
                    <a:pt x="25721" y="13553"/>
                    <a:pt x="25599" y="13553"/>
                  </a:cubicBezTo>
                  <a:cubicBezTo>
                    <a:pt x="25518" y="13553"/>
                    <a:pt x="25396" y="13553"/>
                    <a:pt x="25192" y="13512"/>
                  </a:cubicBezTo>
                  <a:cubicBezTo>
                    <a:pt x="25070" y="13512"/>
                    <a:pt x="24785" y="13431"/>
                    <a:pt x="24541" y="13308"/>
                  </a:cubicBezTo>
                  <a:cubicBezTo>
                    <a:pt x="24134" y="13105"/>
                    <a:pt x="23646" y="12861"/>
                    <a:pt x="23320" y="12657"/>
                  </a:cubicBezTo>
                  <a:cubicBezTo>
                    <a:pt x="23117" y="12535"/>
                    <a:pt x="22954" y="12454"/>
                    <a:pt x="22873" y="12372"/>
                  </a:cubicBezTo>
                  <a:cubicBezTo>
                    <a:pt x="22750" y="12291"/>
                    <a:pt x="22710" y="12250"/>
                    <a:pt x="22710" y="12250"/>
                  </a:cubicBezTo>
                  <a:cubicBezTo>
                    <a:pt x="22628" y="12210"/>
                    <a:pt x="22547" y="12210"/>
                    <a:pt x="22466" y="12210"/>
                  </a:cubicBezTo>
                  <a:lnTo>
                    <a:pt x="18925" y="12861"/>
                  </a:lnTo>
                  <a:cubicBezTo>
                    <a:pt x="18803" y="12901"/>
                    <a:pt x="18681" y="12983"/>
                    <a:pt x="18640" y="13105"/>
                  </a:cubicBezTo>
                  <a:cubicBezTo>
                    <a:pt x="18599" y="13227"/>
                    <a:pt x="18640" y="13349"/>
                    <a:pt x="18721" y="13431"/>
                  </a:cubicBezTo>
                  <a:cubicBezTo>
                    <a:pt x="18721" y="13431"/>
                    <a:pt x="19251" y="14000"/>
                    <a:pt x="19861" y="14611"/>
                  </a:cubicBezTo>
                  <a:cubicBezTo>
                    <a:pt x="20471" y="15262"/>
                    <a:pt x="21163" y="15954"/>
                    <a:pt x="21530" y="16239"/>
                  </a:cubicBezTo>
                  <a:cubicBezTo>
                    <a:pt x="21692" y="16361"/>
                    <a:pt x="21896" y="16483"/>
                    <a:pt x="22181" y="16605"/>
                  </a:cubicBezTo>
                  <a:cubicBezTo>
                    <a:pt x="22547" y="16808"/>
                    <a:pt x="22995" y="17012"/>
                    <a:pt x="23280" y="17215"/>
                  </a:cubicBezTo>
                  <a:cubicBezTo>
                    <a:pt x="23442" y="17337"/>
                    <a:pt x="23605" y="17419"/>
                    <a:pt x="23646" y="17500"/>
                  </a:cubicBezTo>
                  <a:lnTo>
                    <a:pt x="23722" y="17576"/>
                  </a:lnTo>
                  <a:lnTo>
                    <a:pt x="23722" y="17576"/>
                  </a:lnTo>
                  <a:cubicBezTo>
                    <a:pt x="23714" y="17588"/>
                    <a:pt x="23694" y="17598"/>
                    <a:pt x="23646" y="17622"/>
                  </a:cubicBezTo>
                  <a:cubicBezTo>
                    <a:pt x="23280" y="17867"/>
                    <a:pt x="22995" y="17948"/>
                    <a:pt x="22710" y="17948"/>
                  </a:cubicBezTo>
                  <a:cubicBezTo>
                    <a:pt x="22466" y="17948"/>
                    <a:pt x="22221" y="17907"/>
                    <a:pt x="21896" y="17744"/>
                  </a:cubicBezTo>
                  <a:cubicBezTo>
                    <a:pt x="21611" y="17622"/>
                    <a:pt x="21285" y="17419"/>
                    <a:pt x="20878" y="17134"/>
                  </a:cubicBezTo>
                  <a:cubicBezTo>
                    <a:pt x="20187" y="16646"/>
                    <a:pt x="19128" y="16076"/>
                    <a:pt x="18152" y="15587"/>
                  </a:cubicBezTo>
                  <a:cubicBezTo>
                    <a:pt x="17704" y="15343"/>
                    <a:pt x="17216" y="15140"/>
                    <a:pt x="16849" y="14977"/>
                  </a:cubicBezTo>
                  <a:cubicBezTo>
                    <a:pt x="16646" y="14896"/>
                    <a:pt x="16483" y="14814"/>
                    <a:pt x="16361" y="14774"/>
                  </a:cubicBezTo>
                  <a:cubicBezTo>
                    <a:pt x="16198" y="14733"/>
                    <a:pt x="16076" y="14692"/>
                    <a:pt x="15954" y="14692"/>
                  </a:cubicBezTo>
                  <a:cubicBezTo>
                    <a:pt x="15791" y="14692"/>
                    <a:pt x="15669" y="14774"/>
                    <a:pt x="15547" y="14814"/>
                  </a:cubicBezTo>
                  <a:cubicBezTo>
                    <a:pt x="15344" y="14936"/>
                    <a:pt x="15140" y="15099"/>
                    <a:pt x="14855" y="15303"/>
                  </a:cubicBezTo>
                  <a:cubicBezTo>
                    <a:pt x="14123" y="15913"/>
                    <a:pt x="12983" y="16849"/>
                    <a:pt x="11518" y="17337"/>
                  </a:cubicBezTo>
                  <a:cubicBezTo>
                    <a:pt x="10379" y="17744"/>
                    <a:pt x="8913" y="17907"/>
                    <a:pt x="7733" y="18029"/>
                  </a:cubicBezTo>
                  <a:cubicBezTo>
                    <a:pt x="7163" y="18070"/>
                    <a:pt x="6675" y="18111"/>
                    <a:pt x="6309" y="18111"/>
                  </a:cubicBezTo>
                  <a:lnTo>
                    <a:pt x="5698" y="18111"/>
                  </a:lnTo>
                  <a:cubicBezTo>
                    <a:pt x="5617" y="18111"/>
                    <a:pt x="5536" y="18151"/>
                    <a:pt x="5454" y="18233"/>
                  </a:cubicBezTo>
                  <a:lnTo>
                    <a:pt x="5088" y="18599"/>
                  </a:lnTo>
                  <a:lnTo>
                    <a:pt x="1384" y="14163"/>
                  </a:lnTo>
                  <a:lnTo>
                    <a:pt x="1344" y="14122"/>
                  </a:lnTo>
                  <a:lnTo>
                    <a:pt x="815" y="13715"/>
                  </a:lnTo>
                  <a:lnTo>
                    <a:pt x="2239" y="12291"/>
                  </a:lnTo>
                  <a:lnTo>
                    <a:pt x="2239" y="12291"/>
                  </a:lnTo>
                  <a:lnTo>
                    <a:pt x="2239" y="12291"/>
                  </a:lnTo>
                  <a:cubicBezTo>
                    <a:pt x="2280" y="12250"/>
                    <a:pt x="5698" y="9402"/>
                    <a:pt x="7326" y="6431"/>
                  </a:cubicBezTo>
                  <a:cubicBezTo>
                    <a:pt x="8018" y="5169"/>
                    <a:pt x="8588" y="4314"/>
                    <a:pt x="9117" y="3785"/>
                  </a:cubicBezTo>
                  <a:cubicBezTo>
                    <a:pt x="9605" y="3297"/>
                    <a:pt x="10012" y="3134"/>
                    <a:pt x="10419" y="3134"/>
                  </a:cubicBezTo>
                  <a:cubicBezTo>
                    <a:pt x="10541" y="3134"/>
                    <a:pt x="10623" y="3134"/>
                    <a:pt x="10745" y="3175"/>
                  </a:cubicBezTo>
                  <a:cubicBezTo>
                    <a:pt x="11966" y="3419"/>
                    <a:pt x="12902" y="3419"/>
                    <a:pt x="12942" y="3419"/>
                  </a:cubicBezTo>
                  <a:lnTo>
                    <a:pt x="13105" y="3378"/>
                  </a:lnTo>
                  <a:cubicBezTo>
                    <a:pt x="13105" y="3378"/>
                    <a:pt x="13349" y="3256"/>
                    <a:pt x="13756" y="3012"/>
                  </a:cubicBezTo>
                  <a:cubicBezTo>
                    <a:pt x="14408" y="2646"/>
                    <a:pt x="15344" y="2117"/>
                    <a:pt x="16280" y="1628"/>
                  </a:cubicBezTo>
                  <a:cubicBezTo>
                    <a:pt x="17175" y="1140"/>
                    <a:pt x="18111" y="733"/>
                    <a:pt x="18518" y="692"/>
                  </a:cubicBezTo>
                  <a:lnTo>
                    <a:pt x="18599" y="652"/>
                  </a:lnTo>
                  <a:close/>
                  <a:moveTo>
                    <a:pt x="18355" y="0"/>
                  </a:moveTo>
                  <a:cubicBezTo>
                    <a:pt x="17989" y="82"/>
                    <a:pt x="17460" y="285"/>
                    <a:pt x="16890" y="570"/>
                  </a:cubicBezTo>
                  <a:cubicBezTo>
                    <a:pt x="15315" y="1303"/>
                    <a:pt x="13246" y="2530"/>
                    <a:pt x="12818" y="2768"/>
                  </a:cubicBezTo>
                  <a:lnTo>
                    <a:pt x="12780" y="2768"/>
                  </a:lnTo>
                  <a:cubicBezTo>
                    <a:pt x="12495" y="2727"/>
                    <a:pt x="11762" y="2686"/>
                    <a:pt x="10908" y="2524"/>
                  </a:cubicBezTo>
                  <a:cubicBezTo>
                    <a:pt x="10745" y="2483"/>
                    <a:pt x="10582" y="2442"/>
                    <a:pt x="10419" y="2442"/>
                  </a:cubicBezTo>
                  <a:cubicBezTo>
                    <a:pt x="9809" y="2442"/>
                    <a:pt x="9198" y="2727"/>
                    <a:pt x="8629" y="3338"/>
                  </a:cubicBezTo>
                  <a:cubicBezTo>
                    <a:pt x="8018" y="3907"/>
                    <a:pt x="7448" y="4803"/>
                    <a:pt x="6716" y="6105"/>
                  </a:cubicBezTo>
                  <a:cubicBezTo>
                    <a:pt x="5983" y="7489"/>
                    <a:pt x="4722" y="8913"/>
                    <a:pt x="3704" y="9971"/>
                  </a:cubicBezTo>
                  <a:cubicBezTo>
                    <a:pt x="3175" y="10500"/>
                    <a:pt x="2687" y="10948"/>
                    <a:pt x="2361" y="11274"/>
                  </a:cubicBezTo>
                  <a:cubicBezTo>
                    <a:pt x="2198" y="11436"/>
                    <a:pt x="2076" y="11558"/>
                    <a:pt x="1954" y="11640"/>
                  </a:cubicBezTo>
                  <a:cubicBezTo>
                    <a:pt x="1873" y="11721"/>
                    <a:pt x="1832" y="11762"/>
                    <a:pt x="1832" y="11762"/>
                  </a:cubicBezTo>
                  <a:lnTo>
                    <a:pt x="1791" y="11803"/>
                  </a:lnTo>
                  <a:lnTo>
                    <a:pt x="82" y="13471"/>
                  </a:lnTo>
                  <a:cubicBezTo>
                    <a:pt x="41" y="13553"/>
                    <a:pt x="1" y="13634"/>
                    <a:pt x="1" y="13756"/>
                  </a:cubicBezTo>
                  <a:cubicBezTo>
                    <a:pt x="1" y="13838"/>
                    <a:pt x="41" y="13919"/>
                    <a:pt x="123" y="14000"/>
                  </a:cubicBezTo>
                  <a:lnTo>
                    <a:pt x="896" y="14611"/>
                  </a:lnTo>
                  <a:lnTo>
                    <a:pt x="4803" y="19332"/>
                  </a:lnTo>
                  <a:cubicBezTo>
                    <a:pt x="4844" y="19413"/>
                    <a:pt x="4925" y="19454"/>
                    <a:pt x="5047" y="19454"/>
                  </a:cubicBezTo>
                  <a:cubicBezTo>
                    <a:pt x="5129" y="19454"/>
                    <a:pt x="5210" y="19413"/>
                    <a:pt x="5291" y="19332"/>
                  </a:cubicBezTo>
                  <a:lnTo>
                    <a:pt x="5822" y="18801"/>
                  </a:lnTo>
                  <a:lnTo>
                    <a:pt x="5822" y="18801"/>
                  </a:lnTo>
                  <a:cubicBezTo>
                    <a:pt x="6107" y="18797"/>
                    <a:pt x="6862" y="18776"/>
                    <a:pt x="7815" y="18680"/>
                  </a:cubicBezTo>
                  <a:cubicBezTo>
                    <a:pt x="8995" y="18599"/>
                    <a:pt x="10501" y="18396"/>
                    <a:pt x="11722" y="17989"/>
                  </a:cubicBezTo>
                  <a:cubicBezTo>
                    <a:pt x="12942" y="17582"/>
                    <a:pt x="13960" y="16890"/>
                    <a:pt x="14692" y="16320"/>
                  </a:cubicBezTo>
                  <a:cubicBezTo>
                    <a:pt x="15059" y="16035"/>
                    <a:pt x="15344" y="15791"/>
                    <a:pt x="15588" y="15628"/>
                  </a:cubicBezTo>
                  <a:cubicBezTo>
                    <a:pt x="15710" y="15506"/>
                    <a:pt x="15791" y="15465"/>
                    <a:pt x="15873" y="15425"/>
                  </a:cubicBezTo>
                  <a:lnTo>
                    <a:pt x="15954" y="15384"/>
                  </a:lnTo>
                  <a:cubicBezTo>
                    <a:pt x="16035" y="15384"/>
                    <a:pt x="16361" y="15506"/>
                    <a:pt x="16687" y="15628"/>
                  </a:cubicBezTo>
                  <a:cubicBezTo>
                    <a:pt x="17785" y="16076"/>
                    <a:pt x="19576" y="17053"/>
                    <a:pt x="20471" y="17663"/>
                  </a:cubicBezTo>
                  <a:cubicBezTo>
                    <a:pt x="20878" y="17989"/>
                    <a:pt x="21285" y="18192"/>
                    <a:pt x="21611" y="18355"/>
                  </a:cubicBezTo>
                  <a:cubicBezTo>
                    <a:pt x="21977" y="18518"/>
                    <a:pt x="22343" y="18640"/>
                    <a:pt x="22710" y="18640"/>
                  </a:cubicBezTo>
                  <a:cubicBezTo>
                    <a:pt x="23157" y="18640"/>
                    <a:pt x="23564" y="18477"/>
                    <a:pt x="24012" y="18233"/>
                  </a:cubicBezTo>
                  <a:cubicBezTo>
                    <a:pt x="24134" y="18151"/>
                    <a:pt x="24216" y="18070"/>
                    <a:pt x="24297" y="17948"/>
                  </a:cubicBezTo>
                  <a:cubicBezTo>
                    <a:pt x="24378" y="17867"/>
                    <a:pt x="24419" y="17704"/>
                    <a:pt x="24419" y="17582"/>
                  </a:cubicBezTo>
                  <a:cubicBezTo>
                    <a:pt x="24419" y="17419"/>
                    <a:pt x="24338" y="17297"/>
                    <a:pt x="24297" y="17175"/>
                  </a:cubicBezTo>
                  <a:cubicBezTo>
                    <a:pt x="24134" y="16971"/>
                    <a:pt x="23971" y="16849"/>
                    <a:pt x="23727" y="16686"/>
                  </a:cubicBezTo>
                  <a:cubicBezTo>
                    <a:pt x="23442" y="16483"/>
                    <a:pt x="23035" y="16320"/>
                    <a:pt x="22710" y="16157"/>
                  </a:cubicBezTo>
                  <a:cubicBezTo>
                    <a:pt x="22384" y="15954"/>
                    <a:pt x="22059" y="15791"/>
                    <a:pt x="21937" y="15710"/>
                  </a:cubicBezTo>
                  <a:cubicBezTo>
                    <a:pt x="21652" y="15465"/>
                    <a:pt x="20960" y="14774"/>
                    <a:pt x="20349" y="14163"/>
                  </a:cubicBezTo>
                  <a:cubicBezTo>
                    <a:pt x="20094" y="13891"/>
                    <a:pt x="19853" y="13640"/>
                    <a:pt x="19659" y="13440"/>
                  </a:cubicBezTo>
                  <a:lnTo>
                    <a:pt x="19659" y="13440"/>
                  </a:lnTo>
                  <a:lnTo>
                    <a:pt x="22486" y="12920"/>
                  </a:lnTo>
                  <a:lnTo>
                    <a:pt x="22486" y="12920"/>
                  </a:lnTo>
                  <a:cubicBezTo>
                    <a:pt x="22662" y="13041"/>
                    <a:pt x="22985" y="13256"/>
                    <a:pt x="23361" y="13471"/>
                  </a:cubicBezTo>
                  <a:cubicBezTo>
                    <a:pt x="23646" y="13593"/>
                    <a:pt x="23971" y="13756"/>
                    <a:pt x="24256" y="13919"/>
                  </a:cubicBezTo>
                  <a:cubicBezTo>
                    <a:pt x="24541" y="14041"/>
                    <a:pt x="24826" y="14163"/>
                    <a:pt x="25070" y="14204"/>
                  </a:cubicBezTo>
                  <a:cubicBezTo>
                    <a:pt x="25274" y="14244"/>
                    <a:pt x="25436" y="14244"/>
                    <a:pt x="25599" y="14244"/>
                  </a:cubicBezTo>
                  <a:cubicBezTo>
                    <a:pt x="25843" y="14244"/>
                    <a:pt x="26047" y="14204"/>
                    <a:pt x="26210" y="14082"/>
                  </a:cubicBezTo>
                  <a:cubicBezTo>
                    <a:pt x="26372" y="14000"/>
                    <a:pt x="26535" y="13919"/>
                    <a:pt x="26739" y="13756"/>
                  </a:cubicBezTo>
                  <a:cubicBezTo>
                    <a:pt x="26820" y="13715"/>
                    <a:pt x="26902" y="13634"/>
                    <a:pt x="26942" y="13553"/>
                  </a:cubicBezTo>
                  <a:cubicBezTo>
                    <a:pt x="26983" y="13471"/>
                    <a:pt x="26983" y="13390"/>
                    <a:pt x="26983" y="13308"/>
                  </a:cubicBezTo>
                  <a:cubicBezTo>
                    <a:pt x="26983" y="13105"/>
                    <a:pt x="26942" y="12942"/>
                    <a:pt x="26820" y="12779"/>
                  </a:cubicBezTo>
                  <a:cubicBezTo>
                    <a:pt x="26657" y="12494"/>
                    <a:pt x="26413" y="12169"/>
                    <a:pt x="26088" y="11843"/>
                  </a:cubicBezTo>
                  <a:cubicBezTo>
                    <a:pt x="25599" y="11314"/>
                    <a:pt x="24989" y="10785"/>
                    <a:pt x="24460" y="10338"/>
                  </a:cubicBezTo>
                  <a:cubicBezTo>
                    <a:pt x="24175" y="10093"/>
                    <a:pt x="23890" y="9890"/>
                    <a:pt x="23646" y="9727"/>
                  </a:cubicBezTo>
                  <a:cubicBezTo>
                    <a:pt x="23402" y="9564"/>
                    <a:pt x="23198" y="9442"/>
                    <a:pt x="23035" y="9361"/>
                  </a:cubicBezTo>
                  <a:cubicBezTo>
                    <a:pt x="22750" y="9239"/>
                    <a:pt x="22343" y="9157"/>
                    <a:pt x="21896" y="9117"/>
                  </a:cubicBezTo>
                  <a:cubicBezTo>
                    <a:pt x="21202" y="9015"/>
                    <a:pt x="20376" y="8964"/>
                    <a:pt x="19719" y="8938"/>
                  </a:cubicBezTo>
                  <a:lnTo>
                    <a:pt x="19719" y="8938"/>
                  </a:lnTo>
                  <a:cubicBezTo>
                    <a:pt x="19893" y="8826"/>
                    <a:pt x="20079" y="8707"/>
                    <a:pt x="20268" y="8588"/>
                  </a:cubicBezTo>
                  <a:cubicBezTo>
                    <a:pt x="20675" y="8343"/>
                    <a:pt x="21082" y="8099"/>
                    <a:pt x="21448" y="7896"/>
                  </a:cubicBezTo>
                  <a:cubicBezTo>
                    <a:pt x="21814" y="7692"/>
                    <a:pt x="22099" y="7529"/>
                    <a:pt x="22262" y="7489"/>
                  </a:cubicBezTo>
                  <a:cubicBezTo>
                    <a:pt x="22262" y="7489"/>
                    <a:pt x="22303" y="7448"/>
                    <a:pt x="22384" y="7448"/>
                  </a:cubicBezTo>
                  <a:cubicBezTo>
                    <a:pt x="22588" y="7448"/>
                    <a:pt x="22995" y="7611"/>
                    <a:pt x="23361" y="7774"/>
                  </a:cubicBezTo>
                  <a:cubicBezTo>
                    <a:pt x="23564" y="7855"/>
                    <a:pt x="23727" y="7977"/>
                    <a:pt x="23931" y="8018"/>
                  </a:cubicBezTo>
                  <a:cubicBezTo>
                    <a:pt x="24093" y="8099"/>
                    <a:pt x="24297" y="8140"/>
                    <a:pt x="24460" y="8181"/>
                  </a:cubicBezTo>
                  <a:cubicBezTo>
                    <a:pt x="24489" y="8175"/>
                    <a:pt x="24520" y="8172"/>
                    <a:pt x="24554" y="8172"/>
                  </a:cubicBezTo>
                  <a:cubicBezTo>
                    <a:pt x="24758" y="8172"/>
                    <a:pt x="25047" y="8262"/>
                    <a:pt x="25396" y="8262"/>
                  </a:cubicBezTo>
                  <a:cubicBezTo>
                    <a:pt x="25599" y="8262"/>
                    <a:pt x="25803" y="8221"/>
                    <a:pt x="26047" y="8140"/>
                  </a:cubicBezTo>
                  <a:cubicBezTo>
                    <a:pt x="26250" y="8018"/>
                    <a:pt x="26454" y="7855"/>
                    <a:pt x="26617" y="7611"/>
                  </a:cubicBezTo>
                  <a:cubicBezTo>
                    <a:pt x="26657" y="7529"/>
                    <a:pt x="26698" y="7407"/>
                    <a:pt x="26698" y="7285"/>
                  </a:cubicBezTo>
                  <a:cubicBezTo>
                    <a:pt x="26698" y="7041"/>
                    <a:pt x="26617" y="6838"/>
                    <a:pt x="26495" y="6634"/>
                  </a:cubicBezTo>
                  <a:cubicBezTo>
                    <a:pt x="26250" y="6268"/>
                    <a:pt x="25925" y="5902"/>
                    <a:pt x="25518" y="5495"/>
                  </a:cubicBezTo>
                  <a:cubicBezTo>
                    <a:pt x="24370" y="4347"/>
                    <a:pt x="22792" y="3128"/>
                    <a:pt x="22606" y="2985"/>
                  </a:cubicBezTo>
                  <a:lnTo>
                    <a:pt x="22606" y="2985"/>
                  </a:lnTo>
                  <a:cubicBezTo>
                    <a:pt x="22489" y="2847"/>
                    <a:pt x="21931" y="2197"/>
                    <a:pt x="21245" y="1547"/>
                  </a:cubicBezTo>
                  <a:cubicBezTo>
                    <a:pt x="20838" y="1140"/>
                    <a:pt x="20390" y="774"/>
                    <a:pt x="19942" y="489"/>
                  </a:cubicBezTo>
                  <a:cubicBezTo>
                    <a:pt x="19495" y="204"/>
                    <a:pt x="19047" y="0"/>
                    <a:pt x="1859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1868;p35">
              <a:extLst>
                <a:ext uri="{FF2B5EF4-FFF2-40B4-BE49-F238E27FC236}">
                  <a16:creationId xmlns:a16="http://schemas.microsoft.com/office/drawing/2014/main" id="{0B64A6D7-1BE7-4AA9-2BE1-BCEE21BCAC51}"/>
                </a:ext>
              </a:extLst>
            </p:cNvPr>
            <p:cNvSpPr/>
            <p:nvPr/>
          </p:nvSpPr>
          <p:spPr>
            <a:xfrm>
              <a:off x="4208800" y="4389225"/>
              <a:ext cx="212675" cy="101775"/>
            </a:xfrm>
            <a:custGeom>
              <a:avLst/>
              <a:gdLst/>
              <a:ahLst/>
              <a:cxnLst/>
              <a:rect l="l" t="t" r="r" b="b"/>
              <a:pathLst>
                <a:path w="8507" h="4071" extrusionOk="0">
                  <a:moveTo>
                    <a:pt x="6756" y="1"/>
                  </a:moveTo>
                  <a:cubicBezTo>
                    <a:pt x="6512" y="1"/>
                    <a:pt x="6268" y="41"/>
                    <a:pt x="6024" y="123"/>
                  </a:cubicBezTo>
                  <a:cubicBezTo>
                    <a:pt x="5617" y="367"/>
                    <a:pt x="4152" y="1181"/>
                    <a:pt x="2809" y="1954"/>
                  </a:cubicBezTo>
                  <a:cubicBezTo>
                    <a:pt x="1466" y="2727"/>
                    <a:pt x="204" y="3419"/>
                    <a:pt x="204" y="3419"/>
                  </a:cubicBezTo>
                  <a:cubicBezTo>
                    <a:pt x="41" y="3541"/>
                    <a:pt x="1" y="3745"/>
                    <a:pt x="82" y="3908"/>
                  </a:cubicBezTo>
                  <a:cubicBezTo>
                    <a:pt x="164" y="4016"/>
                    <a:pt x="281" y="4070"/>
                    <a:pt x="399" y="4070"/>
                  </a:cubicBezTo>
                  <a:cubicBezTo>
                    <a:pt x="457" y="4070"/>
                    <a:pt x="516" y="4057"/>
                    <a:pt x="571" y="4030"/>
                  </a:cubicBezTo>
                  <a:cubicBezTo>
                    <a:pt x="571" y="4030"/>
                    <a:pt x="855" y="3826"/>
                    <a:pt x="1344" y="3582"/>
                  </a:cubicBezTo>
                  <a:cubicBezTo>
                    <a:pt x="2076" y="3134"/>
                    <a:pt x="3175" y="2524"/>
                    <a:pt x="4152" y="1954"/>
                  </a:cubicBezTo>
                  <a:cubicBezTo>
                    <a:pt x="5169" y="1384"/>
                    <a:pt x="6024" y="896"/>
                    <a:pt x="6309" y="733"/>
                  </a:cubicBezTo>
                  <a:cubicBezTo>
                    <a:pt x="6431" y="693"/>
                    <a:pt x="6594" y="652"/>
                    <a:pt x="6756" y="652"/>
                  </a:cubicBezTo>
                  <a:cubicBezTo>
                    <a:pt x="7041" y="652"/>
                    <a:pt x="7326" y="733"/>
                    <a:pt x="7570" y="815"/>
                  </a:cubicBezTo>
                  <a:cubicBezTo>
                    <a:pt x="7693" y="855"/>
                    <a:pt x="7815" y="937"/>
                    <a:pt x="7855" y="937"/>
                  </a:cubicBezTo>
                  <a:lnTo>
                    <a:pt x="7937" y="977"/>
                  </a:lnTo>
                  <a:lnTo>
                    <a:pt x="7977" y="1018"/>
                  </a:lnTo>
                  <a:cubicBezTo>
                    <a:pt x="8021" y="1040"/>
                    <a:pt x="8068" y="1050"/>
                    <a:pt x="8114" y="1050"/>
                  </a:cubicBezTo>
                  <a:cubicBezTo>
                    <a:pt x="8240" y="1050"/>
                    <a:pt x="8365" y="974"/>
                    <a:pt x="8425" y="855"/>
                  </a:cubicBezTo>
                  <a:cubicBezTo>
                    <a:pt x="8506" y="693"/>
                    <a:pt x="8466" y="489"/>
                    <a:pt x="8303" y="408"/>
                  </a:cubicBezTo>
                  <a:cubicBezTo>
                    <a:pt x="8262" y="408"/>
                    <a:pt x="7570" y="1"/>
                    <a:pt x="67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1869;p35">
              <a:extLst>
                <a:ext uri="{FF2B5EF4-FFF2-40B4-BE49-F238E27FC236}">
                  <a16:creationId xmlns:a16="http://schemas.microsoft.com/office/drawing/2014/main" id="{AF317D4E-64E2-05B1-14FA-E0816BE39C22}"/>
                </a:ext>
              </a:extLst>
            </p:cNvPr>
            <p:cNvSpPr/>
            <p:nvPr/>
          </p:nvSpPr>
          <p:spPr>
            <a:xfrm>
              <a:off x="4107075" y="4395325"/>
              <a:ext cx="78350" cy="56000"/>
            </a:xfrm>
            <a:custGeom>
              <a:avLst/>
              <a:gdLst/>
              <a:ahLst/>
              <a:cxnLst/>
              <a:rect l="l" t="t" r="r" b="b"/>
              <a:pathLst>
                <a:path w="3134" h="2240" extrusionOk="0">
                  <a:moveTo>
                    <a:pt x="2736" y="1"/>
                  </a:moveTo>
                  <a:cubicBezTo>
                    <a:pt x="2677" y="1"/>
                    <a:pt x="2618" y="14"/>
                    <a:pt x="2564" y="42"/>
                  </a:cubicBezTo>
                  <a:lnTo>
                    <a:pt x="204" y="1629"/>
                  </a:lnTo>
                  <a:cubicBezTo>
                    <a:pt x="41" y="1710"/>
                    <a:pt x="0" y="1954"/>
                    <a:pt x="122" y="2076"/>
                  </a:cubicBezTo>
                  <a:cubicBezTo>
                    <a:pt x="176" y="2185"/>
                    <a:pt x="285" y="2239"/>
                    <a:pt x="399" y="2239"/>
                  </a:cubicBezTo>
                  <a:cubicBezTo>
                    <a:pt x="457" y="2239"/>
                    <a:pt x="516" y="2226"/>
                    <a:pt x="570" y="2199"/>
                  </a:cubicBezTo>
                  <a:lnTo>
                    <a:pt x="2930" y="611"/>
                  </a:lnTo>
                  <a:cubicBezTo>
                    <a:pt x="3093" y="530"/>
                    <a:pt x="3134" y="286"/>
                    <a:pt x="3052" y="164"/>
                  </a:cubicBezTo>
                  <a:cubicBezTo>
                    <a:pt x="2971" y="55"/>
                    <a:pt x="2853" y="1"/>
                    <a:pt x="27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1870;p35">
              <a:extLst>
                <a:ext uri="{FF2B5EF4-FFF2-40B4-BE49-F238E27FC236}">
                  <a16:creationId xmlns:a16="http://schemas.microsoft.com/office/drawing/2014/main" id="{CE9DF5B6-5D7A-D045-83D0-6D10874B8CCE}"/>
                </a:ext>
              </a:extLst>
            </p:cNvPr>
            <p:cNvSpPr/>
            <p:nvPr/>
          </p:nvSpPr>
          <p:spPr>
            <a:xfrm>
              <a:off x="3132375" y="4321475"/>
              <a:ext cx="590625" cy="357750"/>
            </a:xfrm>
            <a:custGeom>
              <a:avLst/>
              <a:gdLst/>
              <a:ahLst/>
              <a:cxnLst/>
              <a:rect l="l" t="t" r="r" b="b"/>
              <a:pathLst>
                <a:path w="23625" h="14310" extrusionOk="0">
                  <a:moveTo>
                    <a:pt x="14225" y="1"/>
                  </a:moveTo>
                  <a:cubicBezTo>
                    <a:pt x="14163" y="1"/>
                    <a:pt x="14101" y="8"/>
                    <a:pt x="14041" y="25"/>
                  </a:cubicBezTo>
                  <a:cubicBezTo>
                    <a:pt x="12983" y="269"/>
                    <a:pt x="12209" y="1042"/>
                    <a:pt x="12209" y="1042"/>
                  </a:cubicBezTo>
                  <a:cubicBezTo>
                    <a:pt x="12209" y="1042"/>
                    <a:pt x="11762" y="795"/>
                    <a:pt x="11144" y="795"/>
                  </a:cubicBezTo>
                  <a:cubicBezTo>
                    <a:pt x="10757" y="795"/>
                    <a:pt x="10303" y="892"/>
                    <a:pt x="9849" y="1205"/>
                  </a:cubicBezTo>
                  <a:cubicBezTo>
                    <a:pt x="8669" y="1978"/>
                    <a:pt x="7489" y="2222"/>
                    <a:pt x="6186" y="3280"/>
                  </a:cubicBezTo>
                  <a:cubicBezTo>
                    <a:pt x="4884" y="4339"/>
                    <a:pt x="1058" y="6821"/>
                    <a:pt x="529" y="7757"/>
                  </a:cubicBezTo>
                  <a:cubicBezTo>
                    <a:pt x="0" y="8652"/>
                    <a:pt x="7244" y="14309"/>
                    <a:pt x="7244" y="14309"/>
                  </a:cubicBezTo>
                  <a:cubicBezTo>
                    <a:pt x="7244" y="14309"/>
                    <a:pt x="15872" y="14187"/>
                    <a:pt x="17215" y="13373"/>
                  </a:cubicBezTo>
                  <a:cubicBezTo>
                    <a:pt x="18517" y="12600"/>
                    <a:pt x="21651" y="10362"/>
                    <a:pt x="21814" y="9466"/>
                  </a:cubicBezTo>
                  <a:cubicBezTo>
                    <a:pt x="21903" y="8786"/>
                    <a:pt x="21497" y="8320"/>
                    <a:pt x="20768" y="8320"/>
                  </a:cubicBezTo>
                  <a:cubicBezTo>
                    <a:pt x="20494" y="8320"/>
                    <a:pt x="20175" y="8386"/>
                    <a:pt x="19820" y="8530"/>
                  </a:cubicBezTo>
                  <a:cubicBezTo>
                    <a:pt x="18517" y="9059"/>
                    <a:pt x="15099" y="10362"/>
                    <a:pt x="14570" y="10362"/>
                  </a:cubicBezTo>
                  <a:cubicBezTo>
                    <a:pt x="14041" y="10362"/>
                    <a:pt x="11802" y="9589"/>
                    <a:pt x="11802" y="9589"/>
                  </a:cubicBezTo>
                  <a:cubicBezTo>
                    <a:pt x="11802" y="9589"/>
                    <a:pt x="15628" y="6170"/>
                    <a:pt x="17215" y="5275"/>
                  </a:cubicBezTo>
                  <a:cubicBezTo>
                    <a:pt x="17887" y="4868"/>
                    <a:pt x="18589" y="4715"/>
                    <a:pt x="19245" y="4715"/>
                  </a:cubicBezTo>
                  <a:cubicBezTo>
                    <a:pt x="20100" y="4715"/>
                    <a:pt x="20877" y="4975"/>
                    <a:pt x="21407" y="5275"/>
                  </a:cubicBezTo>
                  <a:cubicBezTo>
                    <a:pt x="21515" y="5334"/>
                    <a:pt x="21632" y="5361"/>
                    <a:pt x="21752" y="5361"/>
                  </a:cubicBezTo>
                  <a:cubicBezTo>
                    <a:pt x="22618" y="5361"/>
                    <a:pt x="23624" y="3945"/>
                    <a:pt x="22587" y="3158"/>
                  </a:cubicBezTo>
                  <a:cubicBezTo>
                    <a:pt x="21503" y="2298"/>
                    <a:pt x="19971" y="1679"/>
                    <a:pt x="18719" y="1679"/>
                  </a:cubicBezTo>
                  <a:cubicBezTo>
                    <a:pt x="18609" y="1679"/>
                    <a:pt x="18501" y="1683"/>
                    <a:pt x="18395" y="1693"/>
                  </a:cubicBezTo>
                  <a:cubicBezTo>
                    <a:pt x="17052" y="1856"/>
                    <a:pt x="16564" y="2100"/>
                    <a:pt x="16564" y="2100"/>
                  </a:cubicBezTo>
                  <a:cubicBezTo>
                    <a:pt x="16564" y="2100"/>
                    <a:pt x="15261" y="1"/>
                    <a:pt x="1422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1871;p35">
              <a:extLst>
                <a:ext uri="{FF2B5EF4-FFF2-40B4-BE49-F238E27FC236}">
                  <a16:creationId xmlns:a16="http://schemas.microsoft.com/office/drawing/2014/main" id="{E2108F06-5B5A-0459-9A37-5C12EBA74757}"/>
                </a:ext>
              </a:extLst>
            </p:cNvPr>
            <p:cNvSpPr/>
            <p:nvPr/>
          </p:nvSpPr>
          <p:spPr>
            <a:xfrm>
              <a:off x="3136450" y="4312925"/>
              <a:ext cx="579950" cy="374425"/>
            </a:xfrm>
            <a:custGeom>
              <a:avLst/>
              <a:gdLst/>
              <a:ahLst/>
              <a:cxnLst/>
              <a:rect l="l" t="t" r="r" b="b"/>
              <a:pathLst>
                <a:path w="23198" h="14977" extrusionOk="0">
                  <a:moveTo>
                    <a:pt x="14041" y="652"/>
                  </a:moveTo>
                  <a:cubicBezTo>
                    <a:pt x="14203" y="652"/>
                    <a:pt x="14407" y="733"/>
                    <a:pt x="14651" y="936"/>
                  </a:cubicBezTo>
                  <a:cubicBezTo>
                    <a:pt x="15017" y="1181"/>
                    <a:pt x="15384" y="1628"/>
                    <a:pt x="15628" y="1995"/>
                  </a:cubicBezTo>
                  <a:cubicBezTo>
                    <a:pt x="15791" y="2157"/>
                    <a:pt x="15913" y="2320"/>
                    <a:pt x="15953" y="2442"/>
                  </a:cubicBezTo>
                  <a:lnTo>
                    <a:pt x="16075" y="2564"/>
                  </a:lnTo>
                  <a:lnTo>
                    <a:pt x="16075" y="2605"/>
                  </a:lnTo>
                  <a:cubicBezTo>
                    <a:pt x="16165" y="2724"/>
                    <a:pt x="16276" y="2800"/>
                    <a:pt x="16393" y="2800"/>
                  </a:cubicBezTo>
                  <a:cubicBezTo>
                    <a:pt x="16436" y="2800"/>
                    <a:pt x="16479" y="2790"/>
                    <a:pt x="16523" y="2768"/>
                  </a:cubicBezTo>
                  <a:cubicBezTo>
                    <a:pt x="16564" y="2727"/>
                    <a:pt x="17052" y="2524"/>
                    <a:pt x="18232" y="2402"/>
                  </a:cubicBezTo>
                  <a:cubicBezTo>
                    <a:pt x="18354" y="2361"/>
                    <a:pt x="18477" y="2361"/>
                    <a:pt x="18558" y="2361"/>
                  </a:cubicBezTo>
                  <a:cubicBezTo>
                    <a:pt x="19697" y="2361"/>
                    <a:pt x="21203" y="2971"/>
                    <a:pt x="22221" y="3785"/>
                  </a:cubicBezTo>
                  <a:cubicBezTo>
                    <a:pt x="22465" y="3948"/>
                    <a:pt x="22506" y="4152"/>
                    <a:pt x="22506" y="4355"/>
                  </a:cubicBezTo>
                  <a:cubicBezTo>
                    <a:pt x="22546" y="4558"/>
                    <a:pt x="22424" y="4843"/>
                    <a:pt x="22221" y="5047"/>
                  </a:cubicBezTo>
                  <a:cubicBezTo>
                    <a:pt x="22017" y="5250"/>
                    <a:pt x="21773" y="5372"/>
                    <a:pt x="21610" y="5372"/>
                  </a:cubicBezTo>
                  <a:cubicBezTo>
                    <a:pt x="21529" y="5372"/>
                    <a:pt x="21488" y="5332"/>
                    <a:pt x="21407" y="5291"/>
                  </a:cubicBezTo>
                  <a:cubicBezTo>
                    <a:pt x="20837" y="4965"/>
                    <a:pt x="20023" y="4721"/>
                    <a:pt x="19087" y="4721"/>
                  </a:cubicBezTo>
                  <a:cubicBezTo>
                    <a:pt x="18395" y="4721"/>
                    <a:pt x="17622" y="4884"/>
                    <a:pt x="16849" y="5291"/>
                  </a:cubicBezTo>
                  <a:cubicBezTo>
                    <a:pt x="16035" y="5779"/>
                    <a:pt x="14692" y="6878"/>
                    <a:pt x="13552" y="7855"/>
                  </a:cubicBezTo>
                  <a:cubicBezTo>
                    <a:pt x="12372" y="8832"/>
                    <a:pt x="11436" y="9686"/>
                    <a:pt x="11436" y="9686"/>
                  </a:cubicBezTo>
                  <a:cubicBezTo>
                    <a:pt x="11355" y="9768"/>
                    <a:pt x="11314" y="9890"/>
                    <a:pt x="11314" y="10012"/>
                  </a:cubicBezTo>
                  <a:cubicBezTo>
                    <a:pt x="11355" y="10093"/>
                    <a:pt x="11436" y="10215"/>
                    <a:pt x="11558" y="10256"/>
                  </a:cubicBezTo>
                  <a:cubicBezTo>
                    <a:pt x="11558" y="10256"/>
                    <a:pt x="12087" y="10460"/>
                    <a:pt x="12738" y="10663"/>
                  </a:cubicBezTo>
                  <a:cubicBezTo>
                    <a:pt x="13064" y="10744"/>
                    <a:pt x="13389" y="10826"/>
                    <a:pt x="13674" y="10907"/>
                  </a:cubicBezTo>
                  <a:cubicBezTo>
                    <a:pt x="13959" y="10989"/>
                    <a:pt x="14203" y="11070"/>
                    <a:pt x="14407" y="11070"/>
                  </a:cubicBezTo>
                  <a:cubicBezTo>
                    <a:pt x="14529" y="11070"/>
                    <a:pt x="14651" y="11029"/>
                    <a:pt x="14814" y="10989"/>
                  </a:cubicBezTo>
                  <a:cubicBezTo>
                    <a:pt x="15343" y="10867"/>
                    <a:pt x="16320" y="10500"/>
                    <a:pt x="17256" y="10175"/>
                  </a:cubicBezTo>
                  <a:cubicBezTo>
                    <a:pt x="18232" y="9808"/>
                    <a:pt x="19209" y="9442"/>
                    <a:pt x="19779" y="9198"/>
                  </a:cubicBezTo>
                  <a:cubicBezTo>
                    <a:pt x="20104" y="9076"/>
                    <a:pt x="20389" y="8994"/>
                    <a:pt x="20593" y="8994"/>
                  </a:cubicBezTo>
                  <a:cubicBezTo>
                    <a:pt x="20878" y="8994"/>
                    <a:pt x="21040" y="9076"/>
                    <a:pt x="21163" y="9157"/>
                  </a:cubicBezTo>
                  <a:cubicBezTo>
                    <a:pt x="21244" y="9279"/>
                    <a:pt x="21285" y="9401"/>
                    <a:pt x="21325" y="9605"/>
                  </a:cubicBezTo>
                  <a:lnTo>
                    <a:pt x="21285" y="9768"/>
                  </a:lnTo>
                  <a:cubicBezTo>
                    <a:pt x="21285" y="9768"/>
                    <a:pt x="21244" y="9890"/>
                    <a:pt x="21163" y="10012"/>
                  </a:cubicBezTo>
                  <a:cubicBezTo>
                    <a:pt x="20878" y="10460"/>
                    <a:pt x="20064" y="11192"/>
                    <a:pt x="19209" y="11843"/>
                  </a:cubicBezTo>
                  <a:cubicBezTo>
                    <a:pt x="18354" y="12494"/>
                    <a:pt x="17418" y="13105"/>
                    <a:pt x="16849" y="13430"/>
                  </a:cubicBezTo>
                  <a:cubicBezTo>
                    <a:pt x="16767" y="13512"/>
                    <a:pt x="16523" y="13593"/>
                    <a:pt x="16157" y="13675"/>
                  </a:cubicBezTo>
                  <a:cubicBezTo>
                    <a:pt x="14936" y="13919"/>
                    <a:pt x="12657" y="14082"/>
                    <a:pt x="10663" y="14204"/>
                  </a:cubicBezTo>
                  <a:cubicBezTo>
                    <a:pt x="9686" y="14244"/>
                    <a:pt x="8791" y="14285"/>
                    <a:pt x="8139" y="14285"/>
                  </a:cubicBezTo>
                  <a:cubicBezTo>
                    <a:pt x="7739" y="14310"/>
                    <a:pt x="7416" y="14320"/>
                    <a:pt x="7226" y="14323"/>
                  </a:cubicBezTo>
                  <a:lnTo>
                    <a:pt x="7226" y="14323"/>
                  </a:lnTo>
                  <a:cubicBezTo>
                    <a:pt x="7086" y="14220"/>
                    <a:pt x="6707" y="13937"/>
                    <a:pt x="6227" y="13553"/>
                  </a:cubicBezTo>
                  <a:cubicBezTo>
                    <a:pt x="5291" y="12779"/>
                    <a:pt x="3866" y="11599"/>
                    <a:pt x="2686" y="10541"/>
                  </a:cubicBezTo>
                  <a:cubicBezTo>
                    <a:pt x="2116" y="9971"/>
                    <a:pt x="1587" y="9442"/>
                    <a:pt x="1221" y="9035"/>
                  </a:cubicBezTo>
                  <a:cubicBezTo>
                    <a:pt x="1017" y="8791"/>
                    <a:pt x="895" y="8628"/>
                    <a:pt x="814" y="8465"/>
                  </a:cubicBezTo>
                  <a:cubicBezTo>
                    <a:pt x="733" y="8384"/>
                    <a:pt x="733" y="8343"/>
                    <a:pt x="692" y="8262"/>
                  </a:cubicBezTo>
                  <a:lnTo>
                    <a:pt x="692" y="8221"/>
                  </a:lnTo>
                  <a:lnTo>
                    <a:pt x="674" y="8221"/>
                  </a:lnTo>
                  <a:cubicBezTo>
                    <a:pt x="784" y="8048"/>
                    <a:pt x="1093" y="7745"/>
                    <a:pt x="1506" y="7407"/>
                  </a:cubicBezTo>
                  <a:cubicBezTo>
                    <a:pt x="2157" y="6838"/>
                    <a:pt x="3093" y="6186"/>
                    <a:pt x="3988" y="5535"/>
                  </a:cubicBezTo>
                  <a:cubicBezTo>
                    <a:pt x="4884" y="4884"/>
                    <a:pt x="5698" y="4314"/>
                    <a:pt x="6227" y="3907"/>
                  </a:cubicBezTo>
                  <a:cubicBezTo>
                    <a:pt x="7488" y="2890"/>
                    <a:pt x="8628" y="2646"/>
                    <a:pt x="9889" y="1791"/>
                  </a:cubicBezTo>
                  <a:cubicBezTo>
                    <a:pt x="10256" y="1547"/>
                    <a:pt x="10622" y="1465"/>
                    <a:pt x="10948" y="1465"/>
                  </a:cubicBezTo>
                  <a:cubicBezTo>
                    <a:pt x="11232" y="1465"/>
                    <a:pt x="11477" y="1547"/>
                    <a:pt x="11639" y="1588"/>
                  </a:cubicBezTo>
                  <a:cubicBezTo>
                    <a:pt x="11721" y="1628"/>
                    <a:pt x="11802" y="1628"/>
                    <a:pt x="11843" y="1669"/>
                  </a:cubicBezTo>
                  <a:lnTo>
                    <a:pt x="11884" y="1669"/>
                  </a:lnTo>
                  <a:lnTo>
                    <a:pt x="11884" y="1710"/>
                  </a:lnTo>
                  <a:cubicBezTo>
                    <a:pt x="11928" y="1725"/>
                    <a:pt x="11978" y="1734"/>
                    <a:pt x="12030" y="1734"/>
                  </a:cubicBezTo>
                  <a:cubicBezTo>
                    <a:pt x="12119" y="1734"/>
                    <a:pt x="12213" y="1706"/>
                    <a:pt x="12291" y="1628"/>
                  </a:cubicBezTo>
                  <a:cubicBezTo>
                    <a:pt x="12372" y="1547"/>
                    <a:pt x="13105" y="896"/>
                    <a:pt x="13959" y="692"/>
                  </a:cubicBezTo>
                  <a:lnTo>
                    <a:pt x="14041" y="652"/>
                  </a:lnTo>
                  <a:close/>
                  <a:moveTo>
                    <a:pt x="13796" y="0"/>
                  </a:moveTo>
                  <a:cubicBezTo>
                    <a:pt x="12945" y="244"/>
                    <a:pt x="12275" y="760"/>
                    <a:pt x="11974" y="1005"/>
                  </a:cubicBezTo>
                  <a:lnTo>
                    <a:pt x="11974" y="1005"/>
                  </a:lnTo>
                  <a:cubicBezTo>
                    <a:pt x="11756" y="922"/>
                    <a:pt x="11398" y="814"/>
                    <a:pt x="10948" y="814"/>
                  </a:cubicBezTo>
                  <a:cubicBezTo>
                    <a:pt x="10500" y="814"/>
                    <a:pt x="10012" y="896"/>
                    <a:pt x="9482" y="1262"/>
                  </a:cubicBezTo>
                  <a:cubicBezTo>
                    <a:pt x="8384" y="1995"/>
                    <a:pt x="7163" y="2279"/>
                    <a:pt x="5820" y="3378"/>
                  </a:cubicBezTo>
                  <a:cubicBezTo>
                    <a:pt x="5169" y="3867"/>
                    <a:pt x="3866" y="4762"/>
                    <a:pt x="2686" y="5617"/>
                  </a:cubicBezTo>
                  <a:cubicBezTo>
                    <a:pt x="2116" y="6064"/>
                    <a:pt x="1547" y="6512"/>
                    <a:pt x="1058" y="6878"/>
                  </a:cubicBezTo>
                  <a:cubicBezTo>
                    <a:pt x="610" y="7285"/>
                    <a:pt x="244" y="7611"/>
                    <a:pt x="81" y="7936"/>
                  </a:cubicBezTo>
                  <a:cubicBezTo>
                    <a:pt x="41" y="8018"/>
                    <a:pt x="0" y="8099"/>
                    <a:pt x="0" y="8221"/>
                  </a:cubicBezTo>
                  <a:cubicBezTo>
                    <a:pt x="0" y="8343"/>
                    <a:pt x="41" y="8506"/>
                    <a:pt x="122" y="8628"/>
                  </a:cubicBezTo>
                  <a:cubicBezTo>
                    <a:pt x="326" y="9076"/>
                    <a:pt x="855" y="9686"/>
                    <a:pt x="1547" y="10337"/>
                  </a:cubicBezTo>
                  <a:cubicBezTo>
                    <a:pt x="3541" y="12332"/>
                    <a:pt x="6837" y="14896"/>
                    <a:pt x="6837" y="14936"/>
                  </a:cubicBezTo>
                  <a:cubicBezTo>
                    <a:pt x="6919" y="14977"/>
                    <a:pt x="7000" y="14977"/>
                    <a:pt x="7081" y="14977"/>
                  </a:cubicBezTo>
                  <a:cubicBezTo>
                    <a:pt x="7081" y="14977"/>
                    <a:pt x="9238" y="14977"/>
                    <a:pt x="11558" y="14814"/>
                  </a:cubicBezTo>
                  <a:cubicBezTo>
                    <a:pt x="12738" y="14773"/>
                    <a:pt x="13959" y="14651"/>
                    <a:pt x="14977" y="14529"/>
                  </a:cubicBezTo>
                  <a:cubicBezTo>
                    <a:pt x="15465" y="14489"/>
                    <a:pt x="15913" y="14407"/>
                    <a:pt x="16320" y="14326"/>
                  </a:cubicBezTo>
                  <a:cubicBezTo>
                    <a:pt x="16686" y="14244"/>
                    <a:pt x="16971" y="14163"/>
                    <a:pt x="17215" y="14041"/>
                  </a:cubicBezTo>
                  <a:cubicBezTo>
                    <a:pt x="17866" y="13634"/>
                    <a:pt x="19006" y="12861"/>
                    <a:pt x="19982" y="12087"/>
                  </a:cubicBezTo>
                  <a:cubicBezTo>
                    <a:pt x="20471" y="11680"/>
                    <a:pt x="20918" y="11274"/>
                    <a:pt x="21285" y="10907"/>
                  </a:cubicBezTo>
                  <a:cubicBezTo>
                    <a:pt x="21447" y="10744"/>
                    <a:pt x="21610" y="10541"/>
                    <a:pt x="21732" y="10378"/>
                  </a:cubicBezTo>
                  <a:cubicBezTo>
                    <a:pt x="21854" y="10215"/>
                    <a:pt x="21936" y="10053"/>
                    <a:pt x="21976" y="9849"/>
                  </a:cubicBezTo>
                  <a:cubicBezTo>
                    <a:pt x="21976" y="9768"/>
                    <a:pt x="21976" y="9686"/>
                    <a:pt x="21976" y="9605"/>
                  </a:cubicBezTo>
                  <a:cubicBezTo>
                    <a:pt x="21976" y="9239"/>
                    <a:pt x="21854" y="8913"/>
                    <a:pt x="21610" y="8669"/>
                  </a:cubicBezTo>
                  <a:cubicBezTo>
                    <a:pt x="21366" y="8425"/>
                    <a:pt x="21000" y="8343"/>
                    <a:pt x="20593" y="8343"/>
                  </a:cubicBezTo>
                  <a:cubicBezTo>
                    <a:pt x="20267" y="8343"/>
                    <a:pt x="19942" y="8425"/>
                    <a:pt x="19535" y="8547"/>
                  </a:cubicBezTo>
                  <a:cubicBezTo>
                    <a:pt x="18883" y="8832"/>
                    <a:pt x="17703" y="9279"/>
                    <a:pt x="16645" y="9686"/>
                  </a:cubicBezTo>
                  <a:cubicBezTo>
                    <a:pt x="16075" y="9890"/>
                    <a:pt x="15587" y="10053"/>
                    <a:pt x="15180" y="10175"/>
                  </a:cubicBezTo>
                  <a:cubicBezTo>
                    <a:pt x="14977" y="10256"/>
                    <a:pt x="14773" y="10297"/>
                    <a:pt x="14651" y="10337"/>
                  </a:cubicBezTo>
                  <a:cubicBezTo>
                    <a:pt x="14529" y="10378"/>
                    <a:pt x="14407" y="10378"/>
                    <a:pt x="14407" y="10378"/>
                  </a:cubicBezTo>
                  <a:cubicBezTo>
                    <a:pt x="14366" y="10378"/>
                    <a:pt x="14122" y="10337"/>
                    <a:pt x="13837" y="10256"/>
                  </a:cubicBezTo>
                  <a:cubicBezTo>
                    <a:pt x="13430" y="10175"/>
                    <a:pt x="12901" y="10012"/>
                    <a:pt x="12494" y="9849"/>
                  </a:cubicBezTo>
                  <a:cubicBezTo>
                    <a:pt x="12435" y="9831"/>
                    <a:pt x="12378" y="9814"/>
                    <a:pt x="12323" y="9796"/>
                  </a:cubicBezTo>
                  <a:lnTo>
                    <a:pt x="12323" y="9796"/>
                  </a:lnTo>
                  <a:cubicBezTo>
                    <a:pt x="12376" y="9750"/>
                    <a:pt x="12434" y="9699"/>
                    <a:pt x="12494" y="9646"/>
                  </a:cubicBezTo>
                  <a:cubicBezTo>
                    <a:pt x="13064" y="9117"/>
                    <a:pt x="13959" y="8384"/>
                    <a:pt x="14854" y="7651"/>
                  </a:cubicBezTo>
                  <a:cubicBezTo>
                    <a:pt x="15750" y="6919"/>
                    <a:pt x="16645" y="6227"/>
                    <a:pt x="17215" y="5901"/>
                  </a:cubicBezTo>
                  <a:cubicBezTo>
                    <a:pt x="17825" y="5535"/>
                    <a:pt x="18477" y="5372"/>
                    <a:pt x="19087" y="5372"/>
                  </a:cubicBezTo>
                  <a:cubicBezTo>
                    <a:pt x="19860" y="5372"/>
                    <a:pt x="20593" y="5617"/>
                    <a:pt x="21081" y="5901"/>
                  </a:cubicBezTo>
                  <a:cubicBezTo>
                    <a:pt x="21244" y="5983"/>
                    <a:pt x="21447" y="6024"/>
                    <a:pt x="21610" y="6024"/>
                  </a:cubicBezTo>
                  <a:cubicBezTo>
                    <a:pt x="22058" y="6024"/>
                    <a:pt x="22424" y="5820"/>
                    <a:pt x="22709" y="5495"/>
                  </a:cubicBezTo>
                  <a:cubicBezTo>
                    <a:pt x="22994" y="5210"/>
                    <a:pt x="23197" y="4803"/>
                    <a:pt x="23197" y="4355"/>
                  </a:cubicBezTo>
                  <a:cubicBezTo>
                    <a:pt x="23197" y="3948"/>
                    <a:pt x="23035" y="3541"/>
                    <a:pt x="22628" y="3215"/>
                  </a:cubicBezTo>
                  <a:cubicBezTo>
                    <a:pt x="21488" y="2361"/>
                    <a:pt x="19942" y="1710"/>
                    <a:pt x="18558" y="1710"/>
                  </a:cubicBezTo>
                  <a:lnTo>
                    <a:pt x="18192" y="1710"/>
                  </a:lnTo>
                  <a:cubicBezTo>
                    <a:pt x="17337" y="1787"/>
                    <a:pt x="16796" y="1931"/>
                    <a:pt x="16504" y="2036"/>
                  </a:cubicBezTo>
                  <a:lnTo>
                    <a:pt x="16504" y="2036"/>
                  </a:lnTo>
                  <a:cubicBezTo>
                    <a:pt x="16359" y="1821"/>
                    <a:pt x="16137" y="1493"/>
                    <a:pt x="15872" y="1181"/>
                  </a:cubicBezTo>
                  <a:cubicBezTo>
                    <a:pt x="15628" y="896"/>
                    <a:pt x="15343" y="611"/>
                    <a:pt x="15058" y="367"/>
                  </a:cubicBezTo>
                  <a:cubicBezTo>
                    <a:pt x="14773" y="163"/>
                    <a:pt x="14448" y="0"/>
                    <a:pt x="1404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1872;p35">
              <a:extLst>
                <a:ext uri="{FF2B5EF4-FFF2-40B4-BE49-F238E27FC236}">
                  <a16:creationId xmlns:a16="http://schemas.microsoft.com/office/drawing/2014/main" id="{60744B42-D6EF-F166-E86E-C456505F7694}"/>
                </a:ext>
              </a:extLst>
            </p:cNvPr>
            <p:cNvSpPr/>
            <p:nvPr/>
          </p:nvSpPr>
          <p:spPr>
            <a:xfrm>
              <a:off x="3444725" y="4365825"/>
              <a:ext cx="110925" cy="69225"/>
            </a:xfrm>
            <a:custGeom>
              <a:avLst/>
              <a:gdLst/>
              <a:ahLst/>
              <a:cxnLst/>
              <a:rect l="l" t="t" r="r" b="b"/>
              <a:pathLst>
                <a:path w="4437" h="2769" extrusionOk="0">
                  <a:moveTo>
                    <a:pt x="4038" y="1"/>
                  </a:moveTo>
                  <a:cubicBezTo>
                    <a:pt x="3980" y="1"/>
                    <a:pt x="3921" y="14"/>
                    <a:pt x="3866" y="41"/>
                  </a:cubicBezTo>
                  <a:lnTo>
                    <a:pt x="204" y="2158"/>
                  </a:lnTo>
                  <a:cubicBezTo>
                    <a:pt x="41" y="2239"/>
                    <a:pt x="0" y="2442"/>
                    <a:pt x="82" y="2605"/>
                  </a:cubicBezTo>
                  <a:cubicBezTo>
                    <a:pt x="136" y="2714"/>
                    <a:pt x="244" y="2768"/>
                    <a:pt x="359" y="2768"/>
                  </a:cubicBezTo>
                  <a:cubicBezTo>
                    <a:pt x="416" y="2768"/>
                    <a:pt x="475" y="2754"/>
                    <a:pt x="529" y="2727"/>
                  </a:cubicBezTo>
                  <a:lnTo>
                    <a:pt x="4233" y="611"/>
                  </a:lnTo>
                  <a:cubicBezTo>
                    <a:pt x="4396" y="530"/>
                    <a:pt x="4436" y="326"/>
                    <a:pt x="4355" y="163"/>
                  </a:cubicBezTo>
                  <a:cubicBezTo>
                    <a:pt x="4273" y="55"/>
                    <a:pt x="4156" y="1"/>
                    <a:pt x="403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1873;p35">
              <a:extLst>
                <a:ext uri="{FF2B5EF4-FFF2-40B4-BE49-F238E27FC236}">
                  <a16:creationId xmlns:a16="http://schemas.microsoft.com/office/drawing/2014/main" id="{D74E130D-CEE0-F585-C6A5-2E462F525591}"/>
                </a:ext>
              </a:extLst>
            </p:cNvPr>
            <p:cNvSpPr/>
            <p:nvPr/>
          </p:nvSpPr>
          <p:spPr>
            <a:xfrm>
              <a:off x="3362300" y="4339625"/>
              <a:ext cx="85500" cy="62600"/>
            </a:xfrm>
            <a:custGeom>
              <a:avLst/>
              <a:gdLst/>
              <a:ahLst/>
              <a:cxnLst/>
              <a:rect l="l" t="t" r="r" b="b"/>
              <a:pathLst>
                <a:path w="3420" h="2504" extrusionOk="0">
                  <a:moveTo>
                    <a:pt x="3013" y="1"/>
                  </a:moveTo>
                  <a:cubicBezTo>
                    <a:pt x="2944" y="1"/>
                    <a:pt x="2873" y="24"/>
                    <a:pt x="2809" y="72"/>
                  </a:cubicBezTo>
                  <a:lnTo>
                    <a:pt x="204" y="1903"/>
                  </a:lnTo>
                  <a:cubicBezTo>
                    <a:pt x="41" y="1985"/>
                    <a:pt x="1" y="2188"/>
                    <a:pt x="123" y="2351"/>
                  </a:cubicBezTo>
                  <a:cubicBezTo>
                    <a:pt x="172" y="2450"/>
                    <a:pt x="281" y="2503"/>
                    <a:pt x="387" y="2503"/>
                  </a:cubicBezTo>
                  <a:cubicBezTo>
                    <a:pt x="455" y="2503"/>
                    <a:pt x="522" y="2481"/>
                    <a:pt x="571" y="2432"/>
                  </a:cubicBezTo>
                  <a:lnTo>
                    <a:pt x="3216" y="601"/>
                  </a:lnTo>
                  <a:cubicBezTo>
                    <a:pt x="3379" y="520"/>
                    <a:pt x="3419" y="275"/>
                    <a:pt x="3297" y="153"/>
                  </a:cubicBezTo>
                  <a:cubicBezTo>
                    <a:pt x="3223" y="55"/>
                    <a:pt x="3120" y="1"/>
                    <a:pt x="301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1874;p35">
              <a:extLst>
                <a:ext uri="{FF2B5EF4-FFF2-40B4-BE49-F238E27FC236}">
                  <a16:creationId xmlns:a16="http://schemas.microsoft.com/office/drawing/2014/main" id="{68640F75-B7A3-6080-1D79-582087969712}"/>
                </a:ext>
              </a:extLst>
            </p:cNvPr>
            <p:cNvSpPr/>
            <p:nvPr/>
          </p:nvSpPr>
          <p:spPr>
            <a:xfrm>
              <a:off x="2535150" y="3264975"/>
              <a:ext cx="1519025" cy="2054400"/>
            </a:xfrm>
            <a:custGeom>
              <a:avLst/>
              <a:gdLst/>
              <a:ahLst/>
              <a:cxnLst/>
              <a:rect l="l" t="t" r="r" b="b"/>
              <a:pathLst>
                <a:path w="60761" h="82176" extrusionOk="0">
                  <a:moveTo>
                    <a:pt x="12494" y="0"/>
                  </a:moveTo>
                  <a:lnTo>
                    <a:pt x="6064" y="11680"/>
                  </a:lnTo>
                  <a:cubicBezTo>
                    <a:pt x="6064" y="11680"/>
                    <a:pt x="2360" y="16686"/>
                    <a:pt x="1180" y="20593"/>
                  </a:cubicBezTo>
                  <a:cubicBezTo>
                    <a:pt x="0" y="24541"/>
                    <a:pt x="1465" y="30198"/>
                    <a:pt x="1831" y="31500"/>
                  </a:cubicBezTo>
                  <a:cubicBezTo>
                    <a:pt x="2238" y="32802"/>
                    <a:pt x="23238" y="74151"/>
                    <a:pt x="25476" y="78220"/>
                  </a:cubicBezTo>
                  <a:cubicBezTo>
                    <a:pt x="27137" y="81239"/>
                    <a:pt x="28931" y="82175"/>
                    <a:pt x="30495" y="82175"/>
                  </a:cubicBezTo>
                  <a:cubicBezTo>
                    <a:pt x="31039" y="82175"/>
                    <a:pt x="31556" y="82062"/>
                    <a:pt x="32029" y="81883"/>
                  </a:cubicBezTo>
                  <a:cubicBezTo>
                    <a:pt x="33860" y="81232"/>
                    <a:pt x="54982" y="66133"/>
                    <a:pt x="55796" y="65360"/>
                  </a:cubicBezTo>
                  <a:cubicBezTo>
                    <a:pt x="56569" y="64587"/>
                    <a:pt x="60110" y="61575"/>
                    <a:pt x="60110" y="61575"/>
                  </a:cubicBezTo>
                  <a:cubicBezTo>
                    <a:pt x="60110" y="61575"/>
                    <a:pt x="60761" y="57343"/>
                    <a:pt x="57871" y="55145"/>
                  </a:cubicBezTo>
                  <a:cubicBezTo>
                    <a:pt x="56465" y="54056"/>
                    <a:pt x="55406" y="53776"/>
                    <a:pt x="54689" y="53776"/>
                  </a:cubicBezTo>
                  <a:cubicBezTo>
                    <a:pt x="53933" y="53776"/>
                    <a:pt x="53557" y="54087"/>
                    <a:pt x="53557" y="54087"/>
                  </a:cubicBezTo>
                  <a:lnTo>
                    <a:pt x="35203" y="59052"/>
                  </a:lnTo>
                  <a:cubicBezTo>
                    <a:pt x="35203" y="59052"/>
                    <a:pt x="24825" y="23360"/>
                    <a:pt x="23645" y="16523"/>
                  </a:cubicBezTo>
                  <a:cubicBezTo>
                    <a:pt x="22465" y="9727"/>
                    <a:pt x="24296" y="10093"/>
                    <a:pt x="20633" y="6430"/>
                  </a:cubicBezTo>
                  <a:cubicBezTo>
                    <a:pt x="16930" y="2768"/>
                    <a:pt x="12494" y="0"/>
                    <a:pt x="1249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1875;p35">
              <a:extLst>
                <a:ext uri="{FF2B5EF4-FFF2-40B4-BE49-F238E27FC236}">
                  <a16:creationId xmlns:a16="http://schemas.microsoft.com/office/drawing/2014/main" id="{E86E49AF-6640-4AEE-89E3-30C3BB18A33C}"/>
                </a:ext>
              </a:extLst>
            </p:cNvPr>
            <p:cNvSpPr/>
            <p:nvPr/>
          </p:nvSpPr>
          <p:spPr>
            <a:xfrm>
              <a:off x="2553450" y="3316850"/>
              <a:ext cx="1490550" cy="2002325"/>
            </a:xfrm>
            <a:custGeom>
              <a:avLst/>
              <a:gdLst/>
              <a:ahLst/>
              <a:cxnLst/>
              <a:rect l="l" t="t" r="r" b="b"/>
              <a:pathLst>
                <a:path w="59622" h="80093" extrusionOk="0">
                  <a:moveTo>
                    <a:pt x="10623" y="1"/>
                  </a:moveTo>
                  <a:lnTo>
                    <a:pt x="5332" y="9605"/>
                  </a:lnTo>
                  <a:cubicBezTo>
                    <a:pt x="5332" y="9605"/>
                    <a:pt x="1628" y="14611"/>
                    <a:pt x="448" y="18518"/>
                  </a:cubicBezTo>
                  <a:cubicBezTo>
                    <a:pt x="123" y="19658"/>
                    <a:pt x="1" y="20878"/>
                    <a:pt x="1" y="22099"/>
                  </a:cubicBezTo>
                  <a:cubicBezTo>
                    <a:pt x="1" y="25314"/>
                    <a:pt x="815" y="28489"/>
                    <a:pt x="1099" y="29425"/>
                  </a:cubicBezTo>
                  <a:cubicBezTo>
                    <a:pt x="1222" y="29750"/>
                    <a:pt x="2442" y="32233"/>
                    <a:pt x="4274" y="35936"/>
                  </a:cubicBezTo>
                  <a:cubicBezTo>
                    <a:pt x="4477" y="36303"/>
                    <a:pt x="4640" y="36710"/>
                    <a:pt x="4844" y="37076"/>
                  </a:cubicBezTo>
                  <a:cubicBezTo>
                    <a:pt x="5088" y="37524"/>
                    <a:pt x="5291" y="38012"/>
                    <a:pt x="5535" y="38460"/>
                  </a:cubicBezTo>
                  <a:cubicBezTo>
                    <a:pt x="5576" y="38582"/>
                    <a:pt x="5658" y="38663"/>
                    <a:pt x="5698" y="38785"/>
                  </a:cubicBezTo>
                  <a:cubicBezTo>
                    <a:pt x="7977" y="43384"/>
                    <a:pt x="10907" y="49082"/>
                    <a:pt x="13716" y="54698"/>
                  </a:cubicBezTo>
                  <a:lnTo>
                    <a:pt x="13878" y="54576"/>
                  </a:lnTo>
                  <a:cubicBezTo>
                    <a:pt x="13878" y="54576"/>
                    <a:pt x="14163" y="55308"/>
                    <a:pt x="14652" y="56489"/>
                  </a:cubicBezTo>
                  <a:cubicBezTo>
                    <a:pt x="19291" y="65645"/>
                    <a:pt x="23605" y="74029"/>
                    <a:pt x="24663" y="76023"/>
                  </a:cubicBezTo>
                  <a:cubicBezTo>
                    <a:pt x="26006" y="77855"/>
                    <a:pt x="27308" y="79279"/>
                    <a:pt x="28448" y="79889"/>
                  </a:cubicBezTo>
                  <a:cubicBezTo>
                    <a:pt x="28936" y="80052"/>
                    <a:pt x="29343" y="80093"/>
                    <a:pt x="29791" y="80093"/>
                  </a:cubicBezTo>
                  <a:cubicBezTo>
                    <a:pt x="29994" y="80093"/>
                    <a:pt x="30198" y="80093"/>
                    <a:pt x="30361" y="80052"/>
                  </a:cubicBezTo>
                  <a:cubicBezTo>
                    <a:pt x="30401" y="80052"/>
                    <a:pt x="30442" y="80052"/>
                    <a:pt x="30442" y="80012"/>
                  </a:cubicBezTo>
                  <a:cubicBezTo>
                    <a:pt x="35814" y="76634"/>
                    <a:pt x="54372" y="63977"/>
                    <a:pt x="55064" y="63285"/>
                  </a:cubicBezTo>
                  <a:cubicBezTo>
                    <a:pt x="55308" y="63041"/>
                    <a:pt x="55878" y="62512"/>
                    <a:pt x="56529" y="61942"/>
                  </a:cubicBezTo>
                  <a:cubicBezTo>
                    <a:pt x="56773" y="61738"/>
                    <a:pt x="57058" y="61494"/>
                    <a:pt x="57302" y="61250"/>
                  </a:cubicBezTo>
                  <a:cubicBezTo>
                    <a:pt x="57750" y="60884"/>
                    <a:pt x="58157" y="60558"/>
                    <a:pt x="58482" y="60273"/>
                  </a:cubicBezTo>
                  <a:cubicBezTo>
                    <a:pt x="58849" y="59948"/>
                    <a:pt x="59133" y="59704"/>
                    <a:pt x="59296" y="59582"/>
                  </a:cubicBezTo>
                  <a:cubicBezTo>
                    <a:pt x="59337" y="59500"/>
                    <a:pt x="59378" y="59500"/>
                    <a:pt x="59378" y="59500"/>
                  </a:cubicBezTo>
                  <a:cubicBezTo>
                    <a:pt x="59378" y="59459"/>
                    <a:pt x="59622" y="58035"/>
                    <a:pt x="59215" y="56407"/>
                  </a:cubicBezTo>
                  <a:cubicBezTo>
                    <a:pt x="51849" y="59337"/>
                    <a:pt x="36709" y="65401"/>
                    <a:pt x="35814" y="66297"/>
                  </a:cubicBezTo>
                  <a:cubicBezTo>
                    <a:pt x="35570" y="66541"/>
                    <a:pt x="35407" y="66622"/>
                    <a:pt x="35285" y="66622"/>
                  </a:cubicBezTo>
                  <a:cubicBezTo>
                    <a:pt x="34837" y="66622"/>
                    <a:pt x="35244" y="64954"/>
                    <a:pt x="35244" y="63081"/>
                  </a:cubicBezTo>
                  <a:cubicBezTo>
                    <a:pt x="35244" y="62715"/>
                    <a:pt x="35163" y="62552"/>
                    <a:pt x="35000" y="62552"/>
                  </a:cubicBezTo>
                  <a:cubicBezTo>
                    <a:pt x="34227" y="62552"/>
                    <a:pt x="31622" y="67395"/>
                    <a:pt x="31134" y="68616"/>
                  </a:cubicBezTo>
                  <a:cubicBezTo>
                    <a:pt x="31052" y="68779"/>
                    <a:pt x="30971" y="68861"/>
                    <a:pt x="30890" y="68861"/>
                  </a:cubicBezTo>
                  <a:cubicBezTo>
                    <a:pt x="30239" y="68861"/>
                    <a:pt x="29180" y="64221"/>
                    <a:pt x="28773" y="62186"/>
                  </a:cubicBezTo>
                  <a:cubicBezTo>
                    <a:pt x="28366" y="59907"/>
                    <a:pt x="21489" y="42285"/>
                    <a:pt x="19413" y="34105"/>
                  </a:cubicBezTo>
                  <a:cubicBezTo>
                    <a:pt x="17378" y="25884"/>
                    <a:pt x="13756" y="6105"/>
                    <a:pt x="11518" y="1629"/>
                  </a:cubicBezTo>
                  <a:cubicBezTo>
                    <a:pt x="11274" y="1100"/>
                    <a:pt x="10948" y="571"/>
                    <a:pt x="10623" y="1"/>
                  </a:cubicBezTo>
                  <a:close/>
                </a:path>
              </a:pathLst>
            </a:custGeom>
            <a:solidFill>
              <a:schemeClr val="accent5"/>
            </a:solid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1876;p35">
              <a:extLst>
                <a:ext uri="{FF2B5EF4-FFF2-40B4-BE49-F238E27FC236}">
                  <a16:creationId xmlns:a16="http://schemas.microsoft.com/office/drawing/2014/main" id="{9C04C05E-1ED3-FE65-DF93-D8D5D1F6CD03}"/>
                </a:ext>
              </a:extLst>
            </p:cNvPr>
            <p:cNvSpPr/>
            <p:nvPr/>
          </p:nvSpPr>
          <p:spPr>
            <a:xfrm>
              <a:off x="2545325" y="3256325"/>
              <a:ext cx="1502750" cy="2072025"/>
            </a:xfrm>
            <a:custGeom>
              <a:avLst/>
              <a:gdLst/>
              <a:ahLst/>
              <a:cxnLst/>
              <a:rect l="l" t="t" r="r" b="b"/>
              <a:pathLst>
                <a:path w="60110" h="82881" extrusionOk="0">
                  <a:moveTo>
                    <a:pt x="12072" y="1"/>
                  </a:moveTo>
                  <a:cubicBezTo>
                    <a:pt x="11960" y="1"/>
                    <a:pt x="11855" y="63"/>
                    <a:pt x="11802" y="143"/>
                  </a:cubicBezTo>
                  <a:cubicBezTo>
                    <a:pt x="11680" y="306"/>
                    <a:pt x="11721" y="509"/>
                    <a:pt x="11884" y="631"/>
                  </a:cubicBezTo>
                  <a:cubicBezTo>
                    <a:pt x="11884" y="631"/>
                    <a:pt x="11965" y="672"/>
                    <a:pt x="12087" y="753"/>
                  </a:cubicBezTo>
                  <a:cubicBezTo>
                    <a:pt x="12982" y="1323"/>
                    <a:pt x="16767" y="3846"/>
                    <a:pt x="19982" y="7021"/>
                  </a:cubicBezTo>
                  <a:cubicBezTo>
                    <a:pt x="20878" y="7916"/>
                    <a:pt x="21447" y="8567"/>
                    <a:pt x="21773" y="9137"/>
                  </a:cubicBezTo>
                  <a:cubicBezTo>
                    <a:pt x="22017" y="9544"/>
                    <a:pt x="22180" y="9910"/>
                    <a:pt x="22261" y="10276"/>
                  </a:cubicBezTo>
                  <a:cubicBezTo>
                    <a:pt x="22506" y="11457"/>
                    <a:pt x="22221" y="13084"/>
                    <a:pt x="22912" y="16951"/>
                  </a:cubicBezTo>
                  <a:cubicBezTo>
                    <a:pt x="23197" y="18660"/>
                    <a:pt x="24052" y="22201"/>
                    <a:pt x="25192" y="26515"/>
                  </a:cubicBezTo>
                  <a:cubicBezTo>
                    <a:pt x="28610" y="39416"/>
                    <a:pt x="34470" y="59520"/>
                    <a:pt x="34470" y="59520"/>
                  </a:cubicBezTo>
                  <a:cubicBezTo>
                    <a:pt x="34502" y="59647"/>
                    <a:pt x="34608" y="59749"/>
                    <a:pt x="34750" y="59749"/>
                  </a:cubicBezTo>
                  <a:cubicBezTo>
                    <a:pt x="34790" y="59749"/>
                    <a:pt x="34833" y="59741"/>
                    <a:pt x="34877" y="59723"/>
                  </a:cubicBezTo>
                  <a:lnTo>
                    <a:pt x="53232" y="54758"/>
                  </a:lnTo>
                  <a:lnTo>
                    <a:pt x="53354" y="54677"/>
                  </a:lnTo>
                  <a:cubicBezTo>
                    <a:pt x="53395" y="54677"/>
                    <a:pt x="53720" y="54433"/>
                    <a:pt x="54290" y="54433"/>
                  </a:cubicBezTo>
                  <a:cubicBezTo>
                    <a:pt x="54941" y="54433"/>
                    <a:pt x="55918" y="54677"/>
                    <a:pt x="57261" y="55735"/>
                  </a:cubicBezTo>
                  <a:cubicBezTo>
                    <a:pt x="58197" y="56468"/>
                    <a:pt x="58726" y="57404"/>
                    <a:pt x="59051" y="58340"/>
                  </a:cubicBezTo>
                  <a:cubicBezTo>
                    <a:pt x="59377" y="59276"/>
                    <a:pt x="59418" y="60212"/>
                    <a:pt x="59418" y="60863"/>
                  </a:cubicBezTo>
                  <a:cubicBezTo>
                    <a:pt x="59418" y="61148"/>
                    <a:pt x="59418" y="61433"/>
                    <a:pt x="59418" y="61596"/>
                  </a:cubicBezTo>
                  <a:cubicBezTo>
                    <a:pt x="59418" y="61642"/>
                    <a:pt x="59404" y="61689"/>
                    <a:pt x="59393" y="61728"/>
                  </a:cubicBezTo>
                  <a:lnTo>
                    <a:pt x="59393" y="61728"/>
                  </a:lnTo>
                  <a:cubicBezTo>
                    <a:pt x="59128" y="61957"/>
                    <a:pt x="58403" y="62585"/>
                    <a:pt x="57627" y="63264"/>
                  </a:cubicBezTo>
                  <a:cubicBezTo>
                    <a:pt x="56650" y="64119"/>
                    <a:pt x="55552" y="65055"/>
                    <a:pt x="55145" y="65462"/>
                  </a:cubicBezTo>
                  <a:cubicBezTo>
                    <a:pt x="55104" y="65502"/>
                    <a:pt x="54982" y="65584"/>
                    <a:pt x="54778" y="65747"/>
                  </a:cubicBezTo>
                  <a:cubicBezTo>
                    <a:pt x="53313" y="66886"/>
                    <a:pt x="47901" y="70793"/>
                    <a:pt x="42651" y="74497"/>
                  </a:cubicBezTo>
                  <a:cubicBezTo>
                    <a:pt x="40005" y="76328"/>
                    <a:pt x="37441" y="78119"/>
                    <a:pt x="35406" y="79502"/>
                  </a:cubicBezTo>
                  <a:cubicBezTo>
                    <a:pt x="34389" y="80194"/>
                    <a:pt x="33494" y="80764"/>
                    <a:pt x="32843" y="81171"/>
                  </a:cubicBezTo>
                  <a:cubicBezTo>
                    <a:pt x="32476" y="81374"/>
                    <a:pt x="32191" y="81578"/>
                    <a:pt x="31988" y="81700"/>
                  </a:cubicBezTo>
                  <a:cubicBezTo>
                    <a:pt x="31744" y="81822"/>
                    <a:pt x="31581" y="81903"/>
                    <a:pt x="31500" y="81944"/>
                  </a:cubicBezTo>
                  <a:cubicBezTo>
                    <a:pt x="31093" y="82066"/>
                    <a:pt x="30604" y="82188"/>
                    <a:pt x="30116" y="82188"/>
                  </a:cubicBezTo>
                  <a:cubicBezTo>
                    <a:pt x="29383" y="82188"/>
                    <a:pt x="28610" y="81985"/>
                    <a:pt x="27796" y="81415"/>
                  </a:cubicBezTo>
                  <a:cubicBezTo>
                    <a:pt x="27023" y="80845"/>
                    <a:pt x="26168" y="79909"/>
                    <a:pt x="25354" y="78404"/>
                  </a:cubicBezTo>
                  <a:cubicBezTo>
                    <a:pt x="24255" y="76369"/>
                    <a:pt x="18436" y="65014"/>
                    <a:pt x="12860" y="54026"/>
                  </a:cubicBezTo>
                  <a:cubicBezTo>
                    <a:pt x="10093" y="48532"/>
                    <a:pt x="7366" y="43119"/>
                    <a:pt x="5291" y="38968"/>
                  </a:cubicBezTo>
                  <a:cubicBezTo>
                    <a:pt x="4273" y="36933"/>
                    <a:pt x="3378" y="35183"/>
                    <a:pt x="2767" y="33921"/>
                  </a:cubicBezTo>
                  <a:cubicBezTo>
                    <a:pt x="2483" y="33270"/>
                    <a:pt x="2238" y="32782"/>
                    <a:pt x="2035" y="32416"/>
                  </a:cubicBezTo>
                  <a:cubicBezTo>
                    <a:pt x="1953" y="32212"/>
                    <a:pt x="1913" y="32049"/>
                    <a:pt x="1831" y="31968"/>
                  </a:cubicBezTo>
                  <a:cubicBezTo>
                    <a:pt x="1791" y="31846"/>
                    <a:pt x="1750" y="31765"/>
                    <a:pt x="1750" y="31765"/>
                  </a:cubicBezTo>
                  <a:cubicBezTo>
                    <a:pt x="1506" y="30828"/>
                    <a:pt x="651" y="27654"/>
                    <a:pt x="651" y="24520"/>
                  </a:cubicBezTo>
                  <a:cubicBezTo>
                    <a:pt x="651" y="23299"/>
                    <a:pt x="773" y="22119"/>
                    <a:pt x="1099" y="21061"/>
                  </a:cubicBezTo>
                  <a:cubicBezTo>
                    <a:pt x="1669" y="19148"/>
                    <a:pt x="2890" y="16910"/>
                    <a:pt x="3948" y="15201"/>
                  </a:cubicBezTo>
                  <a:cubicBezTo>
                    <a:pt x="4477" y="14346"/>
                    <a:pt x="4965" y="13573"/>
                    <a:pt x="5331" y="13044"/>
                  </a:cubicBezTo>
                  <a:cubicBezTo>
                    <a:pt x="5494" y="12800"/>
                    <a:pt x="5657" y="12596"/>
                    <a:pt x="5779" y="12433"/>
                  </a:cubicBezTo>
                  <a:cubicBezTo>
                    <a:pt x="5860" y="12311"/>
                    <a:pt x="5901" y="12230"/>
                    <a:pt x="5901" y="12230"/>
                  </a:cubicBezTo>
                  <a:cubicBezTo>
                    <a:pt x="6023" y="12067"/>
                    <a:pt x="5983" y="11864"/>
                    <a:pt x="5860" y="11741"/>
                  </a:cubicBezTo>
                  <a:cubicBezTo>
                    <a:pt x="5793" y="11708"/>
                    <a:pt x="5719" y="11688"/>
                    <a:pt x="5646" y="11688"/>
                  </a:cubicBezTo>
                  <a:cubicBezTo>
                    <a:pt x="5543" y="11688"/>
                    <a:pt x="5444" y="11728"/>
                    <a:pt x="5372" y="11823"/>
                  </a:cubicBezTo>
                  <a:cubicBezTo>
                    <a:pt x="5372" y="11823"/>
                    <a:pt x="1669" y="16829"/>
                    <a:pt x="448" y="20858"/>
                  </a:cubicBezTo>
                  <a:cubicBezTo>
                    <a:pt x="122" y="21997"/>
                    <a:pt x="0" y="23259"/>
                    <a:pt x="0" y="24520"/>
                  </a:cubicBezTo>
                  <a:cubicBezTo>
                    <a:pt x="0" y="27776"/>
                    <a:pt x="814" y="30991"/>
                    <a:pt x="1099" y="31927"/>
                  </a:cubicBezTo>
                  <a:cubicBezTo>
                    <a:pt x="1140" y="32009"/>
                    <a:pt x="1180" y="32090"/>
                    <a:pt x="1221" y="32212"/>
                  </a:cubicBezTo>
                  <a:cubicBezTo>
                    <a:pt x="1628" y="33148"/>
                    <a:pt x="3174" y="36241"/>
                    <a:pt x="5291" y="40474"/>
                  </a:cubicBezTo>
                  <a:cubicBezTo>
                    <a:pt x="11599" y="53131"/>
                    <a:pt x="23157" y="75758"/>
                    <a:pt x="24785" y="78729"/>
                  </a:cubicBezTo>
                  <a:cubicBezTo>
                    <a:pt x="25598" y="80276"/>
                    <a:pt x="26494" y="81293"/>
                    <a:pt x="27430" y="81944"/>
                  </a:cubicBezTo>
                  <a:cubicBezTo>
                    <a:pt x="28325" y="82595"/>
                    <a:pt x="29261" y="82880"/>
                    <a:pt x="30116" y="82880"/>
                  </a:cubicBezTo>
                  <a:cubicBezTo>
                    <a:pt x="30686" y="82880"/>
                    <a:pt x="31255" y="82758"/>
                    <a:pt x="31744" y="82555"/>
                  </a:cubicBezTo>
                  <a:cubicBezTo>
                    <a:pt x="31907" y="82514"/>
                    <a:pt x="32110" y="82392"/>
                    <a:pt x="32354" y="82270"/>
                  </a:cubicBezTo>
                  <a:cubicBezTo>
                    <a:pt x="33331" y="81700"/>
                    <a:pt x="35203" y="80438"/>
                    <a:pt x="37523" y="78892"/>
                  </a:cubicBezTo>
                  <a:cubicBezTo>
                    <a:pt x="40982" y="76531"/>
                    <a:pt x="45337" y="73438"/>
                    <a:pt x="48918" y="70875"/>
                  </a:cubicBezTo>
                  <a:cubicBezTo>
                    <a:pt x="50709" y="69572"/>
                    <a:pt x="52296" y="68433"/>
                    <a:pt x="53517" y="67578"/>
                  </a:cubicBezTo>
                  <a:cubicBezTo>
                    <a:pt x="54086" y="67130"/>
                    <a:pt x="54575" y="66764"/>
                    <a:pt x="54941" y="66520"/>
                  </a:cubicBezTo>
                  <a:cubicBezTo>
                    <a:pt x="55104" y="66357"/>
                    <a:pt x="55267" y="66235"/>
                    <a:pt x="55389" y="66154"/>
                  </a:cubicBezTo>
                  <a:cubicBezTo>
                    <a:pt x="55470" y="66072"/>
                    <a:pt x="55552" y="65991"/>
                    <a:pt x="55633" y="65950"/>
                  </a:cubicBezTo>
                  <a:cubicBezTo>
                    <a:pt x="55999" y="65584"/>
                    <a:pt x="57098" y="64607"/>
                    <a:pt x="58075" y="63753"/>
                  </a:cubicBezTo>
                  <a:cubicBezTo>
                    <a:pt x="59051" y="62898"/>
                    <a:pt x="59947" y="62165"/>
                    <a:pt x="59947" y="62165"/>
                  </a:cubicBezTo>
                  <a:cubicBezTo>
                    <a:pt x="59988" y="62125"/>
                    <a:pt x="60028" y="62043"/>
                    <a:pt x="60028" y="61962"/>
                  </a:cubicBezTo>
                  <a:cubicBezTo>
                    <a:pt x="60069" y="61962"/>
                    <a:pt x="60110" y="61514"/>
                    <a:pt x="60110" y="60863"/>
                  </a:cubicBezTo>
                  <a:cubicBezTo>
                    <a:pt x="60110" y="60130"/>
                    <a:pt x="60028" y="59154"/>
                    <a:pt x="59703" y="58096"/>
                  </a:cubicBezTo>
                  <a:cubicBezTo>
                    <a:pt x="59336" y="57078"/>
                    <a:pt x="58726" y="56020"/>
                    <a:pt x="57708" y="55206"/>
                  </a:cubicBezTo>
                  <a:cubicBezTo>
                    <a:pt x="56243" y="54107"/>
                    <a:pt x="55104" y="53782"/>
                    <a:pt x="54290" y="53782"/>
                  </a:cubicBezTo>
                  <a:cubicBezTo>
                    <a:pt x="53490" y="53782"/>
                    <a:pt x="53047" y="54067"/>
                    <a:pt x="52960" y="54137"/>
                  </a:cubicBezTo>
                  <a:lnTo>
                    <a:pt x="52960" y="54137"/>
                  </a:lnTo>
                  <a:lnTo>
                    <a:pt x="35024" y="58978"/>
                  </a:lnTo>
                  <a:lnTo>
                    <a:pt x="35024" y="58978"/>
                  </a:lnTo>
                  <a:cubicBezTo>
                    <a:pt x="34948" y="58714"/>
                    <a:pt x="34829" y="58302"/>
                    <a:pt x="34674" y="57770"/>
                  </a:cubicBezTo>
                  <a:cubicBezTo>
                    <a:pt x="33657" y="54311"/>
                    <a:pt x="31133" y="45561"/>
                    <a:pt x="28732" y="36933"/>
                  </a:cubicBezTo>
                  <a:cubicBezTo>
                    <a:pt x="26331" y="28305"/>
                    <a:pt x="24052" y="19759"/>
                    <a:pt x="23564" y="16829"/>
                  </a:cubicBezTo>
                  <a:cubicBezTo>
                    <a:pt x="22994" y="13451"/>
                    <a:pt x="23157" y="11904"/>
                    <a:pt x="22994" y="10602"/>
                  </a:cubicBezTo>
                  <a:cubicBezTo>
                    <a:pt x="22912" y="9991"/>
                    <a:pt x="22750" y="9381"/>
                    <a:pt x="22343" y="8771"/>
                  </a:cubicBezTo>
                  <a:cubicBezTo>
                    <a:pt x="21976" y="8160"/>
                    <a:pt x="21366" y="7468"/>
                    <a:pt x="20430" y="6532"/>
                  </a:cubicBezTo>
                  <a:cubicBezTo>
                    <a:pt x="16727" y="2829"/>
                    <a:pt x="12250" y="61"/>
                    <a:pt x="12250" y="61"/>
                  </a:cubicBezTo>
                  <a:cubicBezTo>
                    <a:pt x="12193" y="19"/>
                    <a:pt x="12131" y="1"/>
                    <a:pt x="1207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1877;p35">
              <a:extLst>
                <a:ext uri="{FF2B5EF4-FFF2-40B4-BE49-F238E27FC236}">
                  <a16:creationId xmlns:a16="http://schemas.microsoft.com/office/drawing/2014/main" id="{FCBA7367-120D-891C-FB33-0CE6F2E16229}"/>
                </a:ext>
              </a:extLst>
            </p:cNvPr>
            <p:cNvSpPr/>
            <p:nvPr/>
          </p:nvSpPr>
          <p:spPr>
            <a:xfrm>
              <a:off x="3802850" y="4638300"/>
              <a:ext cx="175025" cy="233225"/>
            </a:xfrm>
            <a:custGeom>
              <a:avLst/>
              <a:gdLst/>
              <a:ahLst/>
              <a:cxnLst/>
              <a:rect l="l" t="t" r="r" b="b"/>
              <a:pathLst>
                <a:path w="7001" h="9329" extrusionOk="0">
                  <a:moveTo>
                    <a:pt x="331" y="1"/>
                  </a:moveTo>
                  <a:cubicBezTo>
                    <a:pt x="164" y="1"/>
                    <a:pt x="36" y="116"/>
                    <a:pt x="1" y="293"/>
                  </a:cubicBezTo>
                  <a:cubicBezTo>
                    <a:pt x="1" y="456"/>
                    <a:pt x="123" y="619"/>
                    <a:pt x="326" y="660"/>
                  </a:cubicBezTo>
                  <a:cubicBezTo>
                    <a:pt x="448" y="700"/>
                    <a:pt x="1913" y="904"/>
                    <a:pt x="3297" y="2084"/>
                  </a:cubicBezTo>
                  <a:cubicBezTo>
                    <a:pt x="4721" y="3224"/>
                    <a:pt x="6146" y="5258"/>
                    <a:pt x="6309" y="9003"/>
                  </a:cubicBezTo>
                  <a:cubicBezTo>
                    <a:pt x="6309" y="9206"/>
                    <a:pt x="6471" y="9328"/>
                    <a:pt x="6675" y="9328"/>
                  </a:cubicBezTo>
                  <a:cubicBezTo>
                    <a:pt x="6838" y="9328"/>
                    <a:pt x="7001" y="9165"/>
                    <a:pt x="7001" y="8962"/>
                  </a:cubicBezTo>
                  <a:cubicBezTo>
                    <a:pt x="6838" y="4933"/>
                    <a:pt x="5210" y="2654"/>
                    <a:pt x="3582" y="1433"/>
                  </a:cubicBezTo>
                  <a:cubicBezTo>
                    <a:pt x="1995" y="212"/>
                    <a:pt x="448" y="8"/>
                    <a:pt x="408" y="8"/>
                  </a:cubicBezTo>
                  <a:cubicBezTo>
                    <a:pt x="381" y="3"/>
                    <a:pt x="356" y="1"/>
                    <a:pt x="33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1878;p35">
              <a:extLst>
                <a:ext uri="{FF2B5EF4-FFF2-40B4-BE49-F238E27FC236}">
                  <a16:creationId xmlns:a16="http://schemas.microsoft.com/office/drawing/2014/main" id="{03582D62-C4A8-0B48-A289-15D50D55785C}"/>
                </a:ext>
              </a:extLst>
            </p:cNvPr>
            <p:cNvSpPr/>
            <p:nvPr/>
          </p:nvSpPr>
          <p:spPr>
            <a:xfrm>
              <a:off x="975425" y="2808800"/>
              <a:ext cx="1312500" cy="2649775"/>
            </a:xfrm>
            <a:custGeom>
              <a:avLst/>
              <a:gdLst/>
              <a:ahLst/>
              <a:cxnLst/>
              <a:rect l="l" t="t" r="r" b="b"/>
              <a:pathLst>
                <a:path w="52500" h="105991" extrusionOk="0">
                  <a:moveTo>
                    <a:pt x="1258" y="1"/>
                  </a:moveTo>
                  <a:cubicBezTo>
                    <a:pt x="1053" y="1"/>
                    <a:pt x="936" y="15"/>
                    <a:pt x="936" y="15"/>
                  </a:cubicBezTo>
                  <a:lnTo>
                    <a:pt x="0" y="2579"/>
                  </a:lnTo>
                  <a:lnTo>
                    <a:pt x="15180" y="44009"/>
                  </a:lnTo>
                  <a:lnTo>
                    <a:pt x="49488" y="105990"/>
                  </a:lnTo>
                  <a:lnTo>
                    <a:pt x="52500" y="105990"/>
                  </a:lnTo>
                  <a:cubicBezTo>
                    <a:pt x="47860" y="97281"/>
                    <a:pt x="22140" y="49218"/>
                    <a:pt x="21244" y="47061"/>
                  </a:cubicBezTo>
                  <a:cubicBezTo>
                    <a:pt x="20308" y="44660"/>
                    <a:pt x="18843" y="44660"/>
                    <a:pt x="18355" y="43683"/>
                  </a:cubicBezTo>
                  <a:cubicBezTo>
                    <a:pt x="17907" y="42747"/>
                    <a:pt x="18518" y="38555"/>
                    <a:pt x="18355" y="35869"/>
                  </a:cubicBezTo>
                  <a:cubicBezTo>
                    <a:pt x="18233" y="33142"/>
                    <a:pt x="9401" y="7869"/>
                    <a:pt x="7000" y="3718"/>
                  </a:cubicBezTo>
                  <a:cubicBezTo>
                    <a:pt x="5059" y="304"/>
                    <a:pt x="2208" y="1"/>
                    <a:pt x="125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1879;p35">
              <a:extLst>
                <a:ext uri="{FF2B5EF4-FFF2-40B4-BE49-F238E27FC236}">
                  <a16:creationId xmlns:a16="http://schemas.microsoft.com/office/drawing/2014/main" id="{D39755ED-C05A-BD36-EBFB-EF9BCC66C838}"/>
                </a:ext>
              </a:extLst>
            </p:cNvPr>
            <p:cNvSpPr/>
            <p:nvPr/>
          </p:nvSpPr>
          <p:spPr>
            <a:xfrm>
              <a:off x="966275" y="2801025"/>
              <a:ext cx="1330800" cy="2666700"/>
            </a:xfrm>
            <a:custGeom>
              <a:avLst/>
              <a:gdLst/>
              <a:ahLst/>
              <a:cxnLst/>
              <a:rect l="l" t="t" r="r" b="b"/>
              <a:pathLst>
                <a:path w="53232" h="106668" extrusionOk="0">
                  <a:moveTo>
                    <a:pt x="1669" y="651"/>
                  </a:moveTo>
                  <a:cubicBezTo>
                    <a:pt x="2116" y="651"/>
                    <a:pt x="3012" y="733"/>
                    <a:pt x="4029" y="1221"/>
                  </a:cubicBezTo>
                  <a:cubicBezTo>
                    <a:pt x="5006" y="1669"/>
                    <a:pt x="6145" y="2564"/>
                    <a:pt x="7081" y="4192"/>
                  </a:cubicBezTo>
                  <a:cubicBezTo>
                    <a:pt x="7651" y="5169"/>
                    <a:pt x="8669" y="7570"/>
                    <a:pt x="9849" y="10541"/>
                  </a:cubicBezTo>
                  <a:cubicBezTo>
                    <a:pt x="11558" y="15018"/>
                    <a:pt x="13674" y="20959"/>
                    <a:pt x="15384" y="26006"/>
                  </a:cubicBezTo>
                  <a:cubicBezTo>
                    <a:pt x="16238" y="28529"/>
                    <a:pt x="16971" y="30849"/>
                    <a:pt x="17500" y="32639"/>
                  </a:cubicBezTo>
                  <a:cubicBezTo>
                    <a:pt x="17785" y="33535"/>
                    <a:pt x="17988" y="34308"/>
                    <a:pt x="18151" y="34919"/>
                  </a:cubicBezTo>
                  <a:cubicBezTo>
                    <a:pt x="18314" y="35529"/>
                    <a:pt x="18395" y="35977"/>
                    <a:pt x="18395" y="36180"/>
                  </a:cubicBezTo>
                  <a:cubicBezTo>
                    <a:pt x="18436" y="36506"/>
                    <a:pt x="18436" y="36831"/>
                    <a:pt x="18436" y="37157"/>
                  </a:cubicBezTo>
                  <a:cubicBezTo>
                    <a:pt x="18436" y="38948"/>
                    <a:pt x="18232" y="41064"/>
                    <a:pt x="18232" y="42529"/>
                  </a:cubicBezTo>
                  <a:cubicBezTo>
                    <a:pt x="18232" y="42854"/>
                    <a:pt x="18232" y="43180"/>
                    <a:pt x="18273" y="43465"/>
                  </a:cubicBezTo>
                  <a:cubicBezTo>
                    <a:pt x="18314" y="43709"/>
                    <a:pt x="18355" y="43953"/>
                    <a:pt x="18436" y="44157"/>
                  </a:cubicBezTo>
                  <a:cubicBezTo>
                    <a:pt x="18599" y="44442"/>
                    <a:pt x="18802" y="44686"/>
                    <a:pt x="19046" y="44849"/>
                  </a:cubicBezTo>
                  <a:cubicBezTo>
                    <a:pt x="19413" y="45134"/>
                    <a:pt x="19779" y="45378"/>
                    <a:pt x="20186" y="45744"/>
                  </a:cubicBezTo>
                  <a:cubicBezTo>
                    <a:pt x="20552" y="46110"/>
                    <a:pt x="20959" y="46639"/>
                    <a:pt x="21285" y="47494"/>
                  </a:cubicBezTo>
                  <a:cubicBezTo>
                    <a:pt x="21366" y="47657"/>
                    <a:pt x="21529" y="47942"/>
                    <a:pt x="21773" y="48430"/>
                  </a:cubicBezTo>
                  <a:cubicBezTo>
                    <a:pt x="25248" y="55420"/>
                    <a:pt x="47383" y="96750"/>
                    <a:pt x="52319" y="105976"/>
                  </a:cubicBezTo>
                  <a:lnTo>
                    <a:pt x="50049" y="105976"/>
                  </a:lnTo>
                  <a:lnTo>
                    <a:pt x="15872" y="44197"/>
                  </a:lnTo>
                  <a:lnTo>
                    <a:pt x="692" y="2890"/>
                  </a:lnTo>
                  <a:lnTo>
                    <a:pt x="1547" y="659"/>
                  </a:lnTo>
                  <a:lnTo>
                    <a:pt x="1547" y="659"/>
                  </a:lnTo>
                  <a:cubicBezTo>
                    <a:pt x="1584" y="654"/>
                    <a:pt x="1625" y="651"/>
                    <a:pt x="1669" y="651"/>
                  </a:cubicBezTo>
                  <a:close/>
                  <a:moveTo>
                    <a:pt x="1262" y="0"/>
                  </a:moveTo>
                  <a:cubicBezTo>
                    <a:pt x="1140" y="41"/>
                    <a:pt x="1018" y="122"/>
                    <a:pt x="977" y="204"/>
                  </a:cubicBezTo>
                  <a:lnTo>
                    <a:pt x="41" y="2768"/>
                  </a:lnTo>
                  <a:cubicBezTo>
                    <a:pt x="0" y="2849"/>
                    <a:pt x="0" y="2931"/>
                    <a:pt x="41" y="3012"/>
                  </a:cubicBezTo>
                  <a:lnTo>
                    <a:pt x="15221" y="44442"/>
                  </a:lnTo>
                  <a:lnTo>
                    <a:pt x="15262" y="44482"/>
                  </a:lnTo>
                  <a:lnTo>
                    <a:pt x="49529" y="106464"/>
                  </a:lnTo>
                  <a:cubicBezTo>
                    <a:pt x="49610" y="106586"/>
                    <a:pt x="49732" y="106668"/>
                    <a:pt x="49854" y="106668"/>
                  </a:cubicBezTo>
                  <a:lnTo>
                    <a:pt x="52866" y="106668"/>
                  </a:lnTo>
                  <a:cubicBezTo>
                    <a:pt x="52988" y="106668"/>
                    <a:pt x="53110" y="106586"/>
                    <a:pt x="53191" y="106464"/>
                  </a:cubicBezTo>
                  <a:cubicBezTo>
                    <a:pt x="53232" y="106383"/>
                    <a:pt x="53232" y="106261"/>
                    <a:pt x="53191" y="106139"/>
                  </a:cubicBezTo>
                  <a:cubicBezTo>
                    <a:pt x="50872" y="101784"/>
                    <a:pt x="43261" y="87621"/>
                    <a:pt x="36139" y="74232"/>
                  </a:cubicBezTo>
                  <a:cubicBezTo>
                    <a:pt x="32558" y="67558"/>
                    <a:pt x="29139" y="61046"/>
                    <a:pt x="26535" y="56122"/>
                  </a:cubicBezTo>
                  <a:cubicBezTo>
                    <a:pt x="25232" y="53639"/>
                    <a:pt x="24134" y="51564"/>
                    <a:pt x="23320" y="50017"/>
                  </a:cubicBezTo>
                  <a:cubicBezTo>
                    <a:pt x="22913" y="49244"/>
                    <a:pt x="22587" y="48593"/>
                    <a:pt x="22384" y="48145"/>
                  </a:cubicBezTo>
                  <a:cubicBezTo>
                    <a:pt x="22139" y="47657"/>
                    <a:pt x="21977" y="47331"/>
                    <a:pt x="21936" y="47250"/>
                  </a:cubicBezTo>
                  <a:cubicBezTo>
                    <a:pt x="21448" y="45988"/>
                    <a:pt x="20796" y="45296"/>
                    <a:pt x="20227" y="44889"/>
                  </a:cubicBezTo>
                  <a:cubicBezTo>
                    <a:pt x="19942" y="44645"/>
                    <a:pt x="19657" y="44482"/>
                    <a:pt x="19453" y="44320"/>
                  </a:cubicBezTo>
                  <a:cubicBezTo>
                    <a:pt x="19250" y="44157"/>
                    <a:pt x="19128" y="44035"/>
                    <a:pt x="19046" y="43831"/>
                  </a:cubicBezTo>
                  <a:cubicBezTo>
                    <a:pt x="19006" y="43791"/>
                    <a:pt x="18965" y="43628"/>
                    <a:pt x="18924" y="43384"/>
                  </a:cubicBezTo>
                  <a:cubicBezTo>
                    <a:pt x="18924" y="43139"/>
                    <a:pt x="18884" y="42854"/>
                    <a:pt x="18884" y="42529"/>
                  </a:cubicBezTo>
                  <a:cubicBezTo>
                    <a:pt x="18884" y="41105"/>
                    <a:pt x="19087" y="38988"/>
                    <a:pt x="19087" y="37157"/>
                  </a:cubicBezTo>
                  <a:cubicBezTo>
                    <a:pt x="19087" y="36831"/>
                    <a:pt x="19087" y="36465"/>
                    <a:pt x="19087" y="36139"/>
                  </a:cubicBezTo>
                  <a:cubicBezTo>
                    <a:pt x="19046" y="35732"/>
                    <a:pt x="18884" y="35041"/>
                    <a:pt x="18639" y="34105"/>
                  </a:cubicBezTo>
                  <a:cubicBezTo>
                    <a:pt x="17703" y="30727"/>
                    <a:pt x="15506" y="24093"/>
                    <a:pt x="13267" y="17826"/>
                  </a:cubicBezTo>
                  <a:cubicBezTo>
                    <a:pt x="12128" y="14692"/>
                    <a:pt x="11029" y="11680"/>
                    <a:pt x="10052" y="9198"/>
                  </a:cubicBezTo>
                  <a:cubicBezTo>
                    <a:pt x="9035" y="6715"/>
                    <a:pt x="8221" y="4803"/>
                    <a:pt x="7692" y="3867"/>
                  </a:cubicBezTo>
                  <a:cubicBezTo>
                    <a:pt x="6674" y="2117"/>
                    <a:pt x="5413" y="1140"/>
                    <a:pt x="4314" y="611"/>
                  </a:cubicBezTo>
                  <a:cubicBezTo>
                    <a:pt x="3175" y="82"/>
                    <a:pt x="2198" y="0"/>
                    <a:pt x="166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1880;p35">
              <a:extLst>
                <a:ext uri="{FF2B5EF4-FFF2-40B4-BE49-F238E27FC236}">
                  <a16:creationId xmlns:a16="http://schemas.microsoft.com/office/drawing/2014/main" id="{B61DDD39-7A89-4B2B-BF1B-38848925A425}"/>
                </a:ext>
              </a:extLst>
            </p:cNvPr>
            <p:cNvSpPr/>
            <p:nvPr/>
          </p:nvSpPr>
          <p:spPr>
            <a:xfrm>
              <a:off x="474850" y="2774800"/>
              <a:ext cx="1737800" cy="2683775"/>
            </a:xfrm>
            <a:custGeom>
              <a:avLst/>
              <a:gdLst/>
              <a:ahLst/>
              <a:cxnLst/>
              <a:rect l="l" t="t" r="r" b="b"/>
              <a:pathLst>
                <a:path w="69512" h="107351" extrusionOk="0">
                  <a:moveTo>
                    <a:pt x="12680" y="0"/>
                  </a:moveTo>
                  <a:cubicBezTo>
                    <a:pt x="9524" y="0"/>
                    <a:pt x="6256" y="324"/>
                    <a:pt x="4314" y="927"/>
                  </a:cubicBezTo>
                  <a:cubicBezTo>
                    <a:pt x="163" y="2189"/>
                    <a:pt x="0" y="2677"/>
                    <a:pt x="163" y="5404"/>
                  </a:cubicBezTo>
                  <a:cubicBezTo>
                    <a:pt x="326" y="8090"/>
                    <a:pt x="3663" y="33404"/>
                    <a:pt x="9931" y="47933"/>
                  </a:cubicBezTo>
                  <a:cubicBezTo>
                    <a:pt x="16239" y="62502"/>
                    <a:pt x="34186" y="103362"/>
                    <a:pt x="35692" y="107350"/>
                  </a:cubicBezTo>
                  <a:lnTo>
                    <a:pt x="69511" y="107350"/>
                  </a:lnTo>
                  <a:cubicBezTo>
                    <a:pt x="65523" y="100228"/>
                    <a:pt x="41918" y="57578"/>
                    <a:pt x="36953" y="44107"/>
                  </a:cubicBezTo>
                  <a:cubicBezTo>
                    <a:pt x="31541" y="29375"/>
                    <a:pt x="23035" y="3166"/>
                    <a:pt x="20959" y="1375"/>
                  </a:cubicBezTo>
                  <a:cubicBezTo>
                    <a:pt x="19845" y="435"/>
                    <a:pt x="16338" y="0"/>
                    <a:pt x="1268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1881;p35">
              <a:extLst>
                <a:ext uri="{FF2B5EF4-FFF2-40B4-BE49-F238E27FC236}">
                  <a16:creationId xmlns:a16="http://schemas.microsoft.com/office/drawing/2014/main" id="{D5200CED-8582-144F-BD7F-805B3054C73F}"/>
                </a:ext>
              </a:extLst>
            </p:cNvPr>
            <p:cNvSpPr/>
            <p:nvPr/>
          </p:nvSpPr>
          <p:spPr>
            <a:xfrm>
              <a:off x="469775" y="2766425"/>
              <a:ext cx="1751000" cy="2701300"/>
            </a:xfrm>
            <a:custGeom>
              <a:avLst/>
              <a:gdLst/>
              <a:ahLst/>
              <a:cxnLst/>
              <a:rect l="l" t="t" r="r" b="b"/>
              <a:pathLst>
                <a:path w="70040" h="108052" extrusionOk="0">
                  <a:moveTo>
                    <a:pt x="12820" y="692"/>
                  </a:moveTo>
                  <a:cubicBezTo>
                    <a:pt x="14651" y="692"/>
                    <a:pt x="16442" y="774"/>
                    <a:pt x="17907" y="1018"/>
                  </a:cubicBezTo>
                  <a:cubicBezTo>
                    <a:pt x="18639" y="1140"/>
                    <a:pt x="19290" y="1262"/>
                    <a:pt x="19819" y="1425"/>
                  </a:cubicBezTo>
                  <a:cubicBezTo>
                    <a:pt x="20349" y="1588"/>
                    <a:pt x="20715" y="1791"/>
                    <a:pt x="20959" y="1995"/>
                  </a:cubicBezTo>
                  <a:cubicBezTo>
                    <a:pt x="21040" y="2035"/>
                    <a:pt x="21162" y="2239"/>
                    <a:pt x="21325" y="2524"/>
                  </a:cubicBezTo>
                  <a:cubicBezTo>
                    <a:pt x="21976" y="3541"/>
                    <a:pt x="22953" y="5861"/>
                    <a:pt x="24133" y="8954"/>
                  </a:cubicBezTo>
                  <a:cubicBezTo>
                    <a:pt x="27674" y="18152"/>
                    <a:pt x="33005" y="34186"/>
                    <a:pt x="36831" y="44564"/>
                  </a:cubicBezTo>
                  <a:cubicBezTo>
                    <a:pt x="39354" y="51320"/>
                    <a:pt x="46476" y="65360"/>
                    <a:pt x="53517" y="78587"/>
                  </a:cubicBezTo>
                  <a:cubicBezTo>
                    <a:pt x="60228" y="91267"/>
                    <a:pt x="66826" y="103237"/>
                    <a:pt x="69117" y="107360"/>
                  </a:cubicBezTo>
                  <a:lnTo>
                    <a:pt x="36104" y="107360"/>
                  </a:lnTo>
                  <a:cubicBezTo>
                    <a:pt x="35648" y="106153"/>
                    <a:pt x="34312" y="102978"/>
                    <a:pt x="32436" y="98651"/>
                  </a:cubicBezTo>
                  <a:cubicBezTo>
                    <a:pt x="26453" y="84773"/>
                    <a:pt x="15180" y="59093"/>
                    <a:pt x="10459" y="48145"/>
                  </a:cubicBezTo>
                  <a:cubicBezTo>
                    <a:pt x="7325" y="40901"/>
                    <a:pt x="4924" y="30971"/>
                    <a:pt x="3296" y="22506"/>
                  </a:cubicBezTo>
                  <a:cubicBezTo>
                    <a:pt x="2483" y="18274"/>
                    <a:pt x="1872" y="14407"/>
                    <a:pt x="1424" y="11437"/>
                  </a:cubicBezTo>
                  <a:cubicBezTo>
                    <a:pt x="977" y="8466"/>
                    <a:pt x="773" y="6349"/>
                    <a:pt x="733" y="5698"/>
                  </a:cubicBezTo>
                  <a:cubicBezTo>
                    <a:pt x="692" y="5332"/>
                    <a:pt x="692" y="5006"/>
                    <a:pt x="692" y="4721"/>
                  </a:cubicBezTo>
                  <a:cubicBezTo>
                    <a:pt x="692" y="4274"/>
                    <a:pt x="733" y="3908"/>
                    <a:pt x="814" y="3663"/>
                  </a:cubicBezTo>
                  <a:cubicBezTo>
                    <a:pt x="936" y="3256"/>
                    <a:pt x="1221" y="2971"/>
                    <a:pt x="1791" y="2646"/>
                  </a:cubicBezTo>
                  <a:cubicBezTo>
                    <a:pt x="2401" y="2320"/>
                    <a:pt x="3296" y="1995"/>
                    <a:pt x="4639" y="1588"/>
                  </a:cubicBezTo>
                  <a:cubicBezTo>
                    <a:pt x="6471" y="1018"/>
                    <a:pt x="9727" y="692"/>
                    <a:pt x="12820" y="692"/>
                  </a:cubicBezTo>
                  <a:close/>
                  <a:moveTo>
                    <a:pt x="12820" y="1"/>
                  </a:moveTo>
                  <a:cubicBezTo>
                    <a:pt x="9645" y="1"/>
                    <a:pt x="6430" y="326"/>
                    <a:pt x="4436" y="937"/>
                  </a:cubicBezTo>
                  <a:cubicBezTo>
                    <a:pt x="2645" y="1466"/>
                    <a:pt x="1546" y="1873"/>
                    <a:pt x="895" y="2442"/>
                  </a:cubicBezTo>
                  <a:cubicBezTo>
                    <a:pt x="529" y="2727"/>
                    <a:pt x="285" y="3053"/>
                    <a:pt x="163" y="3419"/>
                  </a:cubicBezTo>
                  <a:cubicBezTo>
                    <a:pt x="41" y="3826"/>
                    <a:pt x="0" y="4233"/>
                    <a:pt x="0" y="4721"/>
                  </a:cubicBezTo>
                  <a:cubicBezTo>
                    <a:pt x="0" y="5006"/>
                    <a:pt x="0" y="5373"/>
                    <a:pt x="41" y="5739"/>
                  </a:cubicBezTo>
                  <a:cubicBezTo>
                    <a:pt x="81" y="6431"/>
                    <a:pt x="326" y="8547"/>
                    <a:pt x="733" y="11518"/>
                  </a:cubicBezTo>
                  <a:cubicBezTo>
                    <a:pt x="2035" y="20471"/>
                    <a:pt x="5087" y="37442"/>
                    <a:pt x="9849" y="48390"/>
                  </a:cubicBezTo>
                  <a:cubicBezTo>
                    <a:pt x="12982" y="55715"/>
                    <a:pt x="19046" y="69552"/>
                    <a:pt x="24500" y="82087"/>
                  </a:cubicBezTo>
                  <a:cubicBezTo>
                    <a:pt x="27226" y="88354"/>
                    <a:pt x="29831" y="94296"/>
                    <a:pt x="31825" y="98895"/>
                  </a:cubicBezTo>
                  <a:cubicBezTo>
                    <a:pt x="33779" y="103534"/>
                    <a:pt x="35203" y="106831"/>
                    <a:pt x="35569" y="107808"/>
                  </a:cubicBezTo>
                  <a:cubicBezTo>
                    <a:pt x="35610" y="107930"/>
                    <a:pt x="35732" y="108052"/>
                    <a:pt x="35895" y="108052"/>
                  </a:cubicBezTo>
                  <a:lnTo>
                    <a:pt x="69714" y="108052"/>
                  </a:lnTo>
                  <a:cubicBezTo>
                    <a:pt x="69795" y="108052"/>
                    <a:pt x="69918" y="107970"/>
                    <a:pt x="69999" y="107848"/>
                  </a:cubicBezTo>
                  <a:cubicBezTo>
                    <a:pt x="70040" y="107767"/>
                    <a:pt x="70040" y="107645"/>
                    <a:pt x="69999" y="107523"/>
                  </a:cubicBezTo>
                  <a:cubicBezTo>
                    <a:pt x="68005" y="103941"/>
                    <a:pt x="61127" y="91488"/>
                    <a:pt x="54086" y="78261"/>
                  </a:cubicBezTo>
                  <a:cubicBezTo>
                    <a:pt x="47087" y="65035"/>
                    <a:pt x="39965" y="50994"/>
                    <a:pt x="37482" y="44320"/>
                  </a:cubicBezTo>
                  <a:cubicBezTo>
                    <a:pt x="34755" y="36954"/>
                    <a:pt x="31296" y="26739"/>
                    <a:pt x="28244" y="18111"/>
                  </a:cubicBezTo>
                  <a:cubicBezTo>
                    <a:pt x="26697" y="13797"/>
                    <a:pt x="25273" y="9890"/>
                    <a:pt x="24093" y="6960"/>
                  </a:cubicBezTo>
                  <a:cubicBezTo>
                    <a:pt x="23523" y="5454"/>
                    <a:pt x="22994" y="4233"/>
                    <a:pt x="22546" y="3297"/>
                  </a:cubicBezTo>
                  <a:cubicBezTo>
                    <a:pt x="22302" y="2849"/>
                    <a:pt x="22099" y="2483"/>
                    <a:pt x="21936" y="2158"/>
                  </a:cubicBezTo>
                  <a:cubicBezTo>
                    <a:pt x="21732" y="1832"/>
                    <a:pt x="21569" y="1628"/>
                    <a:pt x="21407" y="1466"/>
                  </a:cubicBezTo>
                  <a:cubicBezTo>
                    <a:pt x="21040" y="1181"/>
                    <a:pt x="20593" y="977"/>
                    <a:pt x="20023" y="774"/>
                  </a:cubicBezTo>
                  <a:cubicBezTo>
                    <a:pt x="18314" y="245"/>
                    <a:pt x="15587" y="1"/>
                    <a:pt x="1282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1882;p35">
              <a:extLst>
                <a:ext uri="{FF2B5EF4-FFF2-40B4-BE49-F238E27FC236}">
                  <a16:creationId xmlns:a16="http://schemas.microsoft.com/office/drawing/2014/main" id="{02AEE7F6-C096-244A-8D93-050A0A481253}"/>
                </a:ext>
              </a:extLst>
            </p:cNvPr>
            <p:cNvSpPr/>
            <p:nvPr/>
          </p:nvSpPr>
          <p:spPr>
            <a:xfrm>
              <a:off x="1026300" y="5458550"/>
              <a:ext cx="6114750" cy="25"/>
            </a:xfrm>
            <a:custGeom>
              <a:avLst/>
              <a:gdLst/>
              <a:ahLst/>
              <a:cxnLst/>
              <a:rect l="l" t="t" r="r" b="b"/>
              <a:pathLst>
                <a:path w="244590" h="1" extrusionOk="0">
                  <a:moveTo>
                    <a:pt x="0" y="0"/>
                  </a:moveTo>
                  <a:lnTo>
                    <a:pt x="244590" y="0"/>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1883;p35">
              <a:extLst>
                <a:ext uri="{FF2B5EF4-FFF2-40B4-BE49-F238E27FC236}">
                  <a16:creationId xmlns:a16="http://schemas.microsoft.com/office/drawing/2014/main" id="{B24AC51D-D83B-9730-F5AB-E106D17AC7EF}"/>
                </a:ext>
              </a:extLst>
            </p:cNvPr>
            <p:cNvSpPr/>
            <p:nvPr/>
          </p:nvSpPr>
          <p:spPr>
            <a:xfrm>
              <a:off x="1017150" y="5450400"/>
              <a:ext cx="6132050" cy="17325"/>
            </a:xfrm>
            <a:custGeom>
              <a:avLst/>
              <a:gdLst/>
              <a:ahLst/>
              <a:cxnLst/>
              <a:rect l="l" t="t" r="r" b="b"/>
              <a:pathLst>
                <a:path w="245282" h="693" extrusionOk="0">
                  <a:moveTo>
                    <a:pt x="366" y="1"/>
                  </a:moveTo>
                  <a:cubicBezTo>
                    <a:pt x="163" y="1"/>
                    <a:pt x="0" y="164"/>
                    <a:pt x="0" y="326"/>
                  </a:cubicBezTo>
                  <a:cubicBezTo>
                    <a:pt x="0" y="530"/>
                    <a:pt x="163" y="693"/>
                    <a:pt x="366" y="693"/>
                  </a:cubicBezTo>
                  <a:lnTo>
                    <a:pt x="244956" y="693"/>
                  </a:lnTo>
                  <a:cubicBezTo>
                    <a:pt x="245159" y="693"/>
                    <a:pt x="245281" y="530"/>
                    <a:pt x="245281" y="326"/>
                  </a:cubicBezTo>
                  <a:cubicBezTo>
                    <a:pt x="245281" y="164"/>
                    <a:pt x="245159" y="1"/>
                    <a:pt x="24495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11635323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374691" cy="3671433"/>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111842" y="767168"/>
            <a:ext cx="2184000" cy="457200"/>
          </a:xfrm>
          <a:prstGeom prst="rect">
            <a:avLst/>
          </a:prstGeom>
        </p:spPr>
        <p:txBody>
          <a:bodyPr spcFirstLastPara="1" wrap="square" lIns="91425" tIns="91425" rIns="91425" bIns="91425" anchor="t" anchorCtr="0">
            <a:noAutofit/>
          </a:bodyPr>
          <a:lstStyle/>
          <a:p>
            <a:r>
              <a:rPr lang="en" b="1"/>
              <a:t>2. Multiplayer Servers</a:t>
            </a:r>
          </a:p>
        </p:txBody>
      </p:sp>
      <p:sp>
        <p:nvSpPr>
          <p:cNvPr id="3151" name="Google Shape;3151;p53"/>
          <p:cNvSpPr txBox="1">
            <a:spLocks noGrp="1"/>
          </p:cNvSpPr>
          <p:nvPr>
            <p:ph type="subTitle" idx="2"/>
          </p:nvPr>
        </p:nvSpPr>
        <p:spPr>
          <a:xfrm>
            <a:off x="1020753" y="1329504"/>
            <a:ext cx="2835966" cy="3306022"/>
          </a:xfrm>
          <a:prstGeom prst="rect">
            <a:avLst/>
          </a:prstGeom>
        </p:spPr>
        <p:txBody>
          <a:bodyPr spcFirstLastPara="1" wrap="square" lIns="91425" tIns="91425" rIns="91425" bIns="91425" anchor="t" anchorCtr="0">
            <a:noAutofit/>
          </a:bodyPr>
          <a:lstStyle/>
          <a:p>
            <a:pPr>
              <a:buChar char="•"/>
            </a:pPr>
            <a:r>
              <a:rPr lang="en" sz="1200" b="1">
                <a:solidFill>
                  <a:srgbClr val="161616"/>
                </a:solidFill>
                <a:latin typeface="Segoe UI"/>
                <a:cs typeface="Segoe UI"/>
              </a:rPr>
              <a:t>Dedicated Servers</a:t>
            </a:r>
            <a:r>
              <a:rPr lang="en" sz="1200">
                <a:solidFill>
                  <a:srgbClr val="161616"/>
                </a:solidFill>
                <a:latin typeface="Segoe UI"/>
                <a:cs typeface="Segoe UI"/>
              </a:rPr>
              <a:t>: Deliver low-latency real-time gameplay for any platform.</a:t>
            </a:r>
            <a:endParaRPr lang="en-US"/>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24/7 Monitoring and DDoS Protection</a:t>
            </a:r>
            <a:r>
              <a:rPr lang="en" sz="1200">
                <a:solidFill>
                  <a:srgbClr val="161616"/>
                </a:solidFill>
                <a:latin typeface="Segoe UI"/>
                <a:cs typeface="Segoe UI"/>
              </a:rPr>
              <a:t> - Protect against DDoS attacks and other incidents.</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Global Reach with Microsoft Azure</a:t>
            </a:r>
            <a:r>
              <a:rPr lang="en" sz="1200">
                <a:solidFill>
                  <a:srgbClr val="161616"/>
                </a:solidFill>
                <a:latin typeface="Segoe UI"/>
                <a:cs typeface="Segoe UI"/>
              </a:rPr>
              <a:t>: Get closer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players on a cloud with more global regions than any other provider.</a:t>
            </a:r>
            <a:endParaRPr lang="en"/>
          </a:p>
          <a:p>
            <a:pPr>
              <a:buChar char="•"/>
            </a:pPr>
            <a:endParaRPr lang="en" sz="1200">
              <a:solidFill>
                <a:srgbClr val="161616"/>
              </a:solidFill>
              <a:latin typeface="Segoe UI"/>
              <a:cs typeface="Segoe UI"/>
            </a:endParaRPr>
          </a:p>
          <a:p>
            <a:pPr>
              <a:buChar char="•"/>
            </a:pPr>
            <a:r>
              <a:rPr lang="en" sz="1200" b="1">
                <a:solidFill>
                  <a:srgbClr val="161616"/>
                </a:solidFill>
                <a:latin typeface="Segoe UI"/>
                <a:cs typeface="Segoe UI"/>
              </a:rPr>
              <a:t>Control Costs</a:t>
            </a:r>
            <a:r>
              <a:rPr lang="en" sz="1200">
                <a:solidFill>
                  <a:srgbClr val="161616"/>
                </a:solidFill>
                <a:latin typeface="Segoe UI"/>
                <a:cs typeface="Segoe UI"/>
              </a:rPr>
              <a:t>: Dynamically scale server cores in response to demand.</a:t>
            </a:r>
            <a:endParaRPr lang="en"/>
          </a:p>
          <a:p>
            <a:pPr marL="171450" lvl="0" indent="-171450" algn="l">
              <a:spcBef>
                <a:spcPts val="0"/>
              </a:spcBef>
              <a:spcAft>
                <a:spcPts val="0"/>
              </a:spcAft>
              <a:buChar char="•"/>
            </a:pPr>
            <a:endParaRPr lang="en" sz="1200">
              <a:solidFill>
                <a:srgbClr val="161616"/>
              </a:solidFill>
              <a:latin typeface="Segoe UI"/>
              <a:ea typeface="Barlow Semi Condensed"/>
              <a:cs typeface="Segoe UI"/>
            </a:endParaRPr>
          </a:p>
        </p:txBody>
      </p:sp>
    </p:spTree>
    <p:extLst>
      <p:ext uri="{BB962C8B-B14F-4D97-AF65-F5344CB8AC3E}">
        <p14:creationId xmlns:p14="http://schemas.microsoft.com/office/powerpoint/2010/main" val="2798702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971859" y="567555"/>
            <a:ext cx="3342583" cy="4268618"/>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3362"/>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grpSp>
        <p:nvGrpSpPr>
          <p:cNvPr id="3013" name="Google Shape;3013;p53"/>
          <p:cNvGrpSpPr/>
          <p:nvPr/>
        </p:nvGrpSpPr>
        <p:grpSpPr>
          <a:xfrm>
            <a:off x="4967647" y="1220452"/>
            <a:ext cx="3491274" cy="2970828"/>
            <a:chOff x="801025" y="358275"/>
            <a:chExt cx="6170425" cy="5079800"/>
          </a:xfrm>
        </p:grpSpPr>
        <p:sp>
          <p:nvSpPr>
            <p:cNvPr id="3014" name="Google Shape;3014;p53"/>
            <p:cNvSpPr/>
            <p:nvPr/>
          </p:nvSpPr>
          <p:spPr>
            <a:xfrm>
              <a:off x="801025" y="358275"/>
              <a:ext cx="6170425" cy="5079600"/>
            </a:xfrm>
            <a:custGeom>
              <a:avLst/>
              <a:gdLst/>
              <a:ahLst/>
              <a:cxnLst/>
              <a:rect l="l" t="t" r="r" b="b"/>
              <a:pathLst>
                <a:path w="246817" h="203184" extrusionOk="0">
                  <a:moveTo>
                    <a:pt x="170638" y="0"/>
                  </a:moveTo>
                  <a:cubicBezTo>
                    <a:pt x="142380" y="0"/>
                    <a:pt x="121472" y="21138"/>
                    <a:pt x="99526" y="32497"/>
                  </a:cubicBezTo>
                  <a:cubicBezTo>
                    <a:pt x="86882" y="39041"/>
                    <a:pt x="72463" y="36527"/>
                    <a:pt x="59043" y="39670"/>
                  </a:cubicBezTo>
                  <a:cubicBezTo>
                    <a:pt x="16157" y="49800"/>
                    <a:pt x="1" y="113241"/>
                    <a:pt x="17858" y="149325"/>
                  </a:cubicBezTo>
                  <a:cubicBezTo>
                    <a:pt x="33311" y="180565"/>
                    <a:pt x="60559" y="196795"/>
                    <a:pt x="102003" y="200529"/>
                  </a:cubicBezTo>
                  <a:cubicBezTo>
                    <a:pt x="116217" y="201822"/>
                    <a:pt x="128973" y="203183"/>
                    <a:pt x="141096" y="203183"/>
                  </a:cubicBezTo>
                  <a:cubicBezTo>
                    <a:pt x="164350" y="203183"/>
                    <a:pt x="185275" y="198173"/>
                    <a:pt x="209698" y="178051"/>
                  </a:cubicBezTo>
                  <a:cubicBezTo>
                    <a:pt x="246816" y="147439"/>
                    <a:pt x="244339" y="83739"/>
                    <a:pt x="227000" y="39374"/>
                  </a:cubicBezTo>
                  <a:cubicBezTo>
                    <a:pt x="227000" y="39374"/>
                    <a:pt x="212175" y="5657"/>
                    <a:pt x="179345" y="666"/>
                  </a:cubicBezTo>
                  <a:cubicBezTo>
                    <a:pt x="176364" y="212"/>
                    <a:pt x="173464" y="0"/>
                    <a:pt x="17063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3015;p53"/>
            <p:cNvSpPr/>
            <p:nvPr/>
          </p:nvSpPr>
          <p:spPr>
            <a:xfrm>
              <a:off x="1068150" y="358275"/>
              <a:ext cx="5711975" cy="5079800"/>
            </a:xfrm>
            <a:custGeom>
              <a:avLst/>
              <a:gdLst/>
              <a:ahLst/>
              <a:cxnLst/>
              <a:rect l="l" t="t" r="r" b="b"/>
              <a:pathLst>
                <a:path w="228479" h="203192" extrusionOk="0">
                  <a:moveTo>
                    <a:pt x="158345" y="49763"/>
                  </a:moveTo>
                  <a:lnTo>
                    <a:pt x="131689" y="81299"/>
                  </a:lnTo>
                  <a:lnTo>
                    <a:pt x="119230" y="96087"/>
                  </a:lnTo>
                  <a:cubicBezTo>
                    <a:pt x="120007" y="96937"/>
                    <a:pt x="120746" y="97899"/>
                    <a:pt x="121486" y="99008"/>
                  </a:cubicBezTo>
                  <a:lnTo>
                    <a:pt x="156386" y="57638"/>
                  </a:lnTo>
                  <a:cubicBezTo>
                    <a:pt x="156940" y="55641"/>
                    <a:pt x="157495" y="53793"/>
                    <a:pt x="157976" y="52166"/>
                  </a:cubicBezTo>
                  <a:lnTo>
                    <a:pt x="158013" y="51389"/>
                  </a:lnTo>
                  <a:lnTo>
                    <a:pt x="158013" y="51353"/>
                  </a:lnTo>
                  <a:cubicBezTo>
                    <a:pt x="158013" y="51353"/>
                    <a:pt x="158086" y="50761"/>
                    <a:pt x="158345" y="49763"/>
                  </a:cubicBezTo>
                  <a:close/>
                  <a:moveTo>
                    <a:pt x="159972" y="0"/>
                  </a:moveTo>
                  <a:cubicBezTo>
                    <a:pt x="148622" y="0"/>
                    <a:pt x="138455" y="3401"/>
                    <a:pt x="128917" y="8208"/>
                  </a:cubicBezTo>
                  <a:cubicBezTo>
                    <a:pt x="130359" y="8393"/>
                    <a:pt x="131763" y="8614"/>
                    <a:pt x="133131" y="8873"/>
                  </a:cubicBezTo>
                  <a:cubicBezTo>
                    <a:pt x="148437" y="11572"/>
                    <a:pt x="162856" y="18301"/>
                    <a:pt x="175906" y="28948"/>
                  </a:cubicBezTo>
                  <a:lnTo>
                    <a:pt x="171285" y="34420"/>
                  </a:lnTo>
                  <a:cubicBezTo>
                    <a:pt x="173023" y="33902"/>
                    <a:pt x="174760" y="33644"/>
                    <a:pt x="176461" y="33644"/>
                  </a:cubicBezTo>
                  <a:lnTo>
                    <a:pt x="176646" y="33644"/>
                  </a:lnTo>
                  <a:lnTo>
                    <a:pt x="178642" y="31277"/>
                  </a:lnTo>
                  <a:cubicBezTo>
                    <a:pt x="179862" y="32313"/>
                    <a:pt x="181045" y="33385"/>
                    <a:pt x="182154" y="34494"/>
                  </a:cubicBezTo>
                  <a:cubicBezTo>
                    <a:pt x="185519" y="35455"/>
                    <a:pt x="188661" y="37119"/>
                    <a:pt x="191397" y="39152"/>
                  </a:cubicBezTo>
                  <a:cubicBezTo>
                    <a:pt x="193763" y="40927"/>
                    <a:pt x="195353" y="43441"/>
                    <a:pt x="196314" y="46214"/>
                  </a:cubicBezTo>
                  <a:cubicBezTo>
                    <a:pt x="197164" y="48617"/>
                    <a:pt x="197534" y="51205"/>
                    <a:pt x="197645" y="53719"/>
                  </a:cubicBezTo>
                  <a:cubicBezTo>
                    <a:pt x="212581" y="78193"/>
                    <a:pt x="215465" y="108250"/>
                    <a:pt x="204559" y="136496"/>
                  </a:cubicBezTo>
                  <a:lnTo>
                    <a:pt x="200492" y="134832"/>
                  </a:lnTo>
                  <a:cubicBezTo>
                    <a:pt x="200455" y="134869"/>
                    <a:pt x="200455" y="134869"/>
                    <a:pt x="200418" y="134869"/>
                  </a:cubicBezTo>
                  <a:cubicBezTo>
                    <a:pt x="200381" y="134869"/>
                    <a:pt x="200344" y="134832"/>
                    <a:pt x="200270" y="134832"/>
                  </a:cubicBezTo>
                  <a:lnTo>
                    <a:pt x="187330" y="129546"/>
                  </a:lnTo>
                  <a:lnTo>
                    <a:pt x="147587" y="113352"/>
                  </a:lnTo>
                  <a:lnTo>
                    <a:pt x="141819" y="111023"/>
                  </a:lnTo>
                  <a:cubicBezTo>
                    <a:pt x="141745" y="110986"/>
                    <a:pt x="141709" y="110949"/>
                    <a:pt x="141672" y="110875"/>
                  </a:cubicBezTo>
                  <a:lnTo>
                    <a:pt x="123926" y="103629"/>
                  </a:lnTo>
                  <a:lnTo>
                    <a:pt x="123926" y="103629"/>
                  </a:lnTo>
                  <a:cubicBezTo>
                    <a:pt x="124406" y="104812"/>
                    <a:pt x="124924" y="106328"/>
                    <a:pt x="125478" y="108140"/>
                  </a:cubicBezTo>
                  <a:lnTo>
                    <a:pt x="129767" y="109877"/>
                  </a:lnTo>
                  <a:lnTo>
                    <a:pt x="203191" y="139823"/>
                  </a:lnTo>
                  <a:cubicBezTo>
                    <a:pt x="192506" y="164742"/>
                    <a:pt x="172209" y="182783"/>
                    <a:pt x="148400" y="191435"/>
                  </a:cubicBezTo>
                  <a:cubicBezTo>
                    <a:pt x="145258" y="192581"/>
                    <a:pt x="142041" y="193542"/>
                    <a:pt x="138788" y="194355"/>
                  </a:cubicBezTo>
                  <a:cubicBezTo>
                    <a:pt x="131542" y="196130"/>
                    <a:pt x="124074" y="197091"/>
                    <a:pt x="116532" y="197091"/>
                  </a:cubicBezTo>
                  <a:cubicBezTo>
                    <a:pt x="115903" y="197128"/>
                    <a:pt x="115312" y="197128"/>
                    <a:pt x="114683" y="197128"/>
                  </a:cubicBezTo>
                  <a:cubicBezTo>
                    <a:pt x="113796" y="197128"/>
                    <a:pt x="112908" y="197128"/>
                    <a:pt x="112021" y="197091"/>
                  </a:cubicBezTo>
                  <a:lnTo>
                    <a:pt x="111762" y="197091"/>
                  </a:lnTo>
                  <a:cubicBezTo>
                    <a:pt x="99969" y="197091"/>
                    <a:pt x="84959" y="192581"/>
                    <a:pt x="75457" y="188181"/>
                  </a:cubicBezTo>
                  <a:cubicBezTo>
                    <a:pt x="72574" y="186850"/>
                    <a:pt x="70207" y="185556"/>
                    <a:pt x="68581" y="184373"/>
                  </a:cubicBezTo>
                  <a:cubicBezTo>
                    <a:pt x="46472" y="171877"/>
                    <a:pt x="31425" y="152209"/>
                    <a:pt x="24734" y="126810"/>
                  </a:cubicBezTo>
                  <a:lnTo>
                    <a:pt x="82371" y="112613"/>
                  </a:lnTo>
                  <a:cubicBezTo>
                    <a:pt x="82593" y="111245"/>
                    <a:pt x="82814" y="109988"/>
                    <a:pt x="83110" y="108805"/>
                  </a:cubicBezTo>
                  <a:lnTo>
                    <a:pt x="83110" y="108805"/>
                  </a:lnTo>
                  <a:lnTo>
                    <a:pt x="80633" y="109397"/>
                  </a:lnTo>
                  <a:lnTo>
                    <a:pt x="70503" y="111911"/>
                  </a:lnTo>
                  <a:lnTo>
                    <a:pt x="56861" y="115201"/>
                  </a:lnTo>
                  <a:lnTo>
                    <a:pt x="23883" y="123298"/>
                  </a:lnTo>
                  <a:cubicBezTo>
                    <a:pt x="22294" y="116310"/>
                    <a:pt x="21517" y="109323"/>
                    <a:pt x="21517" y="102409"/>
                  </a:cubicBezTo>
                  <a:cubicBezTo>
                    <a:pt x="21554" y="79487"/>
                    <a:pt x="29946" y="57711"/>
                    <a:pt x="44402" y="40779"/>
                  </a:cubicBezTo>
                  <a:lnTo>
                    <a:pt x="44402" y="40779"/>
                  </a:lnTo>
                  <a:cubicBezTo>
                    <a:pt x="15639" y="50132"/>
                    <a:pt x="0" y="84256"/>
                    <a:pt x="0" y="115682"/>
                  </a:cubicBezTo>
                  <a:cubicBezTo>
                    <a:pt x="0" y="127808"/>
                    <a:pt x="2329" y="139565"/>
                    <a:pt x="7173" y="149325"/>
                  </a:cubicBezTo>
                  <a:cubicBezTo>
                    <a:pt x="22626" y="180565"/>
                    <a:pt x="49874" y="196795"/>
                    <a:pt x="91318" y="200529"/>
                  </a:cubicBezTo>
                  <a:cubicBezTo>
                    <a:pt x="105514" y="201823"/>
                    <a:pt x="118269" y="203191"/>
                    <a:pt x="130396" y="203191"/>
                  </a:cubicBezTo>
                  <a:cubicBezTo>
                    <a:pt x="153650" y="203191"/>
                    <a:pt x="174575" y="198200"/>
                    <a:pt x="199013" y="178051"/>
                  </a:cubicBezTo>
                  <a:cubicBezTo>
                    <a:pt x="220160" y="160601"/>
                    <a:pt x="228478" y="132392"/>
                    <a:pt x="228478" y="103112"/>
                  </a:cubicBezTo>
                  <a:cubicBezTo>
                    <a:pt x="228478" y="81077"/>
                    <a:pt x="223783" y="58451"/>
                    <a:pt x="216315" y="39374"/>
                  </a:cubicBezTo>
                  <a:cubicBezTo>
                    <a:pt x="216315" y="39374"/>
                    <a:pt x="201490" y="5657"/>
                    <a:pt x="168660" y="666"/>
                  </a:cubicBezTo>
                  <a:cubicBezTo>
                    <a:pt x="165702" y="185"/>
                    <a:pt x="162782" y="0"/>
                    <a:pt x="15997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3"/>
            <p:cNvSpPr/>
            <p:nvPr/>
          </p:nvSpPr>
          <p:spPr>
            <a:xfrm>
              <a:off x="1686475" y="2966550"/>
              <a:ext cx="4461450" cy="2319500"/>
            </a:xfrm>
            <a:custGeom>
              <a:avLst/>
              <a:gdLst/>
              <a:ahLst/>
              <a:cxnLst/>
              <a:rect l="l" t="t" r="r" b="b"/>
              <a:pathLst>
                <a:path w="178458" h="92780" extrusionOk="0">
                  <a:moveTo>
                    <a:pt x="91355" y="1"/>
                  </a:moveTo>
                  <a:lnTo>
                    <a:pt x="1" y="22479"/>
                  </a:lnTo>
                  <a:cubicBezTo>
                    <a:pt x="7838" y="52240"/>
                    <a:pt x="27100" y="74090"/>
                    <a:pt x="55752" y="85773"/>
                  </a:cubicBezTo>
                  <a:cubicBezTo>
                    <a:pt x="67419" y="90528"/>
                    <a:pt x="79493" y="92779"/>
                    <a:pt x="91376" y="92779"/>
                  </a:cubicBezTo>
                  <a:cubicBezTo>
                    <a:pt x="128179" y="92779"/>
                    <a:pt x="163142" y="71181"/>
                    <a:pt x="178458" y="35492"/>
                  </a:cubicBezTo>
                  <a:lnTo>
                    <a:pt x="105034" y="5546"/>
                  </a:lnTo>
                  <a:lnTo>
                    <a:pt x="9135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3017;p53"/>
            <p:cNvSpPr/>
            <p:nvPr/>
          </p:nvSpPr>
          <p:spPr>
            <a:xfrm>
              <a:off x="1381475" y="545825"/>
              <a:ext cx="4084350" cy="2894900"/>
            </a:xfrm>
            <a:custGeom>
              <a:avLst/>
              <a:gdLst/>
              <a:ahLst/>
              <a:cxnLst/>
              <a:rect l="l" t="t" r="r" b="b"/>
              <a:pathLst>
                <a:path w="163374" h="115796" extrusionOk="0">
                  <a:moveTo>
                    <a:pt x="104967" y="0"/>
                  </a:moveTo>
                  <a:cubicBezTo>
                    <a:pt x="97163" y="0"/>
                    <a:pt x="89179" y="994"/>
                    <a:pt x="81077" y="2998"/>
                  </a:cubicBezTo>
                  <a:cubicBezTo>
                    <a:pt x="30945" y="15346"/>
                    <a:pt x="0" y="65700"/>
                    <a:pt x="11350" y="115796"/>
                  </a:cubicBezTo>
                  <a:lnTo>
                    <a:pt x="82334" y="98345"/>
                  </a:lnTo>
                  <a:lnTo>
                    <a:pt x="102705" y="93317"/>
                  </a:lnTo>
                  <a:lnTo>
                    <a:pt x="119156" y="73797"/>
                  </a:lnTo>
                  <a:lnTo>
                    <a:pt x="163373" y="21446"/>
                  </a:lnTo>
                  <a:cubicBezTo>
                    <a:pt x="150323" y="10799"/>
                    <a:pt x="135904" y="4070"/>
                    <a:pt x="120598" y="1371"/>
                  </a:cubicBezTo>
                  <a:cubicBezTo>
                    <a:pt x="115484" y="459"/>
                    <a:pt x="110267" y="0"/>
                    <a:pt x="1049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3"/>
            <p:cNvSpPr/>
            <p:nvPr/>
          </p:nvSpPr>
          <p:spPr>
            <a:xfrm>
              <a:off x="1606075" y="545900"/>
              <a:ext cx="3859750" cy="2894825"/>
            </a:xfrm>
            <a:custGeom>
              <a:avLst/>
              <a:gdLst/>
              <a:ahLst/>
              <a:cxnLst/>
              <a:rect l="l" t="t" r="r" b="b"/>
              <a:pathLst>
                <a:path w="154390" h="115793" extrusionOk="0">
                  <a:moveTo>
                    <a:pt x="96050" y="0"/>
                  </a:moveTo>
                  <a:cubicBezTo>
                    <a:pt x="88212" y="0"/>
                    <a:pt x="80189" y="998"/>
                    <a:pt x="72093" y="2995"/>
                  </a:cubicBezTo>
                  <a:cubicBezTo>
                    <a:pt x="65956" y="4511"/>
                    <a:pt x="60077" y="6581"/>
                    <a:pt x="54569" y="9169"/>
                  </a:cubicBezTo>
                  <a:cubicBezTo>
                    <a:pt x="56824" y="9834"/>
                    <a:pt x="58931" y="10944"/>
                    <a:pt x="60669" y="12570"/>
                  </a:cubicBezTo>
                  <a:cubicBezTo>
                    <a:pt x="65993" y="17413"/>
                    <a:pt x="68728" y="25140"/>
                    <a:pt x="68802" y="32165"/>
                  </a:cubicBezTo>
                  <a:cubicBezTo>
                    <a:pt x="68802" y="32313"/>
                    <a:pt x="68802" y="32498"/>
                    <a:pt x="68802" y="32682"/>
                  </a:cubicBezTo>
                  <a:cubicBezTo>
                    <a:pt x="68802" y="33089"/>
                    <a:pt x="68802" y="33496"/>
                    <a:pt x="68802" y="33939"/>
                  </a:cubicBezTo>
                  <a:cubicBezTo>
                    <a:pt x="68839" y="34272"/>
                    <a:pt x="68913" y="34642"/>
                    <a:pt x="68950" y="35048"/>
                  </a:cubicBezTo>
                  <a:cubicBezTo>
                    <a:pt x="69246" y="34827"/>
                    <a:pt x="69616" y="34679"/>
                    <a:pt x="70022" y="34679"/>
                  </a:cubicBezTo>
                  <a:lnTo>
                    <a:pt x="70059" y="34679"/>
                  </a:lnTo>
                  <a:cubicBezTo>
                    <a:pt x="70170" y="34679"/>
                    <a:pt x="70318" y="34679"/>
                    <a:pt x="70429" y="34716"/>
                  </a:cubicBezTo>
                  <a:cubicBezTo>
                    <a:pt x="70836" y="34790"/>
                    <a:pt x="71205" y="35012"/>
                    <a:pt x="71464" y="35307"/>
                  </a:cubicBezTo>
                  <a:cubicBezTo>
                    <a:pt x="71760" y="35640"/>
                    <a:pt x="71982" y="36047"/>
                    <a:pt x="72130" y="36490"/>
                  </a:cubicBezTo>
                  <a:cubicBezTo>
                    <a:pt x="72462" y="37415"/>
                    <a:pt x="72610" y="38561"/>
                    <a:pt x="72610" y="39781"/>
                  </a:cubicBezTo>
                  <a:cubicBezTo>
                    <a:pt x="72610" y="41444"/>
                    <a:pt x="72315" y="43219"/>
                    <a:pt x="71760" y="44550"/>
                  </a:cubicBezTo>
                  <a:cubicBezTo>
                    <a:pt x="71501" y="45178"/>
                    <a:pt x="71095" y="45622"/>
                    <a:pt x="70688" y="45918"/>
                  </a:cubicBezTo>
                  <a:lnTo>
                    <a:pt x="70651" y="45918"/>
                  </a:lnTo>
                  <a:cubicBezTo>
                    <a:pt x="71723" y="52277"/>
                    <a:pt x="73091" y="59375"/>
                    <a:pt x="74570" y="65623"/>
                  </a:cubicBezTo>
                  <a:cubicBezTo>
                    <a:pt x="75198" y="68137"/>
                    <a:pt x="75827" y="70540"/>
                    <a:pt x="76455" y="72648"/>
                  </a:cubicBezTo>
                  <a:cubicBezTo>
                    <a:pt x="77675" y="72537"/>
                    <a:pt x="78858" y="72426"/>
                    <a:pt x="80041" y="72426"/>
                  </a:cubicBezTo>
                  <a:cubicBezTo>
                    <a:pt x="81077" y="72426"/>
                    <a:pt x="82112" y="72500"/>
                    <a:pt x="83036" y="72759"/>
                  </a:cubicBezTo>
                  <a:cubicBezTo>
                    <a:pt x="83960" y="73054"/>
                    <a:pt x="84811" y="73498"/>
                    <a:pt x="85550" y="74200"/>
                  </a:cubicBezTo>
                  <a:cubicBezTo>
                    <a:pt x="86400" y="75088"/>
                    <a:pt x="86992" y="76788"/>
                    <a:pt x="87473" y="78859"/>
                  </a:cubicBezTo>
                  <a:cubicBezTo>
                    <a:pt x="87731" y="80116"/>
                    <a:pt x="87953" y="81484"/>
                    <a:pt x="88138" y="82926"/>
                  </a:cubicBezTo>
                  <a:lnTo>
                    <a:pt x="88175" y="82926"/>
                  </a:lnTo>
                  <a:cubicBezTo>
                    <a:pt x="89617" y="83036"/>
                    <a:pt x="91909" y="83739"/>
                    <a:pt x="94423" y="85550"/>
                  </a:cubicBezTo>
                  <a:cubicBezTo>
                    <a:pt x="95495" y="86327"/>
                    <a:pt x="96641" y="87325"/>
                    <a:pt x="97713" y="88582"/>
                  </a:cubicBezTo>
                  <a:lnTo>
                    <a:pt x="110172" y="73794"/>
                  </a:lnTo>
                  <a:lnTo>
                    <a:pt x="136828" y="42258"/>
                  </a:lnTo>
                  <a:cubicBezTo>
                    <a:pt x="137124" y="41112"/>
                    <a:pt x="137568" y="39522"/>
                    <a:pt x="138344" y="37747"/>
                  </a:cubicBezTo>
                  <a:cubicBezTo>
                    <a:pt x="139786" y="34420"/>
                    <a:pt x="142263" y="30538"/>
                    <a:pt x="146367" y="28320"/>
                  </a:cubicBezTo>
                  <a:cubicBezTo>
                    <a:pt x="147513" y="27728"/>
                    <a:pt x="148622" y="27248"/>
                    <a:pt x="149768" y="26915"/>
                  </a:cubicBezTo>
                  <a:lnTo>
                    <a:pt x="154389" y="21443"/>
                  </a:lnTo>
                  <a:cubicBezTo>
                    <a:pt x="141339" y="10796"/>
                    <a:pt x="126920" y="4067"/>
                    <a:pt x="111614" y="1368"/>
                  </a:cubicBezTo>
                  <a:cubicBezTo>
                    <a:pt x="106512" y="444"/>
                    <a:pt x="101337" y="0"/>
                    <a:pt x="96050" y="0"/>
                  </a:cubicBezTo>
                  <a:close/>
                  <a:moveTo>
                    <a:pt x="31758" y="24216"/>
                  </a:moveTo>
                  <a:cubicBezTo>
                    <a:pt x="11905" y="41962"/>
                    <a:pt x="37" y="67657"/>
                    <a:pt x="0" y="94904"/>
                  </a:cubicBezTo>
                  <a:cubicBezTo>
                    <a:pt x="0" y="101818"/>
                    <a:pt x="777" y="108805"/>
                    <a:pt x="2366" y="115793"/>
                  </a:cubicBezTo>
                  <a:lnTo>
                    <a:pt x="35344" y="107696"/>
                  </a:lnTo>
                  <a:lnTo>
                    <a:pt x="18005" y="111874"/>
                  </a:lnTo>
                  <a:lnTo>
                    <a:pt x="17931" y="111874"/>
                  </a:lnTo>
                  <a:cubicBezTo>
                    <a:pt x="17857" y="111874"/>
                    <a:pt x="17783" y="111874"/>
                    <a:pt x="17746" y="111800"/>
                  </a:cubicBezTo>
                  <a:cubicBezTo>
                    <a:pt x="17672" y="111763"/>
                    <a:pt x="17598" y="111652"/>
                    <a:pt x="17635" y="111578"/>
                  </a:cubicBezTo>
                  <a:cubicBezTo>
                    <a:pt x="17635" y="111578"/>
                    <a:pt x="17857" y="105071"/>
                    <a:pt x="18411" y="97455"/>
                  </a:cubicBezTo>
                  <a:cubicBezTo>
                    <a:pt x="18929" y="89876"/>
                    <a:pt x="19779" y="81225"/>
                    <a:pt x="20962" y="76825"/>
                  </a:cubicBezTo>
                  <a:cubicBezTo>
                    <a:pt x="21332" y="75605"/>
                    <a:pt x="21665" y="74681"/>
                    <a:pt x="22146" y="74200"/>
                  </a:cubicBezTo>
                  <a:cubicBezTo>
                    <a:pt x="22848" y="73498"/>
                    <a:pt x="23735" y="73054"/>
                    <a:pt x="24660" y="72759"/>
                  </a:cubicBezTo>
                  <a:cubicBezTo>
                    <a:pt x="25584" y="72500"/>
                    <a:pt x="26619" y="72426"/>
                    <a:pt x="27654" y="72426"/>
                  </a:cubicBezTo>
                  <a:cubicBezTo>
                    <a:pt x="29244" y="72426"/>
                    <a:pt x="30871" y="72611"/>
                    <a:pt x="32497" y="72759"/>
                  </a:cubicBezTo>
                  <a:cubicBezTo>
                    <a:pt x="32904" y="72796"/>
                    <a:pt x="33274" y="72833"/>
                    <a:pt x="33643" y="72833"/>
                  </a:cubicBezTo>
                  <a:cubicBezTo>
                    <a:pt x="34198" y="68692"/>
                    <a:pt x="34752" y="62850"/>
                    <a:pt x="34752" y="55678"/>
                  </a:cubicBezTo>
                  <a:cubicBezTo>
                    <a:pt x="34752" y="53682"/>
                    <a:pt x="34716" y="51537"/>
                    <a:pt x="34605" y="49319"/>
                  </a:cubicBezTo>
                  <a:cubicBezTo>
                    <a:pt x="34087" y="49171"/>
                    <a:pt x="33569" y="48839"/>
                    <a:pt x="33126" y="48247"/>
                  </a:cubicBezTo>
                  <a:cubicBezTo>
                    <a:pt x="31758" y="46435"/>
                    <a:pt x="30760" y="43441"/>
                    <a:pt x="30760" y="41186"/>
                  </a:cubicBezTo>
                  <a:cubicBezTo>
                    <a:pt x="30760" y="40557"/>
                    <a:pt x="30834" y="39966"/>
                    <a:pt x="31018" y="39485"/>
                  </a:cubicBezTo>
                  <a:cubicBezTo>
                    <a:pt x="31203" y="39004"/>
                    <a:pt x="31499" y="38598"/>
                    <a:pt x="31980" y="38376"/>
                  </a:cubicBezTo>
                  <a:cubicBezTo>
                    <a:pt x="32238" y="38265"/>
                    <a:pt x="32534" y="38191"/>
                    <a:pt x="32793" y="38191"/>
                  </a:cubicBezTo>
                  <a:cubicBezTo>
                    <a:pt x="33126" y="38191"/>
                    <a:pt x="33459" y="38302"/>
                    <a:pt x="33717" y="38413"/>
                  </a:cubicBezTo>
                  <a:cubicBezTo>
                    <a:pt x="32386" y="34938"/>
                    <a:pt x="31573" y="31093"/>
                    <a:pt x="31573" y="27322"/>
                  </a:cubicBezTo>
                  <a:cubicBezTo>
                    <a:pt x="31573" y="26286"/>
                    <a:pt x="31610" y="25251"/>
                    <a:pt x="31758" y="24216"/>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3019;p53"/>
            <p:cNvSpPr/>
            <p:nvPr/>
          </p:nvSpPr>
          <p:spPr>
            <a:xfrm>
              <a:off x="4047975" y="1140200"/>
              <a:ext cx="2499225" cy="2630500"/>
            </a:xfrm>
            <a:custGeom>
              <a:avLst/>
              <a:gdLst/>
              <a:ahLst/>
              <a:cxnLst/>
              <a:rect l="l" t="t" r="r" b="b"/>
              <a:pathLst>
                <a:path w="99969" h="105220" extrusionOk="0">
                  <a:moveTo>
                    <a:pt x="59449" y="0"/>
                  </a:moveTo>
                  <a:lnTo>
                    <a:pt x="0" y="70430"/>
                  </a:lnTo>
                  <a:lnTo>
                    <a:pt x="59375" y="94645"/>
                  </a:lnTo>
                  <a:lnTo>
                    <a:pt x="85366" y="105219"/>
                  </a:lnTo>
                  <a:cubicBezTo>
                    <a:pt x="99969" y="67546"/>
                    <a:pt x="89876" y="26582"/>
                    <a:pt x="594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3020;p53"/>
            <p:cNvSpPr/>
            <p:nvPr/>
          </p:nvSpPr>
          <p:spPr>
            <a:xfrm>
              <a:off x="3702300" y="1057950"/>
              <a:ext cx="600800" cy="15725"/>
            </a:xfrm>
            <a:custGeom>
              <a:avLst/>
              <a:gdLst/>
              <a:ahLst/>
              <a:cxnLst/>
              <a:rect l="l" t="t" r="r" b="b"/>
              <a:pathLst>
                <a:path w="24032" h="629" extrusionOk="0">
                  <a:moveTo>
                    <a:pt x="296" y="0"/>
                  </a:moveTo>
                  <a:cubicBezTo>
                    <a:pt x="111" y="0"/>
                    <a:pt x="0" y="148"/>
                    <a:pt x="0" y="333"/>
                  </a:cubicBezTo>
                  <a:cubicBezTo>
                    <a:pt x="0" y="481"/>
                    <a:pt x="111" y="629"/>
                    <a:pt x="296" y="629"/>
                  </a:cubicBezTo>
                  <a:lnTo>
                    <a:pt x="23699" y="629"/>
                  </a:lnTo>
                  <a:cubicBezTo>
                    <a:pt x="23883" y="629"/>
                    <a:pt x="24031" y="481"/>
                    <a:pt x="24031" y="333"/>
                  </a:cubicBezTo>
                  <a:cubicBezTo>
                    <a:pt x="24031" y="148"/>
                    <a:pt x="23883"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3"/>
            <p:cNvSpPr/>
            <p:nvPr/>
          </p:nvSpPr>
          <p:spPr>
            <a:xfrm>
              <a:off x="3702300" y="1157750"/>
              <a:ext cx="600800" cy="15750"/>
            </a:xfrm>
            <a:custGeom>
              <a:avLst/>
              <a:gdLst/>
              <a:ahLst/>
              <a:cxnLst/>
              <a:rect l="l" t="t" r="r" b="b"/>
              <a:pathLst>
                <a:path w="24032" h="630" extrusionOk="0">
                  <a:moveTo>
                    <a:pt x="296" y="1"/>
                  </a:moveTo>
                  <a:cubicBezTo>
                    <a:pt x="111" y="1"/>
                    <a:pt x="0" y="149"/>
                    <a:pt x="0" y="297"/>
                  </a:cubicBezTo>
                  <a:cubicBezTo>
                    <a:pt x="0" y="481"/>
                    <a:pt x="111" y="629"/>
                    <a:pt x="296" y="629"/>
                  </a:cubicBezTo>
                  <a:lnTo>
                    <a:pt x="23699" y="629"/>
                  </a:lnTo>
                  <a:cubicBezTo>
                    <a:pt x="23883" y="629"/>
                    <a:pt x="24031" y="481"/>
                    <a:pt x="24031" y="297"/>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3"/>
            <p:cNvSpPr/>
            <p:nvPr/>
          </p:nvSpPr>
          <p:spPr>
            <a:xfrm>
              <a:off x="3702300" y="1257575"/>
              <a:ext cx="600800" cy="15750"/>
            </a:xfrm>
            <a:custGeom>
              <a:avLst/>
              <a:gdLst/>
              <a:ahLst/>
              <a:cxnLst/>
              <a:rect l="l" t="t" r="r" b="b"/>
              <a:pathLst>
                <a:path w="24032" h="630" extrusionOk="0">
                  <a:moveTo>
                    <a:pt x="296" y="1"/>
                  </a:moveTo>
                  <a:cubicBezTo>
                    <a:pt x="111" y="1"/>
                    <a:pt x="0" y="149"/>
                    <a:pt x="0" y="296"/>
                  </a:cubicBezTo>
                  <a:cubicBezTo>
                    <a:pt x="0" y="481"/>
                    <a:pt x="111" y="629"/>
                    <a:pt x="296" y="629"/>
                  </a:cubicBezTo>
                  <a:lnTo>
                    <a:pt x="23699" y="629"/>
                  </a:lnTo>
                  <a:cubicBezTo>
                    <a:pt x="23883" y="629"/>
                    <a:pt x="24031" y="481"/>
                    <a:pt x="24031" y="296"/>
                  </a:cubicBezTo>
                  <a:cubicBezTo>
                    <a:pt x="24031" y="149"/>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3023;p53"/>
            <p:cNvSpPr/>
            <p:nvPr/>
          </p:nvSpPr>
          <p:spPr>
            <a:xfrm>
              <a:off x="3702300" y="1357400"/>
              <a:ext cx="600800" cy="14825"/>
            </a:xfrm>
            <a:custGeom>
              <a:avLst/>
              <a:gdLst/>
              <a:ahLst/>
              <a:cxnLst/>
              <a:rect l="l" t="t" r="r" b="b"/>
              <a:pathLst>
                <a:path w="24032" h="593" extrusionOk="0">
                  <a:moveTo>
                    <a:pt x="296" y="1"/>
                  </a:moveTo>
                  <a:cubicBezTo>
                    <a:pt x="111" y="1"/>
                    <a:pt x="0" y="111"/>
                    <a:pt x="0" y="296"/>
                  </a:cubicBezTo>
                  <a:cubicBezTo>
                    <a:pt x="0" y="481"/>
                    <a:pt x="111" y="592"/>
                    <a:pt x="296" y="592"/>
                  </a:cubicBezTo>
                  <a:lnTo>
                    <a:pt x="23699" y="592"/>
                  </a:lnTo>
                  <a:cubicBezTo>
                    <a:pt x="23883" y="592"/>
                    <a:pt x="24031" y="481"/>
                    <a:pt x="24031" y="296"/>
                  </a:cubicBezTo>
                  <a:cubicBezTo>
                    <a:pt x="24031" y="111"/>
                    <a:pt x="23883"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3024;p53"/>
            <p:cNvSpPr/>
            <p:nvPr/>
          </p:nvSpPr>
          <p:spPr>
            <a:xfrm>
              <a:off x="4225425" y="2428625"/>
              <a:ext cx="600800" cy="15750"/>
            </a:xfrm>
            <a:custGeom>
              <a:avLst/>
              <a:gdLst/>
              <a:ahLst/>
              <a:cxnLst/>
              <a:rect l="l" t="t" r="r" b="b"/>
              <a:pathLst>
                <a:path w="24032" h="630" extrusionOk="0">
                  <a:moveTo>
                    <a:pt x="297" y="1"/>
                  </a:moveTo>
                  <a:cubicBezTo>
                    <a:pt x="112" y="1"/>
                    <a:pt x="1" y="148"/>
                    <a:pt x="1" y="296"/>
                  </a:cubicBezTo>
                  <a:cubicBezTo>
                    <a:pt x="1" y="481"/>
                    <a:pt x="112" y="629"/>
                    <a:pt x="297" y="629"/>
                  </a:cubicBezTo>
                  <a:lnTo>
                    <a:pt x="23699" y="629"/>
                  </a:lnTo>
                  <a:cubicBezTo>
                    <a:pt x="23884" y="629"/>
                    <a:pt x="24032" y="481"/>
                    <a:pt x="24032" y="296"/>
                  </a:cubicBezTo>
                  <a:cubicBezTo>
                    <a:pt x="24032" y="148"/>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3"/>
            <p:cNvSpPr/>
            <p:nvPr/>
          </p:nvSpPr>
          <p:spPr>
            <a:xfrm>
              <a:off x="4225425" y="2528450"/>
              <a:ext cx="600800" cy="14800"/>
            </a:xfrm>
            <a:custGeom>
              <a:avLst/>
              <a:gdLst/>
              <a:ahLst/>
              <a:cxnLst/>
              <a:rect l="l" t="t" r="r" b="b"/>
              <a:pathLst>
                <a:path w="24032" h="592" extrusionOk="0">
                  <a:moveTo>
                    <a:pt x="297" y="0"/>
                  </a:moveTo>
                  <a:cubicBezTo>
                    <a:pt x="112" y="0"/>
                    <a:pt x="1" y="111"/>
                    <a:pt x="1" y="296"/>
                  </a:cubicBezTo>
                  <a:cubicBezTo>
                    <a:pt x="1" y="481"/>
                    <a:pt x="112" y="592"/>
                    <a:pt x="297" y="592"/>
                  </a:cubicBezTo>
                  <a:lnTo>
                    <a:pt x="23699" y="592"/>
                  </a:lnTo>
                  <a:cubicBezTo>
                    <a:pt x="23884" y="592"/>
                    <a:pt x="24032" y="481"/>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3026;p53"/>
            <p:cNvSpPr/>
            <p:nvPr/>
          </p:nvSpPr>
          <p:spPr>
            <a:xfrm>
              <a:off x="4225425" y="2628275"/>
              <a:ext cx="600800" cy="14800"/>
            </a:xfrm>
            <a:custGeom>
              <a:avLst/>
              <a:gdLst/>
              <a:ahLst/>
              <a:cxnLst/>
              <a:rect l="l" t="t" r="r" b="b"/>
              <a:pathLst>
                <a:path w="24032" h="592" extrusionOk="0">
                  <a:moveTo>
                    <a:pt x="297" y="0"/>
                  </a:moveTo>
                  <a:cubicBezTo>
                    <a:pt x="112" y="0"/>
                    <a:pt x="1" y="111"/>
                    <a:pt x="1" y="296"/>
                  </a:cubicBezTo>
                  <a:cubicBezTo>
                    <a:pt x="1" y="444"/>
                    <a:pt x="112" y="592"/>
                    <a:pt x="297" y="592"/>
                  </a:cubicBezTo>
                  <a:lnTo>
                    <a:pt x="23699" y="592"/>
                  </a:lnTo>
                  <a:cubicBezTo>
                    <a:pt x="23884" y="592"/>
                    <a:pt x="24032" y="444"/>
                    <a:pt x="24032" y="296"/>
                  </a:cubicBezTo>
                  <a:cubicBezTo>
                    <a:pt x="24032" y="111"/>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3027;p53"/>
            <p:cNvSpPr/>
            <p:nvPr/>
          </p:nvSpPr>
          <p:spPr>
            <a:xfrm>
              <a:off x="4225425" y="2727175"/>
              <a:ext cx="600800" cy="15725"/>
            </a:xfrm>
            <a:custGeom>
              <a:avLst/>
              <a:gdLst/>
              <a:ahLst/>
              <a:cxnLst/>
              <a:rect l="l" t="t" r="r" b="b"/>
              <a:pathLst>
                <a:path w="24032" h="629" extrusionOk="0">
                  <a:moveTo>
                    <a:pt x="297" y="0"/>
                  </a:moveTo>
                  <a:cubicBezTo>
                    <a:pt x="112" y="0"/>
                    <a:pt x="1" y="148"/>
                    <a:pt x="1" y="333"/>
                  </a:cubicBezTo>
                  <a:cubicBezTo>
                    <a:pt x="1" y="481"/>
                    <a:pt x="112" y="629"/>
                    <a:pt x="297"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3028;p53"/>
            <p:cNvSpPr/>
            <p:nvPr/>
          </p:nvSpPr>
          <p:spPr>
            <a:xfrm>
              <a:off x="2344550" y="3724450"/>
              <a:ext cx="600800" cy="14825"/>
            </a:xfrm>
            <a:custGeom>
              <a:avLst/>
              <a:gdLst/>
              <a:ahLst/>
              <a:cxnLst/>
              <a:rect l="l" t="t" r="r" b="b"/>
              <a:pathLst>
                <a:path w="24032" h="593" extrusionOk="0">
                  <a:moveTo>
                    <a:pt x="296" y="1"/>
                  </a:moveTo>
                  <a:cubicBezTo>
                    <a:pt x="112" y="1"/>
                    <a:pt x="1" y="111"/>
                    <a:pt x="1" y="296"/>
                  </a:cubicBezTo>
                  <a:cubicBezTo>
                    <a:pt x="1" y="444"/>
                    <a:pt x="112" y="592"/>
                    <a:pt x="296" y="592"/>
                  </a:cubicBezTo>
                  <a:lnTo>
                    <a:pt x="23699" y="592"/>
                  </a:lnTo>
                  <a:cubicBezTo>
                    <a:pt x="23884" y="592"/>
                    <a:pt x="24032" y="444"/>
                    <a:pt x="24032" y="296"/>
                  </a:cubicBezTo>
                  <a:cubicBezTo>
                    <a:pt x="24032" y="111"/>
                    <a:pt x="23884" y="1"/>
                    <a:pt x="23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3"/>
            <p:cNvSpPr/>
            <p:nvPr/>
          </p:nvSpPr>
          <p:spPr>
            <a:xfrm>
              <a:off x="2344550" y="3823350"/>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3030;p53"/>
            <p:cNvSpPr/>
            <p:nvPr/>
          </p:nvSpPr>
          <p:spPr>
            <a:xfrm>
              <a:off x="2344550" y="3923175"/>
              <a:ext cx="600800" cy="15725"/>
            </a:xfrm>
            <a:custGeom>
              <a:avLst/>
              <a:gdLst/>
              <a:ahLst/>
              <a:cxnLst/>
              <a:rect l="l" t="t" r="r" b="b"/>
              <a:pathLst>
                <a:path w="24032" h="629" extrusionOk="0">
                  <a:moveTo>
                    <a:pt x="296" y="0"/>
                  </a:moveTo>
                  <a:cubicBezTo>
                    <a:pt x="112" y="0"/>
                    <a:pt x="1" y="148"/>
                    <a:pt x="1" y="333"/>
                  </a:cubicBezTo>
                  <a:cubicBezTo>
                    <a:pt x="1" y="481"/>
                    <a:pt x="112" y="629"/>
                    <a:pt x="296" y="629"/>
                  </a:cubicBezTo>
                  <a:lnTo>
                    <a:pt x="23699" y="629"/>
                  </a:lnTo>
                  <a:cubicBezTo>
                    <a:pt x="23884" y="629"/>
                    <a:pt x="24032" y="481"/>
                    <a:pt x="24032" y="333"/>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3031;p53"/>
            <p:cNvSpPr/>
            <p:nvPr/>
          </p:nvSpPr>
          <p:spPr>
            <a:xfrm>
              <a:off x="2344550" y="4023000"/>
              <a:ext cx="600800" cy="15725"/>
            </a:xfrm>
            <a:custGeom>
              <a:avLst/>
              <a:gdLst/>
              <a:ahLst/>
              <a:cxnLst/>
              <a:rect l="l" t="t" r="r" b="b"/>
              <a:pathLst>
                <a:path w="24032" h="629" extrusionOk="0">
                  <a:moveTo>
                    <a:pt x="296" y="0"/>
                  </a:moveTo>
                  <a:cubicBezTo>
                    <a:pt x="112" y="0"/>
                    <a:pt x="1" y="148"/>
                    <a:pt x="1" y="296"/>
                  </a:cubicBezTo>
                  <a:cubicBezTo>
                    <a:pt x="1" y="481"/>
                    <a:pt x="112" y="629"/>
                    <a:pt x="296" y="629"/>
                  </a:cubicBezTo>
                  <a:lnTo>
                    <a:pt x="23699" y="629"/>
                  </a:lnTo>
                  <a:cubicBezTo>
                    <a:pt x="23884" y="629"/>
                    <a:pt x="24032" y="481"/>
                    <a:pt x="24032" y="296"/>
                  </a:cubicBezTo>
                  <a:cubicBezTo>
                    <a:pt x="24032" y="148"/>
                    <a:pt x="23884" y="0"/>
                    <a:pt x="2369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3032;p53"/>
            <p:cNvSpPr/>
            <p:nvPr/>
          </p:nvSpPr>
          <p:spPr>
            <a:xfrm>
              <a:off x="2424975" y="1254800"/>
              <a:ext cx="1139625" cy="1286625"/>
            </a:xfrm>
            <a:custGeom>
              <a:avLst/>
              <a:gdLst/>
              <a:ahLst/>
              <a:cxnLst/>
              <a:rect l="l" t="t" r="r" b="b"/>
              <a:pathLst>
                <a:path w="45585" h="51465" extrusionOk="0">
                  <a:moveTo>
                    <a:pt x="34937" y="1"/>
                  </a:moveTo>
                  <a:lnTo>
                    <a:pt x="296" y="3328"/>
                  </a:lnTo>
                  <a:cubicBezTo>
                    <a:pt x="4991" y="31352"/>
                    <a:pt x="0" y="51464"/>
                    <a:pt x="0" y="51464"/>
                  </a:cubicBezTo>
                  <a:lnTo>
                    <a:pt x="45585" y="50207"/>
                  </a:lnTo>
                  <a:cubicBezTo>
                    <a:pt x="39891" y="38302"/>
                    <a:pt x="34937" y="1"/>
                    <a:pt x="3493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3"/>
            <p:cNvSpPr/>
            <p:nvPr/>
          </p:nvSpPr>
          <p:spPr>
            <a:xfrm>
              <a:off x="2462850" y="1693825"/>
              <a:ext cx="1038900" cy="674750"/>
            </a:xfrm>
            <a:custGeom>
              <a:avLst/>
              <a:gdLst/>
              <a:ahLst/>
              <a:cxnLst/>
              <a:rect l="l" t="t" r="r" b="b"/>
              <a:pathLst>
                <a:path w="41556" h="26990" extrusionOk="0">
                  <a:moveTo>
                    <a:pt x="26805" y="13532"/>
                  </a:moveTo>
                  <a:lnTo>
                    <a:pt x="26768" y="13569"/>
                  </a:lnTo>
                  <a:cubicBezTo>
                    <a:pt x="26583" y="15713"/>
                    <a:pt x="26435" y="17969"/>
                    <a:pt x="26435" y="19743"/>
                  </a:cubicBezTo>
                  <a:cubicBezTo>
                    <a:pt x="26435" y="20372"/>
                    <a:pt x="26435" y="20963"/>
                    <a:pt x="26509" y="21444"/>
                  </a:cubicBezTo>
                  <a:cubicBezTo>
                    <a:pt x="26546" y="21888"/>
                    <a:pt x="26620" y="22294"/>
                    <a:pt x="26694" y="22516"/>
                  </a:cubicBezTo>
                  <a:cubicBezTo>
                    <a:pt x="26878" y="22960"/>
                    <a:pt x="27174" y="23366"/>
                    <a:pt x="27581" y="23736"/>
                  </a:cubicBezTo>
                  <a:lnTo>
                    <a:pt x="26805" y="13532"/>
                  </a:lnTo>
                  <a:close/>
                  <a:moveTo>
                    <a:pt x="10168" y="12053"/>
                  </a:moveTo>
                  <a:lnTo>
                    <a:pt x="10168" y="12053"/>
                  </a:lnTo>
                  <a:cubicBezTo>
                    <a:pt x="10390" y="15713"/>
                    <a:pt x="10537" y="19632"/>
                    <a:pt x="10537" y="23625"/>
                  </a:cubicBezTo>
                  <a:cubicBezTo>
                    <a:pt x="10537" y="23921"/>
                    <a:pt x="10537" y="24217"/>
                    <a:pt x="10537" y="24512"/>
                  </a:cubicBezTo>
                  <a:cubicBezTo>
                    <a:pt x="10759" y="24402"/>
                    <a:pt x="10981" y="24254"/>
                    <a:pt x="11166" y="24106"/>
                  </a:cubicBezTo>
                  <a:cubicBezTo>
                    <a:pt x="11794" y="23625"/>
                    <a:pt x="12238" y="23071"/>
                    <a:pt x="12460" y="22516"/>
                  </a:cubicBezTo>
                  <a:cubicBezTo>
                    <a:pt x="12534" y="22294"/>
                    <a:pt x="12608" y="21888"/>
                    <a:pt x="12645" y="21444"/>
                  </a:cubicBezTo>
                  <a:cubicBezTo>
                    <a:pt x="12682" y="20963"/>
                    <a:pt x="12719" y="20372"/>
                    <a:pt x="12719" y="19743"/>
                  </a:cubicBezTo>
                  <a:cubicBezTo>
                    <a:pt x="12719" y="18117"/>
                    <a:pt x="12608" y="16120"/>
                    <a:pt x="12423" y="14124"/>
                  </a:cubicBezTo>
                  <a:cubicBezTo>
                    <a:pt x="11647" y="13495"/>
                    <a:pt x="10907" y="12793"/>
                    <a:pt x="10168" y="12053"/>
                  </a:cubicBezTo>
                  <a:close/>
                  <a:moveTo>
                    <a:pt x="29725" y="8578"/>
                  </a:moveTo>
                  <a:cubicBezTo>
                    <a:pt x="28986" y="10131"/>
                    <a:pt x="28209" y="11573"/>
                    <a:pt x="27359" y="12793"/>
                  </a:cubicBezTo>
                  <a:lnTo>
                    <a:pt x="28246" y="24291"/>
                  </a:lnTo>
                  <a:cubicBezTo>
                    <a:pt x="28838" y="24697"/>
                    <a:pt x="29577" y="25067"/>
                    <a:pt x="30391" y="25400"/>
                  </a:cubicBezTo>
                  <a:cubicBezTo>
                    <a:pt x="30945" y="25622"/>
                    <a:pt x="31574" y="25843"/>
                    <a:pt x="32202" y="26028"/>
                  </a:cubicBezTo>
                  <a:cubicBezTo>
                    <a:pt x="32128" y="25696"/>
                    <a:pt x="32054" y="25363"/>
                    <a:pt x="32017" y="25030"/>
                  </a:cubicBezTo>
                  <a:cubicBezTo>
                    <a:pt x="31389" y="21222"/>
                    <a:pt x="30760" y="16712"/>
                    <a:pt x="30206" y="12386"/>
                  </a:cubicBezTo>
                  <a:cubicBezTo>
                    <a:pt x="30021" y="11092"/>
                    <a:pt x="29873" y="9798"/>
                    <a:pt x="29725" y="8578"/>
                  </a:cubicBezTo>
                  <a:close/>
                  <a:moveTo>
                    <a:pt x="5731" y="5990"/>
                  </a:moveTo>
                  <a:lnTo>
                    <a:pt x="5731" y="5990"/>
                  </a:lnTo>
                  <a:cubicBezTo>
                    <a:pt x="5768" y="6988"/>
                    <a:pt x="5768" y="8024"/>
                    <a:pt x="5768" y="9059"/>
                  </a:cubicBezTo>
                  <a:cubicBezTo>
                    <a:pt x="5768" y="15270"/>
                    <a:pt x="5399" y="21666"/>
                    <a:pt x="5066" y="26472"/>
                  </a:cubicBezTo>
                  <a:cubicBezTo>
                    <a:pt x="6877" y="26102"/>
                    <a:pt x="8578" y="25585"/>
                    <a:pt x="9909" y="24882"/>
                  </a:cubicBezTo>
                  <a:cubicBezTo>
                    <a:pt x="9909" y="24475"/>
                    <a:pt x="9909" y="24032"/>
                    <a:pt x="9909" y="23625"/>
                  </a:cubicBezTo>
                  <a:cubicBezTo>
                    <a:pt x="9909" y="19374"/>
                    <a:pt x="9761" y="15159"/>
                    <a:pt x="9502" y="11351"/>
                  </a:cubicBezTo>
                  <a:cubicBezTo>
                    <a:pt x="8578" y="10279"/>
                    <a:pt x="7728" y="9133"/>
                    <a:pt x="6951" y="7987"/>
                  </a:cubicBezTo>
                  <a:cubicBezTo>
                    <a:pt x="6545" y="7321"/>
                    <a:pt x="6138" y="6656"/>
                    <a:pt x="5731" y="5990"/>
                  </a:cubicBezTo>
                  <a:close/>
                  <a:moveTo>
                    <a:pt x="33274" y="1"/>
                  </a:moveTo>
                  <a:lnTo>
                    <a:pt x="33274" y="1"/>
                  </a:lnTo>
                  <a:cubicBezTo>
                    <a:pt x="33385" y="518"/>
                    <a:pt x="33496" y="1110"/>
                    <a:pt x="33607" y="1702"/>
                  </a:cubicBezTo>
                  <a:cubicBezTo>
                    <a:pt x="34827" y="8134"/>
                    <a:pt x="36491" y="16231"/>
                    <a:pt x="38081" y="22775"/>
                  </a:cubicBezTo>
                  <a:cubicBezTo>
                    <a:pt x="38450" y="24291"/>
                    <a:pt x="38783" y="25696"/>
                    <a:pt x="39153" y="26953"/>
                  </a:cubicBezTo>
                  <a:cubicBezTo>
                    <a:pt x="39818" y="26953"/>
                    <a:pt x="40521" y="26879"/>
                    <a:pt x="41223" y="26805"/>
                  </a:cubicBezTo>
                  <a:cubicBezTo>
                    <a:pt x="41334" y="26805"/>
                    <a:pt x="41445" y="26805"/>
                    <a:pt x="41556" y="26768"/>
                  </a:cubicBezTo>
                  <a:cubicBezTo>
                    <a:pt x="40927" y="24697"/>
                    <a:pt x="40299" y="22331"/>
                    <a:pt x="39707" y="19854"/>
                  </a:cubicBezTo>
                  <a:cubicBezTo>
                    <a:pt x="38450" y="14567"/>
                    <a:pt x="37267" y="8652"/>
                    <a:pt x="36306" y="3106"/>
                  </a:cubicBezTo>
                  <a:cubicBezTo>
                    <a:pt x="36121" y="2145"/>
                    <a:pt x="35973" y="1184"/>
                    <a:pt x="35825" y="260"/>
                  </a:cubicBezTo>
                  <a:cubicBezTo>
                    <a:pt x="35567" y="334"/>
                    <a:pt x="35271" y="371"/>
                    <a:pt x="35012" y="371"/>
                  </a:cubicBezTo>
                  <a:cubicBezTo>
                    <a:pt x="34384" y="371"/>
                    <a:pt x="33755" y="186"/>
                    <a:pt x="33274" y="1"/>
                  </a:cubicBezTo>
                  <a:close/>
                  <a:moveTo>
                    <a:pt x="3698" y="2256"/>
                  </a:moveTo>
                  <a:cubicBezTo>
                    <a:pt x="3587" y="2367"/>
                    <a:pt x="3439" y="2478"/>
                    <a:pt x="3291" y="2589"/>
                  </a:cubicBezTo>
                  <a:cubicBezTo>
                    <a:pt x="2700" y="3032"/>
                    <a:pt x="1886" y="3476"/>
                    <a:pt x="999" y="3513"/>
                  </a:cubicBezTo>
                  <a:lnTo>
                    <a:pt x="962" y="3513"/>
                  </a:lnTo>
                  <a:cubicBezTo>
                    <a:pt x="1073" y="5694"/>
                    <a:pt x="1110" y="7765"/>
                    <a:pt x="1110" y="9761"/>
                  </a:cubicBezTo>
                  <a:cubicBezTo>
                    <a:pt x="1110" y="16933"/>
                    <a:pt x="555" y="22775"/>
                    <a:pt x="1" y="26953"/>
                  </a:cubicBezTo>
                  <a:cubicBezTo>
                    <a:pt x="297" y="26989"/>
                    <a:pt x="592" y="26989"/>
                    <a:pt x="851" y="26989"/>
                  </a:cubicBezTo>
                  <a:cubicBezTo>
                    <a:pt x="1332" y="26989"/>
                    <a:pt x="1775" y="26953"/>
                    <a:pt x="2219" y="26916"/>
                  </a:cubicBezTo>
                  <a:cubicBezTo>
                    <a:pt x="2330" y="26916"/>
                    <a:pt x="2404" y="26879"/>
                    <a:pt x="2515" y="26879"/>
                  </a:cubicBezTo>
                  <a:lnTo>
                    <a:pt x="2552" y="26879"/>
                  </a:lnTo>
                  <a:cubicBezTo>
                    <a:pt x="3180" y="26805"/>
                    <a:pt x="3809" y="26731"/>
                    <a:pt x="4437" y="26620"/>
                  </a:cubicBezTo>
                  <a:cubicBezTo>
                    <a:pt x="4437" y="26435"/>
                    <a:pt x="4437" y="26287"/>
                    <a:pt x="4474" y="26139"/>
                  </a:cubicBezTo>
                  <a:cubicBezTo>
                    <a:pt x="4807" y="21370"/>
                    <a:pt x="5140" y="15085"/>
                    <a:pt x="5140" y="9059"/>
                  </a:cubicBezTo>
                  <a:cubicBezTo>
                    <a:pt x="5140" y="7617"/>
                    <a:pt x="5140" y="6249"/>
                    <a:pt x="5103" y="4881"/>
                  </a:cubicBezTo>
                  <a:cubicBezTo>
                    <a:pt x="4622" y="3994"/>
                    <a:pt x="4142" y="3143"/>
                    <a:pt x="3698" y="2256"/>
                  </a:cubicBezTo>
                  <a:close/>
                  <a:moveTo>
                    <a:pt x="32683" y="186"/>
                  </a:moveTo>
                  <a:cubicBezTo>
                    <a:pt x="32017" y="2774"/>
                    <a:pt x="31167" y="5251"/>
                    <a:pt x="30206" y="7469"/>
                  </a:cubicBezTo>
                  <a:cubicBezTo>
                    <a:pt x="30871" y="13052"/>
                    <a:pt x="31759" y="19669"/>
                    <a:pt x="32609" y="24919"/>
                  </a:cubicBezTo>
                  <a:cubicBezTo>
                    <a:pt x="32683" y="25363"/>
                    <a:pt x="32757" y="25769"/>
                    <a:pt x="32831" y="26213"/>
                  </a:cubicBezTo>
                  <a:cubicBezTo>
                    <a:pt x="33940" y="26472"/>
                    <a:pt x="35086" y="26694"/>
                    <a:pt x="36232" y="26842"/>
                  </a:cubicBezTo>
                  <a:lnTo>
                    <a:pt x="36269" y="26842"/>
                  </a:lnTo>
                  <a:cubicBezTo>
                    <a:pt x="36491" y="26879"/>
                    <a:pt x="36713" y="26879"/>
                    <a:pt x="36934" y="26916"/>
                  </a:cubicBezTo>
                  <a:cubicBezTo>
                    <a:pt x="37156" y="26953"/>
                    <a:pt x="37341" y="26953"/>
                    <a:pt x="37563" y="26953"/>
                  </a:cubicBezTo>
                  <a:cubicBezTo>
                    <a:pt x="37822" y="26989"/>
                    <a:pt x="38044" y="26989"/>
                    <a:pt x="38265" y="26989"/>
                  </a:cubicBezTo>
                  <a:lnTo>
                    <a:pt x="38524" y="26989"/>
                  </a:lnTo>
                  <a:cubicBezTo>
                    <a:pt x="38191" y="25732"/>
                    <a:pt x="37822" y="24365"/>
                    <a:pt x="37489" y="22923"/>
                  </a:cubicBezTo>
                  <a:cubicBezTo>
                    <a:pt x="36417" y="18560"/>
                    <a:pt x="35308" y="13495"/>
                    <a:pt x="34347" y="8689"/>
                  </a:cubicBezTo>
                  <a:cubicBezTo>
                    <a:pt x="33755" y="5694"/>
                    <a:pt x="33163" y="2774"/>
                    <a:pt x="32683" y="186"/>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3"/>
            <p:cNvSpPr/>
            <p:nvPr/>
          </p:nvSpPr>
          <p:spPr>
            <a:xfrm>
              <a:off x="2416650" y="1246500"/>
              <a:ext cx="1156275" cy="1303225"/>
            </a:xfrm>
            <a:custGeom>
              <a:avLst/>
              <a:gdLst/>
              <a:ahLst/>
              <a:cxnLst/>
              <a:rect l="l" t="t" r="r" b="b"/>
              <a:pathLst>
                <a:path w="46251" h="52129" extrusionOk="0">
                  <a:moveTo>
                    <a:pt x="35012" y="657"/>
                  </a:moveTo>
                  <a:cubicBezTo>
                    <a:pt x="35230" y="2328"/>
                    <a:pt x="36393" y="11067"/>
                    <a:pt x="38154" y="20999"/>
                  </a:cubicBezTo>
                  <a:cubicBezTo>
                    <a:pt x="39115" y="26545"/>
                    <a:pt x="40298" y="32460"/>
                    <a:pt x="41555" y="37747"/>
                  </a:cubicBezTo>
                  <a:cubicBezTo>
                    <a:pt x="42754" y="42789"/>
                    <a:pt x="44087" y="47226"/>
                    <a:pt x="45459" y="50256"/>
                  </a:cubicBezTo>
                  <a:lnTo>
                    <a:pt x="45459" y="50256"/>
                  </a:lnTo>
                  <a:lnTo>
                    <a:pt x="723" y="51488"/>
                  </a:lnTo>
                  <a:lnTo>
                    <a:pt x="723" y="51488"/>
                  </a:lnTo>
                  <a:cubicBezTo>
                    <a:pt x="1160" y="49518"/>
                    <a:pt x="2958" y="40712"/>
                    <a:pt x="2958" y="27654"/>
                  </a:cubicBezTo>
                  <a:cubicBezTo>
                    <a:pt x="2958" y="20791"/>
                    <a:pt x="2453" y="12775"/>
                    <a:pt x="981" y="3926"/>
                  </a:cubicBezTo>
                  <a:lnTo>
                    <a:pt x="981" y="3926"/>
                  </a:lnTo>
                  <a:lnTo>
                    <a:pt x="35012" y="657"/>
                  </a:lnTo>
                  <a:close/>
                  <a:moveTo>
                    <a:pt x="35270" y="0"/>
                  </a:moveTo>
                  <a:lnTo>
                    <a:pt x="592" y="3364"/>
                  </a:lnTo>
                  <a:cubicBezTo>
                    <a:pt x="518" y="3364"/>
                    <a:pt x="444" y="3401"/>
                    <a:pt x="407" y="3475"/>
                  </a:cubicBezTo>
                  <a:cubicBezTo>
                    <a:pt x="333" y="3549"/>
                    <a:pt x="333" y="3623"/>
                    <a:pt x="333" y="3697"/>
                  </a:cubicBezTo>
                  <a:cubicBezTo>
                    <a:pt x="1812" y="12644"/>
                    <a:pt x="2329" y="20741"/>
                    <a:pt x="2329" y="27654"/>
                  </a:cubicBezTo>
                  <a:cubicBezTo>
                    <a:pt x="2329" y="35048"/>
                    <a:pt x="1738" y="41075"/>
                    <a:pt x="1183" y="45252"/>
                  </a:cubicBezTo>
                  <a:cubicBezTo>
                    <a:pt x="888" y="47323"/>
                    <a:pt x="592" y="48949"/>
                    <a:pt x="370" y="50058"/>
                  </a:cubicBezTo>
                  <a:cubicBezTo>
                    <a:pt x="259" y="50613"/>
                    <a:pt x="185" y="51020"/>
                    <a:pt x="111" y="51315"/>
                  </a:cubicBezTo>
                  <a:cubicBezTo>
                    <a:pt x="37" y="51611"/>
                    <a:pt x="0" y="51722"/>
                    <a:pt x="0" y="51722"/>
                  </a:cubicBezTo>
                  <a:cubicBezTo>
                    <a:pt x="0" y="51833"/>
                    <a:pt x="0" y="51944"/>
                    <a:pt x="74" y="52018"/>
                  </a:cubicBezTo>
                  <a:cubicBezTo>
                    <a:pt x="148" y="52092"/>
                    <a:pt x="222" y="52129"/>
                    <a:pt x="333" y="52129"/>
                  </a:cubicBezTo>
                  <a:lnTo>
                    <a:pt x="45955" y="50835"/>
                  </a:lnTo>
                  <a:cubicBezTo>
                    <a:pt x="46029" y="50835"/>
                    <a:pt x="46140" y="50798"/>
                    <a:pt x="46177" y="50687"/>
                  </a:cubicBezTo>
                  <a:cubicBezTo>
                    <a:pt x="46251" y="50613"/>
                    <a:pt x="46251" y="50502"/>
                    <a:pt x="46214" y="50391"/>
                  </a:cubicBezTo>
                  <a:cubicBezTo>
                    <a:pt x="44809" y="47470"/>
                    <a:pt x="43404" y="42849"/>
                    <a:pt x="42147" y="37599"/>
                  </a:cubicBezTo>
                  <a:cubicBezTo>
                    <a:pt x="40261" y="29725"/>
                    <a:pt x="38598" y="20371"/>
                    <a:pt x="37452" y="13014"/>
                  </a:cubicBezTo>
                  <a:cubicBezTo>
                    <a:pt x="36860" y="9354"/>
                    <a:pt x="36416" y="6137"/>
                    <a:pt x="36084" y="3882"/>
                  </a:cubicBezTo>
                  <a:cubicBezTo>
                    <a:pt x="35936" y="2773"/>
                    <a:pt x="35788" y="1849"/>
                    <a:pt x="35714" y="1220"/>
                  </a:cubicBezTo>
                  <a:cubicBezTo>
                    <a:pt x="35640" y="629"/>
                    <a:pt x="35603" y="296"/>
                    <a:pt x="35603" y="296"/>
                  </a:cubicBezTo>
                  <a:cubicBezTo>
                    <a:pt x="35566" y="111"/>
                    <a:pt x="35418" y="0"/>
                    <a:pt x="352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3"/>
            <p:cNvSpPr/>
            <p:nvPr/>
          </p:nvSpPr>
          <p:spPr>
            <a:xfrm>
              <a:off x="2556200" y="1537450"/>
              <a:ext cx="50875" cy="1017975"/>
            </a:xfrm>
            <a:custGeom>
              <a:avLst/>
              <a:gdLst/>
              <a:ahLst/>
              <a:cxnLst/>
              <a:rect l="l" t="t" r="r" b="b"/>
              <a:pathLst>
                <a:path w="2035" h="40719" extrusionOk="0">
                  <a:moveTo>
                    <a:pt x="541" y="1"/>
                  </a:moveTo>
                  <a:cubicBezTo>
                    <a:pt x="521" y="1"/>
                    <a:pt x="501" y="3"/>
                    <a:pt x="482" y="8"/>
                  </a:cubicBezTo>
                  <a:cubicBezTo>
                    <a:pt x="297" y="45"/>
                    <a:pt x="186" y="193"/>
                    <a:pt x="223" y="378"/>
                  </a:cubicBezTo>
                  <a:cubicBezTo>
                    <a:pt x="1110" y="4186"/>
                    <a:pt x="1406" y="9657"/>
                    <a:pt x="1406" y="15314"/>
                  </a:cubicBezTo>
                  <a:cubicBezTo>
                    <a:pt x="1406" y="21340"/>
                    <a:pt x="1073" y="27625"/>
                    <a:pt x="740" y="32394"/>
                  </a:cubicBezTo>
                  <a:cubicBezTo>
                    <a:pt x="555" y="34760"/>
                    <a:pt x="371" y="36757"/>
                    <a:pt x="260" y="38162"/>
                  </a:cubicBezTo>
                  <a:cubicBezTo>
                    <a:pt x="112" y="39566"/>
                    <a:pt x="38" y="40380"/>
                    <a:pt x="38" y="40380"/>
                  </a:cubicBezTo>
                  <a:cubicBezTo>
                    <a:pt x="1" y="40528"/>
                    <a:pt x="149" y="40713"/>
                    <a:pt x="297" y="40713"/>
                  </a:cubicBezTo>
                  <a:cubicBezTo>
                    <a:pt x="316" y="40716"/>
                    <a:pt x="335" y="40718"/>
                    <a:pt x="354" y="40718"/>
                  </a:cubicBezTo>
                  <a:cubicBezTo>
                    <a:pt x="511" y="40718"/>
                    <a:pt x="629" y="40586"/>
                    <a:pt x="629" y="40454"/>
                  </a:cubicBezTo>
                  <a:cubicBezTo>
                    <a:pt x="629" y="40417"/>
                    <a:pt x="2034" y="27440"/>
                    <a:pt x="2034" y="15314"/>
                  </a:cubicBezTo>
                  <a:cubicBezTo>
                    <a:pt x="2034" y="9620"/>
                    <a:pt x="1739" y="4149"/>
                    <a:pt x="851" y="230"/>
                  </a:cubicBezTo>
                  <a:cubicBezTo>
                    <a:pt x="819" y="101"/>
                    <a:pt x="675" y="1"/>
                    <a:pt x="54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3"/>
            <p:cNvSpPr/>
            <p:nvPr/>
          </p:nvSpPr>
          <p:spPr>
            <a:xfrm>
              <a:off x="2661575" y="1557050"/>
              <a:ext cx="64725" cy="988200"/>
            </a:xfrm>
            <a:custGeom>
              <a:avLst/>
              <a:gdLst/>
              <a:ahLst/>
              <a:cxnLst/>
              <a:rect l="l" t="t" r="r" b="b"/>
              <a:pathLst>
                <a:path w="2589" h="39528" extrusionOk="0">
                  <a:moveTo>
                    <a:pt x="259" y="0"/>
                  </a:moveTo>
                  <a:cubicBezTo>
                    <a:pt x="111" y="37"/>
                    <a:pt x="1" y="185"/>
                    <a:pt x="1" y="370"/>
                  </a:cubicBezTo>
                  <a:cubicBezTo>
                    <a:pt x="1" y="370"/>
                    <a:pt x="38" y="592"/>
                    <a:pt x="111" y="998"/>
                  </a:cubicBezTo>
                  <a:cubicBezTo>
                    <a:pt x="481" y="3882"/>
                    <a:pt x="1960" y="16341"/>
                    <a:pt x="1960" y="29096"/>
                  </a:cubicBezTo>
                  <a:cubicBezTo>
                    <a:pt x="1960" y="32497"/>
                    <a:pt x="1849" y="35936"/>
                    <a:pt x="1590" y="39189"/>
                  </a:cubicBezTo>
                  <a:cubicBezTo>
                    <a:pt x="1590" y="39374"/>
                    <a:pt x="1701" y="39522"/>
                    <a:pt x="1886" y="39522"/>
                  </a:cubicBezTo>
                  <a:cubicBezTo>
                    <a:pt x="1906" y="39526"/>
                    <a:pt x="1925" y="39528"/>
                    <a:pt x="1943" y="39528"/>
                  </a:cubicBezTo>
                  <a:cubicBezTo>
                    <a:pt x="2100" y="39528"/>
                    <a:pt x="2219" y="39395"/>
                    <a:pt x="2219" y="39263"/>
                  </a:cubicBezTo>
                  <a:cubicBezTo>
                    <a:pt x="2478" y="35973"/>
                    <a:pt x="2588" y="32497"/>
                    <a:pt x="2588" y="29096"/>
                  </a:cubicBezTo>
                  <a:cubicBezTo>
                    <a:pt x="2588" y="14456"/>
                    <a:pt x="629" y="296"/>
                    <a:pt x="629" y="259"/>
                  </a:cubicBezTo>
                  <a:cubicBezTo>
                    <a:pt x="592" y="111"/>
                    <a:pt x="444" y="0"/>
                    <a:pt x="2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3"/>
            <p:cNvSpPr/>
            <p:nvPr/>
          </p:nvSpPr>
          <p:spPr>
            <a:xfrm>
              <a:off x="3105225" y="1671650"/>
              <a:ext cx="81350" cy="858675"/>
            </a:xfrm>
            <a:custGeom>
              <a:avLst/>
              <a:gdLst/>
              <a:ahLst/>
              <a:cxnLst/>
              <a:rect l="l" t="t" r="r" b="b"/>
              <a:pathLst>
                <a:path w="3254" h="34347" extrusionOk="0">
                  <a:moveTo>
                    <a:pt x="296" y="1"/>
                  </a:moveTo>
                  <a:cubicBezTo>
                    <a:pt x="148" y="38"/>
                    <a:pt x="0" y="185"/>
                    <a:pt x="37" y="333"/>
                  </a:cubicBezTo>
                  <a:lnTo>
                    <a:pt x="2625" y="34051"/>
                  </a:lnTo>
                  <a:cubicBezTo>
                    <a:pt x="2625" y="34235"/>
                    <a:pt x="2773" y="34346"/>
                    <a:pt x="2958" y="34346"/>
                  </a:cubicBezTo>
                  <a:cubicBezTo>
                    <a:pt x="3106" y="34346"/>
                    <a:pt x="3254" y="34198"/>
                    <a:pt x="3217" y="34014"/>
                  </a:cubicBezTo>
                  <a:lnTo>
                    <a:pt x="629" y="296"/>
                  </a:lnTo>
                  <a:cubicBezTo>
                    <a:pt x="629" y="111"/>
                    <a:pt x="481"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3"/>
            <p:cNvSpPr/>
            <p:nvPr/>
          </p:nvSpPr>
          <p:spPr>
            <a:xfrm>
              <a:off x="3169925" y="1582000"/>
              <a:ext cx="157150" cy="953650"/>
            </a:xfrm>
            <a:custGeom>
              <a:avLst/>
              <a:gdLst/>
              <a:ahLst/>
              <a:cxnLst/>
              <a:rect l="l" t="t" r="r" b="b"/>
              <a:pathLst>
                <a:path w="6286" h="38146" extrusionOk="0">
                  <a:moveTo>
                    <a:pt x="296" y="0"/>
                  </a:moveTo>
                  <a:cubicBezTo>
                    <a:pt x="148" y="37"/>
                    <a:pt x="0" y="185"/>
                    <a:pt x="37" y="333"/>
                  </a:cubicBezTo>
                  <a:cubicBezTo>
                    <a:pt x="37" y="333"/>
                    <a:pt x="814" y="8245"/>
                    <a:pt x="1923" y="16859"/>
                  </a:cubicBezTo>
                  <a:cubicBezTo>
                    <a:pt x="2477" y="21185"/>
                    <a:pt x="3106" y="25695"/>
                    <a:pt x="3734" y="29503"/>
                  </a:cubicBezTo>
                  <a:cubicBezTo>
                    <a:pt x="4363" y="33311"/>
                    <a:pt x="5028" y="36380"/>
                    <a:pt x="5620" y="37932"/>
                  </a:cubicBezTo>
                  <a:cubicBezTo>
                    <a:pt x="5675" y="38069"/>
                    <a:pt x="5791" y="38146"/>
                    <a:pt x="5907" y="38146"/>
                  </a:cubicBezTo>
                  <a:cubicBezTo>
                    <a:pt x="5948" y="38146"/>
                    <a:pt x="5988" y="38136"/>
                    <a:pt x="6027" y="38117"/>
                  </a:cubicBezTo>
                  <a:cubicBezTo>
                    <a:pt x="6174" y="38043"/>
                    <a:pt x="6285" y="37858"/>
                    <a:pt x="6211" y="37711"/>
                  </a:cubicBezTo>
                  <a:cubicBezTo>
                    <a:pt x="5620" y="36269"/>
                    <a:pt x="4954" y="33163"/>
                    <a:pt x="4326" y="29392"/>
                  </a:cubicBezTo>
                  <a:cubicBezTo>
                    <a:pt x="3402" y="23699"/>
                    <a:pt x="2477" y="16415"/>
                    <a:pt x="1775" y="10574"/>
                  </a:cubicBezTo>
                  <a:cubicBezTo>
                    <a:pt x="1442" y="7653"/>
                    <a:pt x="1146" y="5065"/>
                    <a:pt x="962" y="3217"/>
                  </a:cubicBezTo>
                  <a:cubicBezTo>
                    <a:pt x="740" y="1405"/>
                    <a:pt x="629" y="296"/>
                    <a:pt x="629" y="296"/>
                  </a:cubicBezTo>
                  <a:cubicBezTo>
                    <a:pt x="629" y="111"/>
                    <a:pt x="481" y="0"/>
                    <a:pt x="29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3"/>
            <p:cNvSpPr/>
            <p:nvPr/>
          </p:nvSpPr>
          <p:spPr>
            <a:xfrm>
              <a:off x="3234625" y="1447800"/>
              <a:ext cx="256975" cy="1077700"/>
            </a:xfrm>
            <a:custGeom>
              <a:avLst/>
              <a:gdLst/>
              <a:ahLst/>
              <a:cxnLst/>
              <a:rect l="l" t="t" r="r" b="b"/>
              <a:pathLst>
                <a:path w="10279" h="43108" extrusionOk="0">
                  <a:moveTo>
                    <a:pt x="356" y="0"/>
                  </a:moveTo>
                  <a:cubicBezTo>
                    <a:pt x="336" y="0"/>
                    <a:pt x="316" y="3"/>
                    <a:pt x="296" y="8"/>
                  </a:cubicBezTo>
                  <a:cubicBezTo>
                    <a:pt x="111" y="8"/>
                    <a:pt x="0" y="193"/>
                    <a:pt x="37" y="340"/>
                  </a:cubicBezTo>
                  <a:cubicBezTo>
                    <a:pt x="37" y="340"/>
                    <a:pt x="1516" y="8918"/>
                    <a:pt x="3476" y="18530"/>
                  </a:cubicBezTo>
                  <a:cubicBezTo>
                    <a:pt x="4437" y="23336"/>
                    <a:pt x="5546" y="28401"/>
                    <a:pt x="6618" y="32764"/>
                  </a:cubicBezTo>
                  <a:cubicBezTo>
                    <a:pt x="7690" y="37163"/>
                    <a:pt x="8725" y="40823"/>
                    <a:pt x="9650" y="42931"/>
                  </a:cubicBezTo>
                  <a:cubicBezTo>
                    <a:pt x="9677" y="43039"/>
                    <a:pt x="9783" y="43108"/>
                    <a:pt x="9911" y="43108"/>
                  </a:cubicBezTo>
                  <a:cubicBezTo>
                    <a:pt x="9957" y="43108"/>
                    <a:pt x="10007" y="43098"/>
                    <a:pt x="10056" y="43079"/>
                  </a:cubicBezTo>
                  <a:cubicBezTo>
                    <a:pt x="10204" y="43005"/>
                    <a:pt x="10278" y="42820"/>
                    <a:pt x="10204" y="42672"/>
                  </a:cubicBezTo>
                  <a:cubicBezTo>
                    <a:pt x="9317" y="40675"/>
                    <a:pt x="8282" y="36978"/>
                    <a:pt x="7210" y="32616"/>
                  </a:cubicBezTo>
                  <a:cubicBezTo>
                    <a:pt x="5620" y="26072"/>
                    <a:pt x="3956" y="17975"/>
                    <a:pt x="2736" y="11543"/>
                  </a:cubicBezTo>
                  <a:cubicBezTo>
                    <a:pt x="2108" y="8289"/>
                    <a:pt x="1590" y="5479"/>
                    <a:pt x="1220" y="3446"/>
                  </a:cubicBezTo>
                  <a:cubicBezTo>
                    <a:pt x="1035" y="2448"/>
                    <a:pt x="888" y="1634"/>
                    <a:pt x="777" y="1117"/>
                  </a:cubicBezTo>
                  <a:cubicBezTo>
                    <a:pt x="703" y="562"/>
                    <a:pt x="629" y="229"/>
                    <a:pt x="629" y="229"/>
                  </a:cubicBezTo>
                  <a:cubicBezTo>
                    <a:pt x="629" y="101"/>
                    <a:pt x="489" y="0"/>
                    <a:pt x="35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3"/>
            <p:cNvSpPr/>
            <p:nvPr/>
          </p:nvSpPr>
          <p:spPr>
            <a:xfrm>
              <a:off x="2356575" y="1508525"/>
              <a:ext cx="207050" cy="265150"/>
            </a:xfrm>
            <a:custGeom>
              <a:avLst/>
              <a:gdLst/>
              <a:ahLst/>
              <a:cxnLst/>
              <a:rect l="l" t="t" r="r" b="b"/>
              <a:pathLst>
                <a:path w="8282" h="10606" extrusionOk="0">
                  <a:moveTo>
                    <a:pt x="2784" y="0"/>
                  </a:moveTo>
                  <a:cubicBezTo>
                    <a:pt x="2558" y="0"/>
                    <a:pt x="2320" y="51"/>
                    <a:pt x="2071" y="167"/>
                  </a:cubicBezTo>
                  <a:cubicBezTo>
                    <a:pt x="0" y="1128"/>
                    <a:pt x="1294" y="6858"/>
                    <a:pt x="3365" y="9557"/>
                  </a:cubicBezTo>
                  <a:cubicBezTo>
                    <a:pt x="3957" y="10330"/>
                    <a:pt x="4614" y="10606"/>
                    <a:pt x="5249" y="10606"/>
                  </a:cubicBezTo>
                  <a:cubicBezTo>
                    <a:pt x="6832" y="10606"/>
                    <a:pt x="8282" y="8892"/>
                    <a:pt x="8282" y="8892"/>
                  </a:cubicBezTo>
                  <a:lnTo>
                    <a:pt x="5435" y="2718"/>
                  </a:lnTo>
                  <a:cubicBezTo>
                    <a:pt x="5435" y="2718"/>
                    <a:pt x="4434" y="0"/>
                    <a:pt x="27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3"/>
            <p:cNvSpPr/>
            <p:nvPr/>
          </p:nvSpPr>
          <p:spPr>
            <a:xfrm>
              <a:off x="2389850" y="1516375"/>
              <a:ext cx="159000" cy="249575"/>
            </a:xfrm>
            <a:custGeom>
              <a:avLst/>
              <a:gdLst/>
              <a:ahLst/>
              <a:cxnLst/>
              <a:rect l="l" t="t" r="r" b="b"/>
              <a:pathLst>
                <a:path w="6360" h="9983" extrusionOk="0">
                  <a:moveTo>
                    <a:pt x="1442" y="0"/>
                  </a:moveTo>
                  <a:cubicBezTo>
                    <a:pt x="1294" y="0"/>
                    <a:pt x="1109" y="37"/>
                    <a:pt x="887" y="148"/>
                  </a:cubicBezTo>
                  <a:cubicBezTo>
                    <a:pt x="592" y="259"/>
                    <a:pt x="370" y="518"/>
                    <a:pt x="222" y="888"/>
                  </a:cubicBezTo>
                  <a:cubicBezTo>
                    <a:pt x="74" y="1258"/>
                    <a:pt x="0" y="1775"/>
                    <a:pt x="0" y="2367"/>
                  </a:cubicBezTo>
                  <a:cubicBezTo>
                    <a:pt x="0" y="4437"/>
                    <a:pt x="998" y="7395"/>
                    <a:pt x="2255" y="9058"/>
                  </a:cubicBezTo>
                  <a:cubicBezTo>
                    <a:pt x="2810" y="9761"/>
                    <a:pt x="3365" y="9983"/>
                    <a:pt x="3919" y="9983"/>
                  </a:cubicBezTo>
                  <a:cubicBezTo>
                    <a:pt x="4548" y="9983"/>
                    <a:pt x="5213" y="9650"/>
                    <a:pt x="5731" y="9280"/>
                  </a:cubicBezTo>
                  <a:cubicBezTo>
                    <a:pt x="5989" y="9095"/>
                    <a:pt x="6174" y="8910"/>
                    <a:pt x="6359" y="8763"/>
                  </a:cubicBezTo>
                  <a:cubicBezTo>
                    <a:pt x="5879" y="7801"/>
                    <a:pt x="5435" y="6840"/>
                    <a:pt x="4991" y="5879"/>
                  </a:cubicBezTo>
                  <a:cubicBezTo>
                    <a:pt x="4954" y="5879"/>
                    <a:pt x="4917" y="5879"/>
                    <a:pt x="4843" y="5842"/>
                  </a:cubicBezTo>
                  <a:lnTo>
                    <a:pt x="4326" y="5842"/>
                  </a:lnTo>
                  <a:cubicBezTo>
                    <a:pt x="4178" y="5842"/>
                    <a:pt x="3993" y="5842"/>
                    <a:pt x="3882" y="5879"/>
                  </a:cubicBezTo>
                  <a:cubicBezTo>
                    <a:pt x="3771" y="5879"/>
                    <a:pt x="3697" y="5916"/>
                    <a:pt x="3697" y="5953"/>
                  </a:cubicBezTo>
                  <a:cubicBezTo>
                    <a:pt x="3697" y="5953"/>
                    <a:pt x="3697" y="6027"/>
                    <a:pt x="3771" y="6101"/>
                  </a:cubicBezTo>
                  <a:cubicBezTo>
                    <a:pt x="3845" y="6249"/>
                    <a:pt x="3808" y="6433"/>
                    <a:pt x="3697" y="6544"/>
                  </a:cubicBezTo>
                  <a:cubicBezTo>
                    <a:pt x="3623" y="6581"/>
                    <a:pt x="3586" y="6581"/>
                    <a:pt x="3512" y="6581"/>
                  </a:cubicBezTo>
                  <a:cubicBezTo>
                    <a:pt x="3401" y="6581"/>
                    <a:pt x="3328" y="6544"/>
                    <a:pt x="3254" y="6470"/>
                  </a:cubicBezTo>
                  <a:cubicBezTo>
                    <a:pt x="3143" y="6286"/>
                    <a:pt x="3069" y="6101"/>
                    <a:pt x="3069" y="5916"/>
                  </a:cubicBezTo>
                  <a:cubicBezTo>
                    <a:pt x="3069" y="5768"/>
                    <a:pt x="3143" y="5620"/>
                    <a:pt x="3254" y="5509"/>
                  </a:cubicBezTo>
                  <a:cubicBezTo>
                    <a:pt x="3365" y="5398"/>
                    <a:pt x="3475" y="5361"/>
                    <a:pt x="3586" y="5324"/>
                  </a:cubicBezTo>
                  <a:cubicBezTo>
                    <a:pt x="3808" y="5213"/>
                    <a:pt x="4067" y="5213"/>
                    <a:pt x="4326" y="5213"/>
                  </a:cubicBezTo>
                  <a:cubicBezTo>
                    <a:pt x="4178" y="5065"/>
                    <a:pt x="3993" y="4881"/>
                    <a:pt x="3808" y="4696"/>
                  </a:cubicBezTo>
                  <a:cubicBezTo>
                    <a:pt x="3217" y="4104"/>
                    <a:pt x="2477" y="3439"/>
                    <a:pt x="1997" y="3180"/>
                  </a:cubicBezTo>
                  <a:cubicBezTo>
                    <a:pt x="1849" y="3106"/>
                    <a:pt x="1738" y="3032"/>
                    <a:pt x="1664" y="3032"/>
                  </a:cubicBezTo>
                  <a:lnTo>
                    <a:pt x="1664" y="3069"/>
                  </a:lnTo>
                  <a:cubicBezTo>
                    <a:pt x="1627" y="3143"/>
                    <a:pt x="1590" y="3291"/>
                    <a:pt x="1590" y="3476"/>
                  </a:cubicBezTo>
                  <a:cubicBezTo>
                    <a:pt x="1590" y="3993"/>
                    <a:pt x="1738" y="4659"/>
                    <a:pt x="1812" y="4992"/>
                  </a:cubicBezTo>
                  <a:cubicBezTo>
                    <a:pt x="1849" y="5065"/>
                    <a:pt x="1849" y="5139"/>
                    <a:pt x="1849" y="5139"/>
                  </a:cubicBezTo>
                  <a:cubicBezTo>
                    <a:pt x="1886" y="5324"/>
                    <a:pt x="1812" y="5472"/>
                    <a:pt x="1627" y="5509"/>
                  </a:cubicBezTo>
                  <a:cubicBezTo>
                    <a:pt x="1627" y="5509"/>
                    <a:pt x="1590" y="5546"/>
                    <a:pt x="1553" y="5546"/>
                  </a:cubicBezTo>
                  <a:cubicBezTo>
                    <a:pt x="1405" y="5546"/>
                    <a:pt x="1294" y="5435"/>
                    <a:pt x="1257" y="5287"/>
                  </a:cubicBezTo>
                  <a:cubicBezTo>
                    <a:pt x="1257" y="5287"/>
                    <a:pt x="998" y="4289"/>
                    <a:pt x="998" y="3476"/>
                  </a:cubicBezTo>
                  <a:cubicBezTo>
                    <a:pt x="998" y="3291"/>
                    <a:pt x="998" y="3143"/>
                    <a:pt x="1035" y="2995"/>
                  </a:cubicBezTo>
                  <a:cubicBezTo>
                    <a:pt x="1072" y="2810"/>
                    <a:pt x="1146" y="2662"/>
                    <a:pt x="1294" y="2551"/>
                  </a:cubicBezTo>
                  <a:cubicBezTo>
                    <a:pt x="1368" y="2478"/>
                    <a:pt x="1516" y="2404"/>
                    <a:pt x="1664" y="2404"/>
                  </a:cubicBezTo>
                  <a:lnTo>
                    <a:pt x="1812" y="2441"/>
                  </a:lnTo>
                  <a:cubicBezTo>
                    <a:pt x="1960" y="2478"/>
                    <a:pt x="2108" y="2551"/>
                    <a:pt x="2292" y="2625"/>
                  </a:cubicBezTo>
                  <a:cubicBezTo>
                    <a:pt x="2477" y="2736"/>
                    <a:pt x="2625" y="2847"/>
                    <a:pt x="2810" y="2995"/>
                  </a:cubicBezTo>
                  <a:cubicBezTo>
                    <a:pt x="3180" y="3291"/>
                    <a:pt x="3586" y="3661"/>
                    <a:pt x="3956" y="3993"/>
                  </a:cubicBezTo>
                  <a:cubicBezTo>
                    <a:pt x="4104" y="4104"/>
                    <a:pt x="4215" y="4252"/>
                    <a:pt x="4326" y="4363"/>
                  </a:cubicBezTo>
                  <a:cubicBezTo>
                    <a:pt x="3845" y="3254"/>
                    <a:pt x="3401" y="2145"/>
                    <a:pt x="2921" y="1036"/>
                  </a:cubicBezTo>
                  <a:cubicBezTo>
                    <a:pt x="2884" y="962"/>
                    <a:pt x="2847" y="888"/>
                    <a:pt x="2847" y="814"/>
                  </a:cubicBezTo>
                  <a:cubicBezTo>
                    <a:pt x="2699" y="629"/>
                    <a:pt x="2551" y="481"/>
                    <a:pt x="2366" y="370"/>
                  </a:cubicBezTo>
                  <a:cubicBezTo>
                    <a:pt x="2071" y="111"/>
                    <a:pt x="1775" y="0"/>
                    <a:pt x="1442"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3"/>
            <p:cNvSpPr/>
            <p:nvPr/>
          </p:nvSpPr>
          <p:spPr>
            <a:xfrm>
              <a:off x="2414800" y="1576450"/>
              <a:ext cx="110925" cy="105150"/>
            </a:xfrm>
            <a:custGeom>
              <a:avLst/>
              <a:gdLst/>
              <a:ahLst/>
              <a:cxnLst/>
              <a:rect l="l" t="t" r="r" b="b"/>
              <a:pathLst>
                <a:path w="4437" h="4206" extrusionOk="0">
                  <a:moveTo>
                    <a:pt x="666" y="1"/>
                  </a:moveTo>
                  <a:cubicBezTo>
                    <a:pt x="518" y="1"/>
                    <a:pt x="407" y="75"/>
                    <a:pt x="296" y="148"/>
                  </a:cubicBezTo>
                  <a:cubicBezTo>
                    <a:pt x="148" y="259"/>
                    <a:pt x="74" y="407"/>
                    <a:pt x="37" y="592"/>
                  </a:cubicBezTo>
                  <a:cubicBezTo>
                    <a:pt x="0" y="740"/>
                    <a:pt x="0" y="888"/>
                    <a:pt x="0" y="1073"/>
                  </a:cubicBezTo>
                  <a:cubicBezTo>
                    <a:pt x="0" y="1886"/>
                    <a:pt x="259" y="2884"/>
                    <a:pt x="259" y="2884"/>
                  </a:cubicBezTo>
                  <a:cubicBezTo>
                    <a:pt x="290" y="3038"/>
                    <a:pt x="424" y="3115"/>
                    <a:pt x="553" y="3115"/>
                  </a:cubicBezTo>
                  <a:cubicBezTo>
                    <a:pt x="579" y="3115"/>
                    <a:pt x="604" y="3112"/>
                    <a:pt x="629" y="3106"/>
                  </a:cubicBezTo>
                  <a:cubicBezTo>
                    <a:pt x="814" y="3069"/>
                    <a:pt x="888" y="2921"/>
                    <a:pt x="851" y="2736"/>
                  </a:cubicBezTo>
                  <a:cubicBezTo>
                    <a:pt x="851" y="2736"/>
                    <a:pt x="851" y="2662"/>
                    <a:pt x="814" y="2589"/>
                  </a:cubicBezTo>
                  <a:cubicBezTo>
                    <a:pt x="740" y="2256"/>
                    <a:pt x="592" y="1590"/>
                    <a:pt x="592" y="1073"/>
                  </a:cubicBezTo>
                  <a:cubicBezTo>
                    <a:pt x="592" y="888"/>
                    <a:pt x="629" y="740"/>
                    <a:pt x="666" y="666"/>
                  </a:cubicBezTo>
                  <a:lnTo>
                    <a:pt x="666" y="629"/>
                  </a:lnTo>
                  <a:cubicBezTo>
                    <a:pt x="740" y="629"/>
                    <a:pt x="851" y="703"/>
                    <a:pt x="999" y="777"/>
                  </a:cubicBezTo>
                  <a:cubicBezTo>
                    <a:pt x="1479" y="1036"/>
                    <a:pt x="2219" y="1701"/>
                    <a:pt x="2810" y="2293"/>
                  </a:cubicBezTo>
                  <a:cubicBezTo>
                    <a:pt x="2998" y="2480"/>
                    <a:pt x="3185" y="2653"/>
                    <a:pt x="3344" y="2810"/>
                  </a:cubicBezTo>
                  <a:lnTo>
                    <a:pt x="3344" y="2810"/>
                  </a:lnTo>
                  <a:cubicBezTo>
                    <a:pt x="3339" y="2810"/>
                    <a:pt x="3333" y="2810"/>
                    <a:pt x="3328" y="2810"/>
                  </a:cubicBezTo>
                  <a:cubicBezTo>
                    <a:pt x="3106" y="2810"/>
                    <a:pt x="2847" y="2810"/>
                    <a:pt x="2588" y="2921"/>
                  </a:cubicBezTo>
                  <a:cubicBezTo>
                    <a:pt x="2477" y="2958"/>
                    <a:pt x="2367" y="2995"/>
                    <a:pt x="2256" y="3106"/>
                  </a:cubicBezTo>
                  <a:cubicBezTo>
                    <a:pt x="2145" y="3217"/>
                    <a:pt x="2071" y="3365"/>
                    <a:pt x="2071" y="3513"/>
                  </a:cubicBezTo>
                  <a:cubicBezTo>
                    <a:pt x="2071" y="3698"/>
                    <a:pt x="2145" y="3883"/>
                    <a:pt x="2256" y="4067"/>
                  </a:cubicBezTo>
                  <a:cubicBezTo>
                    <a:pt x="2323" y="4157"/>
                    <a:pt x="2417" y="4206"/>
                    <a:pt x="2514" y="4206"/>
                  </a:cubicBezTo>
                  <a:cubicBezTo>
                    <a:pt x="2577" y="4206"/>
                    <a:pt x="2641" y="4185"/>
                    <a:pt x="2699" y="4141"/>
                  </a:cubicBezTo>
                  <a:cubicBezTo>
                    <a:pt x="2810" y="4030"/>
                    <a:pt x="2847" y="3846"/>
                    <a:pt x="2773" y="3698"/>
                  </a:cubicBezTo>
                  <a:cubicBezTo>
                    <a:pt x="2715" y="3610"/>
                    <a:pt x="2703" y="3569"/>
                    <a:pt x="2700" y="3537"/>
                  </a:cubicBezTo>
                  <a:lnTo>
                    <a:pt x="2700" y="3537"/>
                  </a:lnTo>
                  <a:cubicBezTo>
                    <a:pt x="2742" y="3515"/>
                    <a:pt x="2803" y="3476"/>
                    <a:pt x="2884" y="3476"/>
                  </a:cubicBezTo>
                  <a:cubicBezTo>
                    <a:pt x="3032" y="3439"/>
                    <a:pt x="3180" y="3439"/>
                    <a:pt x="3328" y="3439"/>
                  </a:cubicBezTo>
                  <a:lnTo>
                    <a:pt x="3845" y="3439"/>
                  </a:lnTo>
                  <a:cubicBezTo>
                    <a:pt x="3919" y="3476"/>
                    <a:pt x="3956" y="3476"/>
                    <a:pt x="3993" y="3476"/>
                  </a:cubicBezTo>
                  <a:lnTo>
                    <a:pt x="4067" y="3476"/>
                  </a:lnTo>
                  <a:cubicBezTo>
                    <a:pt x="4087" y="3482"/>
                    <a:pt x="4108" y="3485"/>
                    <a:pt x="4129" y="3485"/>
                  </a:cubicBezTo>
                  <a:cubicBezTo>
                    <a:pt x="4228" y="3485"/>
                    <a:pt x="4339" y="3419"/>
                    <a:pt x="4400" y="3328"/>
                  </a:cubicBezTo>
                  <a:cubicBezTo>
                    <a:pt x="4437" y="3217"/>
                    <a:pt x="4437" y="3069"/>
                    <a:pt x="4326" y="2958"/>
                  </a:cubicBezTo>
                  <a:cubicBezTo>
                    <a:pt x="4326" y="2958"/>
                    <a:pt x="3697" y="2293"/>
                    <a:pt x="2958" y="1590"/>
                  </a:cubicBezTo>
                  <a:cubicBezTo>
                    <a:pt x="2588" y="1258"/>
                    <a:pt x="2182" y="888"/>
                    <a:pt x="1812" y="592"/>
                  </a:cubicBezTo>
                  <a:cubicBezTo>
                    <a:pt x="1627" y="444"/>
                    <a:pt x="1479" y="333"/>
                    <a:pt x="1294" y="222"/>
                  </a:cubicBezTo>
                  <a:cubicBezTo>
                    <a:pt x="1110" y="148"/>
                    <a:pt x="962" y="75"/>
                    <a:pt x="814" y="38"/>
                  </a:cubicBezTo>
                  <a:lnTo>
                    <a:pt x="666" y="1"/>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3"/>
            <p:cNvSpPr/>
            <p:nvPr/>
          </p:nvSpPr>
          <p:spPr>
            <a:xfrm>
              <a:off x="2375050" y="1500650"/>
              <a:ext cx="196900" cy="281025"/>
            </a:xfrm>
            <a:custGeom>
              <a:avLst/>
              <a:gdLst/>
              <a:ahLst/>
              <a:cxnLst/>
              <a:rect l="l" t="t" r="r" b="b"/>
              <a:pathLst>
                <a:path w="7876" h="11241" extrusionOk="0">
                  <a:moveTo>
                    <a:pt x="2034" y="629"/>
                  </a:moveTo>
                  <a:cubicBezTo>
                    <a:pt x="2367" y="629"/>
                    <a:pt x="2663" y="740"/>
                    <a:pt x="2958" y="999"/>
                  </a:cubicBezTo>
                  <a:cubicBezTo>
                    <a:pt x="3402" y="1332"/>
                    <a:pt x="3772" y="1850"/>
                    <a:pt x="4030" y="2330"/>
                  </a:cubicBezTo>
                  <a:cubicBezTo>
                    <a:pt x="4141" y="2552"/>
                    <a:pt x="4215" y="2737"/>
                    <a:pt x="4289" y="2885"/>
                  </a:cubicBezTo>
                  <a:cubicBezTo>
                    <a:pt x="4326" y="2959"/>
                    <a:pt x="4363" y="3033"/>
                    <a:pt x="4363" y="3070"/>
                  </a:cubicBezTo>
                  <a:lnTo>
                    <a:pt x="4400" y="3144"/>
                  </a:lnTo>
                  <a:lnTo>
                    <a:pt x="7162" y="9170"/>
                  </a:lnTo>
                  <a:lnTo>
                    <a:pt x="7162" y="9170"/>
                  </a:lnTo>
                  <a:cubicBezTo>
                    <a:pt x="7000" y="9350"/>
                    <a:pt x="6700" y="9639"/>
                    <a:pt x="6323" y="9909"/>
                  </a:cubicBezTo>
                  <a:cubicBezTo>
                    <a:pt x="5805" y="10279"/>
                    <a:pt x="5140" y="10612"/>
                    <a:pt x="4511" y="10612"/>
                  </a:cubicBezTo>
                  <a:cubicBezTo>
                    <a:pt x="3957" y="10612"/>
                    <a:pt x="3402" y="10390"/>
                    <a:pt x="2847" y="9687"/>
                  </a:cubicBezTo>
                  <a:cubicBezTo>
                    <a:pt x="1590" y="8024"/>
                    <a:pt x="592" y="5066"/>
                    <a:pt x="592" y="2996"/>
                  </a:cubicBezTo>
                  <a:cubicBezTo>
                    <a:pt x="592" y="2404"/>
                    <a:pt x="666" y="1887"/>
                    <a:pt x="814" y="1517"/>
                  </a:cubicBezTo>
                  <a:cubicBezTo>
                    <a:pt x="962" y="1147"/>
                    <a:pt x="1184" y="888"/>
                    <a:pt x="1479" y="777"/>
                  </a:cubicBezTo>
                  <a:cubicBezTo>
                    <a:pt x="1701" y="666"/>
                    <a:pt x="1886" y="629"/>
                    <a:pt x="2034" y="629"/>
                  </a:cubicBezTo>
                  <a:close/>
                  <a:moveTo>
                    <a:pt x="2034" y="1"/>
                  </a:moveTo>
                  <a:cubicBezTo>
                    <a:pt x="1775" y="1"/>
                    <a:pt x="1479" y="75"/>
                    <a:pt x="1221" y="186"/>
                  </a:cubicBezTo>
                  <a:cubicBezTo>
                    <a:pt x="740" y="408"/>
                    <a:pt x="444" y="814"/>
                    <a:pt x="259" y="1295"/>
                  </a:cubicBezTo>
                  <a:cubicBezTo>
                    <a:pt x="75" y="1776"/>
                    <a:pt x="1" y="2367"/>
                    <a:pt x="1" y="2996"/>
                  </a:cubicBezTo>
                  <a:cubicBezTo>
                    <a:pt x="1" y="5251"/>
                    <a:pt x="999" y="8245"/>
                    <a:pt x="2367" y="10057"/>
                  </a:cubicBezTo>
                  <a:cubicBezTo>
                    <a:pt x="2995" y="10870"/>
                    <a:pt x="3772" y="11240"/>
                    <a:pt x="4511" y="11240"/>
                  </a:cubicBezTo>
                  <a:cubicBezTo>
                    <a:pt x="5398" y="11203"/>
                    <a:pt x="6212" y="10759"/>
                    <a:pt x="6803" y="10316"/>
                  </a:cubicBezTo>
                  <a:cubicBezTo>
                    <a:pt x="7395" y="9872"/>
                    <a:pt x="7764" y="9429"/>
                    <a:pt x="7764" y="9429"/>
                  </a:cubicBezTo>
                  <a:cubicBezTo>
                    <a:pt x="7838" y="9318"/>
                    <a:pt x="7875" y="9207"/>
                    <a:pt x="7838" y="9096"/>
                  </a:cubicBezTo>
                  <a:lnTo>
                    <a:pt x="4955" y="2885"/>
                  </a:lnTo>
                  <a:lnTo>
                    <a:pt x="4943" y="2891"/>
                  </a:lnTo>
                  <a:lnTo>
                    <a:pt x="4943" y="2891"/>
                  </a:lnTo>
                  <a:cubicBezTo>
                    <a:pt x="4888" y="2749"/>
                    <a:pt x="4642" y="2133"/>
                    <a:pt x="4252" y="1517"/>
                  </a:cubicBezTo>
                  <a:cubicBezTo>
                    <a:pt x="3993" y="1147"/>
                    <a:pt x="3698" y="777"/>
                    <a:pt x="3365" y="482"/>
                  </a:cubicBezTo>
                  <a:cubicBezTo>
                    <a:pt x="2995" y="223"/>
                    <a:pt x="2552" y="1"/>
                    <a:pt x="203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3"/>
            <p:cNvSpPr/>
            <p:nvPr/>
          </p:nvSpPr>
          <p:spPr>
            <a:xfrm>
              <a:off x="3269750" y="1420400"/>
              <a:ext cx="156225" cy="275075"/>
            </a:xfrm>
            <a:custGeom>
              <a:avLst/>
              <a:gdLst/>
              <a:ahLst/>
              <a:cxnLst/>
              <a:rect l="l" t="t" r="r" b="b"/>
              <a:pathLst>
                <a:path w="6249" h="11003" extrusionOk="0">
                  <a:moveTo>
                    <a:pt x="3508" y="0"/>
                  </a:moveTo>
                  <a:cubicBezTo>
                    <a:pt x="1552" y="0"/>
                    <a:pt x="1220" y="3322"/>
                    <a:pt x="1220" y="3322"/>
                  </a:cubicBezTo>
                  <a:lnTo>
                    <a:pt x="0" y="10051"/>
                  </a:lnTo>
                  <a:cubicBezTo>
                    <a:pt x="0" y="10051"/>
                    <a:pt x="1358" y="11003"/>
                    <a:pt x="2713" y="11003"/>
                  </a:cubicBezTo>
                  <a:cubicBezTo>
                    <a:pt x="3560" y="11003"/>
                    <a:pt x="4405" y="10631"/>
                    <a:pt x="4917" y="9422"/>
                  </a:cubicBezTo>
                  <a:cubicBezTo>
                    <a:pt x="6248" y="6317"/>
                    <a:pt x="6063" y="438"/>
                    <a:pt x="3845" y="32"/>
                  </a:cubicBezTo>
                  <a:cubicBezTo>
                    <a:pt x="3728" y="10"/>
                    <a:pt x="3615" y="0"/>
                    <a:pt x="350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3"/>
            <p:cNvSpPr/>
            <p:nvPr/>
          </p:nvSpPr>
          <p:spPr>
            <a:xfrm>
              <a:off x="3286375" y="1428575"/>
              <a:ext cx="120175" cy="258825"/>
            </a:xfrm>
            <a:custGeom>
              <a:avLst/>
              <a:gdLst/>
              <a:ahLst/>
              <a:cxnLst/>
              <a:rect l="l" t="t" r="r" b="b"/>
              <a:pathLst>
                <a:path w="4807" h="10353" extrusionOk="0">
                  <a:moveTo>
                    <a:pt x="2847" y="0"/>
                  </a:moveTo>
                  <a:cubicBezTo>
                    <a:pt x="2478" y="0"/>
                    <a:pt x="2182" y="111"/>
                    <a:pt x="1923" y="370"/>
                  </a:cubicBezTo>
                  <a:cubicBezTo>
                    <a:pt x="1738" y="555"/>
                    <a:pt x="1590" y="777"/>
                    <a:pt x="1443" y="1072"/>
                  </a:cubicBezTo>
                  <a:cubicBezTo>
                    <a:pt x="1295" y="2736"/>
                    <a:pt x="1073" y="4400"/>
                    <a:pt x="777" y="6100"/>
                  </a:cubicBezTo>
                  <a:cubicBezTo>
                    <a:pt x="1036" y="5620"/>
                    <a:pt x="1775" y="4215"/>
                    <a:pt x="2441" y="3328"/>
                  </a:cubicBezTo>
                  <a:cubicBezTo>
                    <a:pt x="2700" y="2958"/>
                    <a:pt x="2958" y="2625"/>
                    <a:pt x="3254" y="2477"/>
                  </a:cubicBezTo>
                  <a:cubicBezTo>
                    <a:pt x="3365" y="2440"/>
                    <a:pt x="3439" y="2403"/>
                    <a:pt x="3550" y="2403"/>
                  </a:cubicBezTo>
                  <a:cubicBezTo>
                    <a:pt x="3735" y="2403"/>
                    <a:pt x="3920" y="2477"/>
                    <a:pt x="3993" y="2588"/>
                  </a:cubicBezTo>
                  <a:cubicBezTo>
                    <a:pt x="4104" y="2699"/>
                    <a:pt x="4178" y="2810"/>
                    <a:pt x="4215" y="2958"/>
                  </a:cubicBezTo>
                  <a:cubicBezTo>
                    <a:pt x="4363" y="3217"/>
                    <a:pt x="4400" y="3549"/>
                    <a:pt x="4474" y="3845"/>
                  </a:cubicBezTo>
                  <a:cubicBezTo>
                    <a:pt x="4548" y="4474"/>
                    <a:pt x="4585" y="5065"/>
                    <a:pt x="4585" y="5065"/>
                  </a:cubicBezTo>
                  <a:cubicBezTo>
                    <a:pt x="4585" y="5250"/>
                    <a:pt x="4437" y="5398"/>
                    <a:pt x="4289" y="5398"/>
                  </a:cubicBezTo>
                  <a:lnTo>
                    <a:pt x="4252" y="5398"/>
                  </a:lnTo>
                  <a:cubicBezTo>
                    <a:pt x="4104" y="5398"/>
                    <a:pt x="3957" y="5250"/>
                    <a:pt x="3957" y="5102"/>
                  </a:cubicBezTo>
                  <a:cubicBezTo>
                    <a:pt x="3957" y="5102"/>
                    <a:pt x="3957" y="5028"/>
                    <a:pt x="3957" y="4917"/>
                  </a:cubicBezTo>
                  <a:cubicBezTo>
                    <a:pt x="3957" y="4843"/>
                    <a:pt x="3957" y="4696"/>
                    <a:pt x="3920" y="4511"/>
                  </a:cubicBezTo>
                  <a:cubicBezTo>
                    <a:pt x="3883" y="4178"/>
                    <a:pt x="3846" y="3771"/>
                    <a:pt x="3735" y="3439"/>
                  </a:cubicBezTo>
                  <a:cubicBezTo>
                    <a:pt x="3698" y="3217"/>
                    <a:pt x="3587" y="3069"/>
                    <a:pt x="3550" y="3032"/>
                  </a:cubicBezTo>
                  <a:cubicBezTo>
                    <a:pt x="3476" y="3069"/>
                    <a:pt x="3291" y="3217"/>
                    <a:pt x="3106" y="3439"/>
                  </a:cubicBezTo>
                  <a:cubicBezTo>
                    <a:pt x="2921" y="3660"/>
                    <a:pt x="2736" y="3956"/>
                    <a:pt x="2552" y="4252"/>
                  </a:cubicBezTo>
                  <a:cubicBezTo>
                    <a:pt x="2182" y="4806"/>
                    <a:pt x="1849" y="5398"/>
                    <a:pt x="1590" y="5842"/>
                  </a:cubicBezTo>
                  <a:cubicBezTo>
                    <a:pt x="1812" y="5805"/>
                    <a:pt x="2071" y="5731"/>
                    <a:pt x="2293" y="5731"/>
                  </a:cubicBezTo>
                  <a:cubicBezTo>
                    <a:pt x="2441" y="5731"/>
                    <a:pt x="2626" y="5768"/>
                    <a:pt x="2773" y="5879"/>
                  </a:cubicBezTo>
                  <a:cubicBezTo>
                    <a:pt x="2958" y="5990"/>
                    <a:pt x="3032" y="6211"/>
                    <a:pt x="3032" y="6396"/>
                  </a:cubicBezTo>
                  <a:cubicBezTo>
                    <a:pt x="3032" y="6507"/>
                    <a:pt x="3032" y="6618"/>
                    <a:pt x="2995" y="6766"/>
                  </a:cubicBezTo>
                  <a:cubicBezTo>
                    <a:pt x="2958" y="6877"/>
                    <a:pt x="2810" y="6951"/>
                    <a:pt x="2700" y="6951"/>
                  </a:cubicBezTo>
                  <a:lnTo>
                    <a:pt x="2589" y="6951"/>
                  </a:lnTo>
                  <a:cubicBezTo>
                    <a:pt x="2441" y="6914"/>
                    <a:pt x="2330" y="6729"/>
                    <a:pt x="2404" y="6581"/>
                  </a:cubicBezTo>
                  <a:cubicBezTo>
                    <a:pt x="2404" y="6470"/>
                    <a:pt x="2441" y="6433"/>
                    <a:pt x="2441" y="6396"/>
                  </a:cubicBezTo>
                  <a:lnTo>
                    <a:pt x="2441" y="6359"/>
                  </a:lnTo>
                  <a:lnTo>
                    <a:pt x="2293" y="6359"/>
                  </a:lnTo>
                  <a:cubicBezTo>
                    <a:pt x="2108" y="6359"/>
                    <a:pt x="1849" y="6433"/>
                    <a:pt x="1627" y="6507"/>
                  </a:cubicBezTo>
                  <a:cubicBezTo>
                    <a:pt x="1406" y="6581"/>
                    <a:pt x="1184" y="6655"/>
                    <a:pt x="1110" y="6692"/>
                  </a:cubicBezTo>
                  <a:lnTo>
                    <a:pt x="1073" y="6692"/>
                  </a:lnTo>
                  <a:cubicBezTo>
                    <a:pt x="1036" y="6729"/>
                    <a:pt x="999" y="6729"/>
                    <a:pt x="962" y="6729"/>
                  </a:cubicBezTo>
                  <a:cubicBezTo>
                    <a:pt x="888" y="6729"/>
                    <a:pt x="777" y="6692"/>
                    <a:pt x="740" y="6655"/>
                  </a:cubicBezTo>
                  <a:cubicBezTo>
                    <a:pt x="703" y="6618"/>
                    <a:pt x="703" y="6618"/>
                    <a:pt x="703" y="6581"/>
                  </a:cubicBezTo>
                  <a:cubicBezTo>
                    <a:pt x="481" y="7653"/>
                    <a:pt x="259" y="8725"/>
                    <a:pt x="1" y="9761"/>
                  </a:cubicBezTo>
                  <a:cubicBezTo>
                    <a:pt x="112" y="9798"/>
                    <a:pt x="222" y="9871"/>
                    <a:pt x="333" y="9908"/>
                  </a:cubicBezTo>
                  <a:cubicBezTo>
                    <a:pt x="814" y="10130"/>
                    <a:pt x="1443" y="10352"/>
                    <a:pt x="2071" y="10352"/>
                  </a:cubicBezTo>
                  <a:cubicBezTo>
                    <a:pt x="2441" y="10352"/>
                    <a:pt x="2810" y="10278"/>
                    <a:pt x="3143" y="10093"/>
                  </a:cubicBezTo>
                  <a:cubicBezTo>
                    <a:pt x="3439" y="9871"/>
                    <a:pt x="3735" y="9539"/>
                    <a:pt x="3993" y="8984"/>
                  </a:cubicBezTo>
                  <a:cubicBezTo>
                    <a:pt x="4511" y="7764"/>
                    <a:pt x="4807" y="6063"/>
                    <a:pt x="4807" y="4474"/>
                  </a:cubicBezTo>
                  <a:cubicBezTo>
                    <a:pt x="4807" y="3586"/>
                    <a:pt x="4696" y="2773"/>
                    <a:pt x="4548" y="2071"/>
                  </a:cubicBezTo>
                  <a:cubicBezTo>
                    <a:pt x="4363" y="1331"/>
                    <a:pt x="4104" y="777"/>
                    <a:pt x="3809" y="444"/>
                  </a:cubicBezTo>
                  <a:cubicBezTo>
                    <a:pt x="3587" y="185"/>
                    <a:pt x="3365" y="74"/>
                    <a:pt x="310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3"/>
            <p:cNvSpPr/>
            <p:nvPr/>
          </p:nvSpPr>
          <p:spPr>
            <a:xfrm>
              <a:off x="3302100" y="1488650"/>
              <a:ext cx="98925" cy="113950"/>
            </a:xfrm>
            <a:custGeom>
              <a:avLst/>
              <a:gdLst/>
              <a:ahLst/>
              <a:cxnLst/>
              <a:rect l="l" t="t" r="r" b="b"/>
              <a:pathLst>
                <a:path w="3957" h="4558" extrusionOk="0">
                  <a:moveTo>
                    <a:pt x="2921" y="0"/>
                  </a:moveTo>
                  <a:cubicBezTo>
                    <a:pt x="2810" y="0"/>
                    <a:pt x="2736" y="37"/>
                    <a:pt x="2625" y="74"/>
                  </a:cubicBezTo>
                  <a:cubicBezTo>
                    <a:pt x="2329" y="222"/>
                    <a:pt x="2071" y="555"/>
                    <a:pt x="1812" y="925"/>
                  </a:cubicBezTo>
                  <a:cubicBezTo>
                    <a:pt x="961" y="2034"/>
                    <a:pt x="74" y="3882"/>
                    <a:pt x="37" y="3882"/>
                  </a:cubicBezTo>
                  <a:cubicBezTo>
                    <a:pt x="0" y="3993"/>
                    <a:pt x="0" y="4141"/>
                    <a:pt x="111" y="4252"/>
                  </a:cubicBezTo>
                  <a:cubicBezTo>
                    <a:pt x="157" y="4298"/>
                    <a:pt x="231" y="4329"/>
                    <a:pt x="307" y="4329"/>
                  </a:cubicBezTo>
                  <a:cubicBezTo>
                    <a:pt x="354" y="4329"/>
                    <a:pt x="401" y="4317"/>
                    <a:pt x="444" y="4289"/>
                  </a:cubicBezTo>
                  <a:lnTo>
                    <a:pt x="481" y="4289"/>
                  </a:lnTo>
                  <a:cubicBezTo>
                    <a:pt x="555" y="4252"/>
                    <a:pt x="777" y="4178"/>
                    <a:pt x="998" y="4104"/>
                  </a:cubicBezTo>
                  <a:cubicBezTo>
                    <a:pt x="1220" y="4030"/>
                    <a:pt x="1479" y="3956"/>
                    <a:pt x="1664" y="3956"/>
                  </a:cubicBezTo>
                  <a:cubicBezTo>
                    <a:pt x="1738" y="3956"/>
                    <a:pt x="1812" y="3956"/>
                    <a:pt x="1812" y="3993"/>
                  </a:cubicBezTo>
                  <a:cubicBezTo>
                    <a:pt x="1812" y="4030"/>
                    <a:pt x="1775" y="4067"/>
                    <a:pt x="1775" y="4178"/>
                  </a:cubicBezTo>
                  <a:cubicBezTo>
                    <a:pt x="1701" y="4326"/>
                    <a:pt x="1812" y="4511"/>
                    <a:pt x="1960" y="4548"/>
                  </a:cubicBezTo>
                  <a:cubicBezTo>
                    <a:pt x="1991" y="4554"/>
                    <a:pt x="2022" y="4557"/>
                    <a:pt x="2051" y="4557"/>
                  </a:cubicBezTo>
                  <a:cubicBezTo>
                    <a:pt x="2193" y="4557"/>
                    <a:pt x="2305" y="4485"/>
                    <a:pt x="2366" y="4363"/>
                  </a:cubicBezTo>
                  <a:cubicBezTo>
                    <a:pt x="2403" y="4215"/>
                    <a:pt x="2403" y="4104"/>
                    <a:pt x="2403" y="3993"/>
                  </a:cubicBezTo>
                  <a:cubicBezTo>
                    <a:pt x="2403" y="3808"/>
                    <a:pt x="2329" y="3587"/>
                    <a:pt x="2144" y="3476"/>
                  </a:cubicBezTo>
                  <a:cubicBezTo>
                    <a:pt x="1997" y="3365"/>
                    <a:pt x="1812" y="3328"/>
                    <a:pt x="1664" y="3328"/>
                  </a:cubicBezTo>
                  <a:cubicBezTo>
                    <a:pt x="1432" y="3328"/>
                    <a:pt x="1182" y="3382"/>
                    <a:pt x="965" y="3452"/>
                  </a:cubicBezTo>
                  <a:lnTo>
                    <a:pt x="965" y="3452"/>
                  </a:lnTo>
                  <a:cubicBezTo>
                    <a:pt x="1220" y="2989"/>
                    <a:pt x="1572" y="2392"/>
                    <a:pt x="1923" y="1849"/>
                  </a:cubicBezTo>
                  <a:cubicBezTo>
                    <a:pt x="2107" y="1553"/>
                    <a:pt x="2292" y="1257"/>
                    <a:pt x="2477" y="1036"/>
                  </a:cubicBezTo>
                  <a:cubicBezTo>
                    <a:pt x="2662" y="814"/>
                    <a:pt x="2847" y="666"/>
                    <a:pt x="2921" y="629"/>
                  </a:cubicBezTo>
                  <a:cubicBezTo>
                    <a:pt x="2958" y="666"/>
                    <a:pt x="3069" y="814"/>
                    <a:pt x="3106" y="1036"/>
                  </a:cubicBezTo>
                  <a:cubicBezTo>
                    <a:pt x="3217" y="1368"/>
                    <a:pt x="3254" y="1775"/>
                    <a:pt x="3291" y="2108"/>
                  </a:cubicBezTo>
                  <a:cubicBezTo>
                    <a:pt x="3328" y="2293"/>
                    <a:pt x="3328" y="2440"/>
                    <a:pt x="3328" y="2514"/>
                  </a:cubicBezTo>
                  <a:cubicBezTo>
                    <a:pt x="3328" y="2625"/>
                    <a:pt x="3328" y="2699"/>
                    <a:pt x="3328" y="2699"/>
                  </a:cubicBezTo>
                  <a:cubicBezTo>
                    <a:pt x="3328" y="2847"/>
                    <a:pt x="3475" y="2995"/>
                    <a:pt x="3660" y="2995"/>
                  </a:cubicBezTo>
                  <a:cubicBezTo>
                    <a:pt x="3808" y="2995"/>
                    <a:pt x="3956" y="2847"/>
                    <a:pt x="3956" y="2662"/>
                  </a:cubicBezTo>
                  <a:cubicBezTo>
                    <a:pt x="3956" y="2662"/>
                    <a:pt x="3919" y="2071"/>
                    <a:pt x="3845" y="1442"/>
                  </a:cubicBezTo>
                  <a:cubicBezTo>
                    <a:pt x="3771" y="1146"/>
                    <a:pt x="3734" y="814"/>
                    <a:pt x="3586" y="555"/>
                  </a:cubicBezTo>
                  <a:cubicBezTo>
                    <a:pt x="3549" y="407"/>
                    <a:pt x="3475" y="296"/>
                    <a:pt x="3364" y="185"/>
                  </a:cubicBezTo>
                  <a:cubicBezTo>
                    <a:pt x="3254" y="74"/>
                    <a:pt x="3106" y="0"/>
                    <a:pt x="29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3"/>
            <p:cNvSpPr/>
            <p:nvPr/>
          </p:nvSpPr>
          <p:spPr>
            <a:xfrm>
              <a:off x="3261425" y="1412850"/>
              <a:ext cx="159925" cy="290250"/>
            </a:xfrm>
            <a:custGeom>
              <a:avLst/>
              <a:gdLst/>
              <a:ahLst/>
              <a:cxnLst/>
              <a:rect l="l" t="t" r="r" b="b"/>
              <a:pathLst>
                <a:path w="6397" h="11610" extrusionOk="0">
                  <a:moveTo>
                    <a:pt x="4104" y="629"/>
                  </a:moveTo>
                  <a:cubicBezTo>
                    <a:pt x="4363" y="703"/>
                    <a:pt x="4585" y="814"/>
                    <a:pt x="4807" y="1073"/>
                  </a:cubicBezTo>
                  <a:cubicBezTo>
                    <a:pt x="5102" y="1406"/>
                    <a:pt x="5361" y="1960"/>
                    <a:pt x="5546" y="2700"/>
                  </a:cubicBezTo>
                  <a:cubicBezTo>
                    <a:pt x="5694" y="3402"/>
                    <a:pt x="5805" y="4215"/>
                    <a:pt x="5805" y="5103"/>
                  </a:cubicBezTo>
                  <a:cubicBezTo>
                    <a:pt x="5805" y="6692"/>
                    <a:pt x="5509" y="8393"/>
                    <a:pt x="4991" y="9613"/>
                  </a:cubicBezTo>
                  <a:cubicBezTo>
                    <a:pt x="4733" y="10168"/>
                    <a:pt x="4437" y="10500"/>
                    <a:pt x="4141" y="10722"/>
                  </a:cubicBezTo>
                  <a:cubicBezTo>
                    <a:pt x="3808" y="10907"/>
                    <a:pt x="3439" y="10981"/>
                    <a:pt x="3069" y="10981"/>
                  </a:cubicBezTo>
                  <a:cubicBezTo>
                    <a:pt x="2441" y="10981"/>
                    <a:pt x="1812" y="10759"/>
                    <a:pt x="1331" y="10537"/>
                  </a:cubicBezTo>
                  <a:cubicBezTo>
                    <a:pt x="1073" y="10427"/>
                    <a:pt x="888" y="10316"/>
                    <a:pt x="740" y="10242"/>
                  </a:cubicBezTo>
                  <a:cubicBezTo>
                    <a:pt x="714" y="10229"/>
                    <a:pt x="688" y="10216"/>
                    <a:pt x="664" y="10203"/>
                  </a:cubicBezTo>
                  <a:lnTo>
                    <a:pt x="664" y="10203"/>
                  </a:lnTo>
                  <a:lnTo>
                    <a:pt x="1886" y="3698"/>
                  </a:lnTo>
                  <a:lnTo>
                    <a:pt x="1886" y="3661"/>
                  </a:lnTo>
                  <a:lnTo>
                    <a:pt x="1886" y="3624"/>
                  </a:lnTo>
                  <a:cubicBezTo>
                    <a:pt x="1886" y="3476"/>
                    <a:pt x="1997" y="2663"/>
                    <a:pt x="2330" y="1923"/>
                  </a:cubicBezTo>
                  <a:cubicBezTo>
                    <a:pt x="2477" y="1554"/>
                    <a:pt x="2699" y="1221"/>
                    <a:pt x="2921" y="999"/>
                  </a:cubicBezTo>
                  <a:cubicBezTo>
                    <a:pt x="3180" y="740"/>
                    <a:pt x="3476" y="629"/>
                    <a:pt x="3845" y="629"/>
                  </a:cubicBezTo>
                  <a:close/>
                  <a:moveTo>
                    <a:pt x="3845" y="1"/>
                  </a:moveTo>
                  <a:cubicBezTo>
                    <a:pt x="3254" y="1"/>
                    <a:pt x="2773" y="260"/>
                    <a:pt x="2441" y="592"/>
                  </a:cubicBezTo>
                  <a:cubicBezTo>
                    <a:pt x="1923" y="1147"/>
                    <a:pt x="1664" y="1886"/>
                    <a:pt x="1479" y="2515"/>
                  </a:cubicBezTo>
                  <a:cubicBezTo>
                    <a:pt x="1294" y="3106"/>
                    <a:pt x="1257" y="3587"/>
                    <a:pt x="1257" y="3587"/>
                  </a:cubicBezTo>
                  <a:lnTo>
                    <a:pt x="37" y="10279"/>
                  </a:lnTo>
                  <a:cubicBezTo>
                    <a:pt x="0" y="10390"/>
                    <a:pt x="74" y="10537"/>
                    <a:pt x="148" y="10611"/>
                  </a:cubicBezTo>
                  <a:cubicBezTo>
                    <a:pt x="148" y="10611"/>
                    <a:pt x="518" y="10870"/>
                    <a:pt x="1073" y="11092"/>
                  </a:cubicBezTo>
                  <a:cubicBezTo>
                    <a:pt x="1590" y="11351"/>
                    <a:pt x="2330" y="11610"/>
                    <a:pt x="3069" y="11610"/>
                  </a:cubicBezTo>
                  <a:cubicBezTo>
                    <a:pt x="3550" y="11610"/>
                    <a:pt x="4030" y="11499"/>
                    <a:pt x="4474" y="11240"/>
                  </a:cubicBezTo>
                  <a:cubicBezTo>
                    <a:pt x="4881" y="10944"/>
                    <a:pt x="5287" y="10500"/>
                    <a:pt x="5546" y="9872"/>
                  </a:cubicBezTo>
                  <a:cubicBezTo>
                    <a:pt x="6101" y="8541"/>
                    <a:pt x="6396" y="6766"/>
                    <a:pt x="6396" y="5103"/>
                  </a:cubicBezTo>
                  <a:cubicBezTo>
                    <a:pt x="6396" y="3883"/>
                    <a:pt x="6248" y="2737"/>
                    <a:pt x="5916" y="1812"/>
                  </a:cubicBezTo>
                  <a:cubicBezTo>
                    <a:pt x="5768" y="1369"/>
                    <a:pt x="5546" y="962"/>
                    <a:pt x="5250" y="629"/>
                  </a:cubicBezTo>
                  <a:cubicBezTo>
                    <a:pt x="4991" y="334"/>
                    <a:pt x="4622" y="112"/>
                    <a:pt x="4215" y="38"/>
                  </a:cubicBezTo>
                  <a:cubicBezTo>
                    <a:pt x="4104" y="1"/>
                    <a:pt x="3956" y="1"/>
                    <a:pt x="38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3"/>
            <p:cNvSpPr/>
            <p:nvPr/>
          </p:nvSpPr>
          <p:spPr>
            <a:xfrm>
              <a:off x="2054325" y="1865750"/>
              <a:ext cx="1766300" cy="1469600"/>
            </a:xfrm>
            <a:custGeom>
              <a:avLst/>
              <a:gdLst/>
              <a:ahLst/>
              <a:cxnLst/>
              <a:rect l="l" t="t" r="r" b="b"/>
              <a:pathLst>
                <a:path w="70652" h="58784" extrusionOk="0">
                  <a:moveTo>
                    <a:pt x="28283" y="0"/>
                  </a:moveTo>
                  <a:cubicBezTo>
                    <a:pt x="28283" y="1"/>
                    <a:pt x="30021" y="13199"/>
                    <a:pt x="29097" y="15750"/>
                  </a:cubicBezTo>
                  <a:cubicBezTo>
                    <a:pt x="28135" y="18264"/>
                    <a:pt x="23218" y="19854"/>
                    <a:pt x="18597" y="20334"/>
                  </a:cubicBezTo>
                  <a:cubicBezTo>
                    <a:pt x="18132" y="20390"/>
                    <a:pt x="17648" y="20412"/>
                    <a:pt x="17149" y="20412"/>
                  </a:cubicBezTo>
                  <a:cubicBezTo>
                    <a:pt x="15982" y="20412"/>
                    <a:pt x="14739" y="20290"/>
                    <a:pt x="13495" y="20186"/>
                  </a:cubicBezTo>
                  <a:cubicBezTo>
                    <a:pt x="12212" y="20064"/>
                    <a:pt x="10929" y="19941"/>
                    <a:pt x="9714" y="19941"/>
                  </a:cubicBezTo>
                  <a:cubicBezTo>
                    <a:pt x="7640" y="19941"/>
                    <a:pt x="5766" y="20299"/>
                    <a:pt x="4437" y="21628"/>
                  </a:cubicBezTo>
                  <a:cubicBezTo>
                    <a:pt x="1258" y="24808"/>
                    <a:pt x="1" y="58784"/>
                    <a:pt x="1" y="58784"/>
                  </a:cubicBezTo>
                  <a:lnTo>
                    <a:pt x="30982" y="51316"/>
                  </a:lnTo>
                  <a:lnTo>
                    <a:pt x="41112" y="48802"/>
                  </a:lnTo>
                  <a:lnTo>
                    <a:pt x="70652" y="41851"/>
                  </a:lnTo>
                  <a:cubicBezTo>
                    <a:pt x="70652" y="41851"/>
                    <a:pt x="70578" y="24808"/>
                    <a:pt x="67398" y="21628"/>
                  </a:cubicBezTo>
                  <a:cubicBezTo>
                    <a:pt x="66069" y="20299"/>
                    <a:pt x="64196" y="19941"/>
                    <a:pt x="62122" y="19941"/>
                  </a:cubicBezTo>
                  <a:cubicBezTo>
                    <a:pt x="60907" y="19941"/>
                    <a:pt x="59624" y="20064"/>
                    <a:pt x="58340" y="20186"/>
                  </a:cubicBezTo>
                  <a:cubicBezTo>
                    <a:pt x="57097" y="20290"/>
                    <a:pt x="55853" y="20412"/>
                    <a:pt x="54686" y="20412"/>
                  </a:cubicBezTo>
                  <a:cubicBezTo>
                    <a:pt x="54188" y="20412"/>
                    <a:pt x="53703" y="20390"/>
                    <a:pt x="53239" y="20334"/>
                  </a:cubicBezTo>
                  <a:cubicBezTo>
                    <a:pt x="48617" y="19854"/>
                    <a:pt x="43700" y="18264"/>
                    <a:pt x="42739" y="15750"/>
                  </a:cubicBezTo>
                  <a:cubicBezTo>
                    <a:pt x="41815" y="13199"/>
                    <a:pt x="43552" y="1"/>
                    <a:pt x="43552" y="0"/>
                  </a:cubicBezTo>
                  <a:lnTo>
                    <a:pt x="43552" y="0"/>
                  </a:lnTo>
                  <a:lnTo>
                    <a:pt x="35899" y="1220"/>
                  </a:lnTo>
                  <a:lnTo>
                    <a:pt x="2828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3"/>
            <p:cNvSpPr/>
            <p:nvPr/>
          </p:nvSpPr>
          <p:spPr>
            <a:xfrm>
              <a:off x="2062650" y="2189250"/>
              <a:ext cx="1729325" cy="1135950"/>
            </a:xfrm>
            <a:custGeom>
              <a:avLst/>
              <a:gdLst/>
              <a:ahLst/>
              <a:cxnLst/>
              <a:rect l="l" t="t" r="r" b="b"/>
              <a:pathLst>
                <a:path w="69173" h="45438" extrusionOk="0">
                  <a:moveTo>
                    <a:pt x="61741" y="7320"/>
                  </a:moveTo>
                  <a:cubicBezTo>
                    <a:pt x="60411" y="7320"/>
                    <a:pt x="58969" y="7468"/>
                    <a:pt x="57527" y="7579"/>
                  </a:cubicBezTo>
                  <a:cubicBezTo>
                    <a:pt x="57490" y="8430"/>
                    <a:pt x="57453" y="9613"/>
                    <a:pt x="57453" y="10944"/>
                  </a:cubicBezTo>
                  <a:cubicBezTo>
                    <a:pt x="57453" y="13014"/>
                    <a:pt x="57564" y="15528"/>
                    <a:pt x="57934" y="18116"/>
                  </a:cubicBezTo>
                  <a:cubicBezTo>
                    <a:pt x="59967" y="17561"/>
                    <a:pt x="62814" y="16933"/>
                    <a:pt x="65660" y="16933"/>
                  </a:cubicBezTo>
                  <a:cubicBezTo>
                    <a:pt x="66548" y="16933"/>
                    <a:pt x="67435" y="17007"/>
                    <a:pt x="68285" y="17155"/>
                  </a:cubicBezTo>
                  <a:lnTo>
                    <a:pt x="69173" y="17155"/>
                  </a:lnTo>
                  <a:cubicBezTo>
                    <a:pt x="68914" y="15232"/>
                    <a:pt x="68655" y="13531"/>
                    <a:pt x="68322" y="12164"/>
                  </a:cubicBezTo>
                  <a:cubicBezTo>
                    <a:pt x="67916" y="10648"/>
                    <a:pt x="67398" y="9465"/>
                    <a:pt x="66843" y="8910"/>
                  </a:cubicBezTo>
                  <a:cubicBezTo>
                    <a:pt x="66215" y="8282"/>
                    <a:pt x="65476" y="7875"/>
                    <a:pt x="64588" y="7653"/>
                  </a:cubicBezTo>
                  <a:cubicBezTo>
                    <a:pt x="63738" y="7394"/>
                    <a:pt x="62777" y="7320"/>
                    <a:pt x="61778" y="7320"/>
                  </a:cubicBezTo>
                  <a:close/>
                  <a:moveTo>
                    <a:pt x="29355" y="0"/>
                  </a:moveTo>
                  <a:cubicBezTo>
                    <a:pt x="29355" y="629"/>
                    <a:pt x="29318" y="1183"/>
                    <a:pt x="29281" y="1664"/>
                  </a:cubicBezTo>
                  <a:cubicBezTo>
                    <a:pt x="29244" y="2181"/>
                    <a:pt x="29170" y="2588"/>
                    <a:pt x="29023" y="2921"/>
                  </a:cubicBezTo>
                  <a:cubicBezTo>
                    <a:pt x="28764" y="3623"/>
                    <a:pt x="28246" y="4215"/>
                    <a:pt x="27544" y="4769"/>
                  </a:cubicBezTo>
                  <a:cubicBezTo>
                    <a:pt x="26841" y="5324"/>
                    <a:pt x="25954" y="5768"/>
                    <a:pt x="24993" y="6174"/>
                  </a:cubicBezTo>
                  <a:cubicBezTo>
                    <a:pt x="23218" y="6877"/>
                    <a:pt x="21111" y="7357"/>
                    <a:pt x="19003" y="7616"/>
                  </a:cubicBezTo>
                  <a:cubicBezTo>
                    <a:pt x="19299" y="8393"/>
                    <a:pt x="19669" y="9317"/>
                    <a:pt x="20150" y="10315"/>
                  </a:cubicBezTo>
                  <a:cubicBezTo>
                    <a:pt x="24031" y="11313"/>
                    <a:pt x="30797" y="13864"/>
                    <a:pt x="31500" y="14936"/>
                  </a:cubicBezTo>
                  <a:cubicBezTo>
                    <a:pt x="31647" y="15121"/>
                    <a:pt x="31500" y="15195"/>
                    <a:pt x="31130" y="15195"/>
                  </a:cubicBezTo>
                  <a:cubicBezTo>
                    <a:pt x="29651" y="15195"/>
                    <a:pt x="24549" y="13716"/>
                    <a:pt x="21333" y="12755"/>
                  </a:cubicBezTo>
                  <a:lnTo>
                    <a:pt x="21333" y="12755"/>
                  </a:lnTo>
                  <a:cubicBezTo>
                    <a:pt x="21739" y="13531"/>
                    <a:pt x="22183" y="14308"/>
                    <a:pt x="22664" y="15121"/>
                  </a:cubicBezTo>
                  <a:cubicBezTo>
                    <a:pt x="24512" y="18153"/>
                    <a:pt x="26915" y="21258"/>
                    <a:pt x="29799" y="23218"/>
                  </a:cubicBezTo>
                  <a:cubicBezTo>
                    <a:pt x="31721" y="24512"/>
                    <a:pt x="33866" y="25325"/>
                    <a:pt x="36232" y="25325"/>
                  </a:cubicBezTo>
                  <a:cubicBezTo>
                    <a:pt x="36712" y="25325"/>
                    <a:pt x="37230" y="25288"/>
                    <a:pt x="37748" y="25214"/>
                  </a:cubicBezTo>
                  <a:cubicBezTo>
                    <a:pt x="42739" y="24475"/>
                    <a:pt x="46029" y="21258"/>
                    <a:pt x="48210" y="17561"/>
                  </a:cubicBezTo>
                  <a:cubicBezTo>
                    <a:pt x="48802" y="16526"/>
                    <a:pt x="49319" y="15491"/>
                    <a:pt x="49763" y="14456"/>
                  </a:cubicBezTo>
                  <a:lnTo>
                    <a:pt x="49763" y="14456"/>
                  </a:lnTo>
                  <a:cubicBezTo>
                    <a:pt x="47360" y="14641"/>
                    <a:pt x="43589" y="14899"/>
                    <a:pt x="41223" y="14899"/>
                  </a:cubicBezTo>
                  <a:cubicBezTo>
                    <a:pt x="40299" y="14899"/>
                    <a:pt x="39596" y="14862"/>
                    <a:pt x="39300" y="14751"/>
                  </a:cubicBezTo>
                  <a:cubicBezTo>
                    <a:pt x="38043" y="14382"/>
                    <a:pt x="46731" y="13125"/>
                    <a:pt x="50502" y="12607"/>
                  </a:cubicBezTo>
                  <a:cubicBezTo>
                    <a:pt x="51168" y="10722"/>
                    <a:pt x="51612" y="8947"/>
                    <a:pt x="51870" y="7579"/>
                  </a:cubicBezTo>
                  <a:cubicBezTo>
                    <a:pt x="48691" y="7172"/>
                    <a:pt x="45511" y="6211"/>
                    <a:pt x="43626" y="4769"/>
                  </a:cubicBezTo>
                  <a:cubicBezTo>
                    <a:pt x="42923" y="4215"/>
                    <a:pt x="42406" y="3623"/>
                    <a:pt x="42147" y="2921"/>
                  </a:cubicBezTo>
                  <a:cubicBezTo>
                    <a:pt x="41999" y="2588"/>
                    <a:pt x="41925" y="2181"/>
                    <a:pt x="41888" y="1664"/>
                  </a:cubicBezTo>
                  <a:cubicBezTo>
                    <a:pt x="41851" y="1257"/>
                    <a:pt x="41851" y="814"/>
                    <a:pt x="41814" y="333"/>
                  </a:cubicBezTo>
                  <a:cubicBezTo>
                    <a:pt x="40520" y="961"/>
                    <a:pt x="39042" y="1368"/>
                    <a:pt x="37378" y="1405"/>
                  </a:cubicBezTo>
                  <a:lnTo>
                    <a:pt x="36749" y="1405"/>
                  </a:lnTo>
                  <a:cubicBezTo>
                    <a:pt x="32978" y="1405"/>
                    <a:pt x="30723" y="740"/>
                    <a:pt x="29355" y="0"/>
                  </a:cubicBezTo>
                  <a:close/>
                  <a:moveTo>
                    <a:pt x="9391" y="7320"/>
                  </a:moveTo>
                  <a:cubicBezTo>
                    <a:pt x="8393" y="7320"/>
                    <a:pt x="7432" y="7394"/>
                    <a:pt x="6544" y="7653"/>
                  </a:cubicBezTo>
                  <a:cubicBezTo>
                    <a:pt x="5694" y="7875"/>
                    <a:pt x="4955" y="8282"/>
                    <a:pt x="4326" y="8910"/>
                  </a:cubicBezTo>
                  <a:cubicBezTo>
                    <a:pt x="4067" y="9169"/>
                    <a:pt x="3735" y="9871"/>
                    <a:pt x="3439" y="10833"/>
                  </a:cubicBezTo>
                  <a:cubicBezTo>
                    <a:pt x="3143" y="11831"/>
                    <a:pt x="2847" y="13088"/>
                    <a:pt x="2589" y="14567"/>
                  </a:cubicBezTo>
                  <a:cubicBezTo>
                    <a:pt x="2071" y="17524"/>
                    <a:pt x="1664" y="21258"/>
                    <a:pt x="1295" y="25140"/>
                  </a:cubicBezTo>
                  <a:cubicBezTo>
                    <a:pt x="592" y="32904"/>
                    <a:pt x="185" y="41112"/>
                    <a:pt x="38" y="44402"/>
                  </a:cubicBezTo>
                  <a:cubicBezTo>
                    <a:pt x="1" y="44846"/>
                    <a:pt x="1" y="45215"/>
                    <a:pt x="1" y="45437"/>
                  </a:cubicBezTo>
                  <a:lnTo>
                    <a:pt x="11351" y="42701"/>
                  </a:lnTo>
                  <a:cubicBezTo>
                    <a:pt x="11203" y="41592"/>
                    <a:pt x="11129" y="40446"/>
                    <a:pt x="11129" y="39337"/>
                  </a:cubicBezTo>
                  <a:cubicBezTo>
                    <a:pt x="11129" y="36121"/>
                    <a:pt x="11942" y="31795"/>
                    <a:pt x="12829" y="27469"/>
                  </a:cubicBezTo>
                  <a:cubicBezTo>
                    <a:pt x="13717" y="23107"/>
                    <a:pt x="14604" y="18781"/>
                    <a:pt x="14789" y="15676"/>
                  </a:cubicBezTo>
                  <a:cubicBezTo>
                    <a:pt x="14789" y="15195"/>
                    <a:pt x="14789" y="14751"/>
                    <a:pt x="14789" y="14345"/>
                  </a:cubicBezTo>
                  <a:cubicBezTo>
                    <a:pt x="14789" y="11646"/>
                    <a:pt x="14419" y="9317"/>
                    <a:pt x="13975" y="7616"/>
                  </a:cubicBezTo>
                  <a:cubicBezTo>
                    <a:pt x="12423" y="7468"/>
                    <a:pt x="10870" y="7320"/>
                    <a:pt x="9428" y="732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3"/>
            <p:cNvSpPr/>
            <p:nvPr/>
          </p:nvSpPr>
          <p:spPr>
            <a:xfrm>
              <a:off x="2790050" y="2053375"/>
              <a:ext cx="325375" cy="171025"/>
            </a:xfrm>
            <a:custGeom>
              <a:avLst/>
              <a:gdLst/>
              <a:ahLst/>
              <a:cxnLst/>
              <a:rect l="l" t="t" r="r" b="b"/>
              <a:pathLst>
                <a:path w="13015" h="6841" extrusionOk="0">
                  <a:moveTo>
                    <a:pt x="13014" y="0"/>
                  </a:moveTo>
                  <a:cubicBezTo>
                    <a:pt x="11979" y="1147"/>
                    <a:pt x="10907" y="1960"/>
                    <a:pt x="9798" y="2330"/>
                  </a:cubicBezTo>
                  <a:cubicBezTo>
                    <a:pt x="8836" y="2662"/>
                    <a:pt x="7875" y="2847"/>
                    <a:pt x="6914" y="2847"/>
                  </a:cubicBezTo>
                  <a:cubicBezTo>
                    <a:pt x="4474" y="2847"/>
                    <a:pt x="2108" y="1812"/>
                    <a:pt x="0" y="259"/>
                  </a:cubicBezTo>
                  <a:lnTo>
                    <a:pt x="0" y="259"/>
                  </a:lnTo>
                  <a:cubicBezTo>
                    <a:pt x="148" y="2071"/>
                    <a:pt x="259" y="3882"/>
                    <a:pt x="259" y="5361"/>
                  </a:cubicBezTo>
                  <a:lnTo>
                    <a:pt x="259" y="5435"/>
                  </a:lnTo>
                  <a:cubicBezTo>
                    <a:pt x="1627" y="6175"/>
                    <a:pt x="3882" y="6840"/>
                    <a:pt x="7653" y="6840"/>
                  </a:cubicBezTo>
                  <a:lnTo>
                    <a:pt x="8282" y="6840"/>
                  </a:lnTo>
                  <a:cubicBezTo>
                    <a:pt x="9946" y="6803"/>
                    <a:pt x="11424" y="6396"/>
                    <a:pt x="12718" y="5768"/>
                  </a:cubicBezTo>
                  <a:cubicBezTo>
                    <a:pt x="12718" y="5620"/>
                    <a:pt x="12718" y="5509"/>
                    <a:pt x="12718" y="5361"/>
                  </a:cubicBezTo>
                  <a:cubicBezTo>
                    <a:pt x="12718" y="3808"/>
                    <a:pt x="12829" y="1886"/>
                    <a:pt x="13014"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3"/>
            <p:cNvSpPr/>
            <p:nvPr/>
          </p:nvSpPr>
          <p:spPr>
            <a:xfrm>
              <a:off x="3013725" y="2504425"/>
              <a:ext cx="311500" cy="57325"/>
            </a:xfrm>
            <a:custGeom>
              <a:avLst/>
              <a:gdLst/>
              <a:ahLst/>
              <a:cxnLst/>
              <a:rect l="l" t="t" r="r" b="b"/>
              <a:pathLst>
                <a:path w="12460" h="2293" extrusionOk="0">
                  <a:moveTo>
                    <a:pt x="12459" y="0"/>
                  </a:moveTo>
                  <a:cubicBezTo>
                    <a:pt x="8688" y="518"/>
                    <a:pt x="0" y="1775"/>
                    <a:pt x="1257" y="2144"/>
                  </a:cubicBezTo>
                  <a:cubicBezTo>
                    <a:pt x="1553" y="2255"/>
                    <a:pt x="2256" y="2292"/>
                    <a:pt x="3180" y="2292"/>
                  </a:cubicBezTo>
                  <a:cubicBezTo>
                    <a:pt x="5546" y="2292"/>
                    <a:pt x="9317" y="2034"/>
                    <a:pt x="11720" y="1849"/>
                  </a:cubicBezTo>
                  <a:cubicBezTo>
                    <a:pt x="11979" y="1220"/>
                    <a:pt x="12238" y="629"/>
                    <a:pt x="12459"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3"/>
            <p:cNvSpPr/>
            <p:nvPr/>
          </p:nvSpPr>
          <p:spPr>
            <a:xfrm>
              <a:off x="2566375" y="2447125"/>
              <a:ext cx="287475" cy="122025"/>
            </a:xfrm>
            <a:custGeom>
              <a:avLst/>
              <a:gdLst/>
              <a:ahLst/>
              <a:cxnLst/>
              <a:rect l="l" t="t" r="r" b="b"/>
              <a:pathLst>
                <a:path w="11499" h="4881" extrusionOk="0">
                  <a:moveTo>
                    <a:pt x="1" y="0"/>
                  </a:moveTo>
                  <a:lnTo>
                    <a:pt x="1" y="0"/>
                  </a:lnTo>
                  <a:cubicBezTo>
                    <a:pt x="333" y="776"/>
                    <a:pt x="740" y="1590"/>
                    <a:pt x="1184" y="2440"/>
                  </a:cubicBezTo>
                  <a:cubicBezTo>
                    <a:pt x="4400" y="3401"/>
                    <a:pt x="9502" y="4880"/>
                    <a:pt x="10981" y="4880"/>
                  </a:cubicBezTo>
                  <a:cubicBezTo>
                    <a:pt x="11351" y="4880"/>
                    <a:pt x="11498" y="4806"/>
                    <a:pt x="11351" y="4621"/>
                  </a:cubicBezTo>
                  <a:cubicBezTo>
                    <a:pt x="10648" y="3549"/>
                    <a:pt x="3882" y="998"/>
                    <a:pt x="1" y="0"/>
                  </a:cubicBezTo>
                  <a:close/>
                </a:path>
              </a:pathLst>
            </a:custGeom>
            <a:solidFill>
              <a:srgbClr val="47474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3"/>
            <p:cNvSpPr/>
            <p:nvPr/>
          </p:nvSpPr>
          <p:spPr>
            <a:xfrm>
              <a:off x="2046025" y="1858000"/>
              <a:ext cx="1782000" cy="1485125"/>
            </a:xfrm>
            <a:custGeom>
              <a:avLst/>
              <a:gdLst/>
              <a:ahLst/>
              <a:cxnLst/>
              <a:rect l="l" t="t" r="r" b="b"/>
              <a:pathLst>
                <a:path w="71280" h="59405" extrusionOk="0">
                  <a:moveTo>
                    <a:pt x="28963" y="668"/>
                  </a:moveTo>
                  <a:lnTo>
                    <a:pt x="36194" y="1826"/>
                  </a:lnTo>
                  <a:lnTo>
                    <a:pt x="36305" y="1826"/>
                  </a:lnTo>
                  <a:lnTo>
                    <a:pt x="43536" y="668"/>
                  </a:lnTo>
                  <a:lnTo>
                    <a:pt x="43536" y="668"/>
                  </a:lnTo>
                  <a:cubicBezTo>
                    <a:pt x="43316" y="2351"/>
                    <a:pt x="42479" y="9033"/>
                    <a:pt x="42479" y="13176"/>
                  </a:cubicBezTo>
                  <a:cubicBezTo>
                    <a:pt x="42479" y="13842"/>
                    <a:pt x="42516" y="14433"/>
                    <a:pt x="42553" y="14914"/>
                  </a:cubicBezTo>
                  <a:cubicBezTo>
                    <a:pt x="42590" y="15431"/>
                    <a:pt x="42664" y="15838"/>
                    <a:pt x="42812" y="16171"/>
                  </a:cubicBezTo>
                  <a:cubicBezTo>
                    <a:pt x="43071" y="16873"/>
                    <a:pt x="43588" y="17465"/>
                    <a:pt x="44291" y="18019"/>
                  </a:cubicBezTo>
                  <a:cubicBezTo>
                    <a:pt x="46398" y="19609"/>
                    <a:pt x="50058" y="20607"/>
                    <a:pt x="53534" y="20977"/>
                  </a:cubicBezTo>
                  <a:cubicBezTo>
                    <a:pt x="54014" y="21014"/>
                    <a:pt x="54495" y="21014"/>
                    <a:pt x="54975" y="21014"/>
                  </a:cubicBezTo>
                  <a:cubicBezTo>
                    <a:pt x="57289" y="21014"/>
                    <a:pt x="59844" y="20568"/>
                    <a:pt x="62175" y="20568"/>
                  </a:cubicBezTo>
                  <a:cubicBezTo>
                    <a:pt x="62265" y="20568"/>
                    <a:pt x="62354" y="20569"/>
                    <a:pt x="62443" y="20570"/>
                  </a:cubicBezTo>
                  <a:cubicBezTo>
                    <a:pt x="63442" y="20570"/>
                    <a:pt x="64403" y="20644"/>
                    <a:pt x="65253" y="20903"/>
                  </a:cubicBezTo>
                  <a:cubicBezTo>
                    <a:pt x="66141" y="21125"/>
                    <a:pt x="66880" y="21532"/>
                    <a:pt x="67508" y="22160"/>
                  </a:cubicBezTo>
                  <a:cubicBezTo>
                    <a:pt x="68211" y="22826"/>
                    <a:pt x="68839" y="24489"/>
                    <a:pt x="69283" y="26486"/>
                  </a:cubicBezTo>
                  <a:cubicBezTo>
                    <a:pt x="69948" y="29517"/>
                    <a:pt x="70281" y="33436"/>
                    <a:pt x="70466" y="36616"/>
                  </a:cubicBezTo>
                  <a:cubicBezTo>
                    <a:pt x="70577" y="38168"/>
                    <a:pt x="70614" y="39573"/>
                    <a:pt x="70651" y="40572"/>
                  </a:cubicBezTo>
                  <a:cubicBezTo>
                    <a:pt x="70651" y="41168"/>
                    <a:pt x="70651" y="41622"/>
                    <a:pt x="70651" y="41890"/>
                  </a:cubicBezTo>
                  <a:lnTo>
                    <a:pt x="70651" y="41890"/>
                  </a:lnTo>
                  <a:lnTo>
                    <a:pt x="41370" y="48816"/>
                  </a:lnTo>
                  <a:lnTo>
                    <a:pt x="31240" y="51330"/>
                  </a:lnTo>
                  <a:lnTo>
                    <a:pt x="31240" y="51293"/>
                  </a:lnTo>
                  <a:lnTo>
                    <a:pt x="653" y="58703"/>
                  </a:lnTo>
                  <a:lnTo>
                    <a:pt x="653" y="58703"/>
                  </a:lnTo>
                  <a:cubicBezTo>
                    <a:pt x="666" y="58458"/>
                    <a:pt x="685" y="58104"/>
                    <a:pt x="703" y="57652"/>
                  </a:cubicBezTo>
                  <a:cubicBezTo>
                    <a:pt x="850" y="54362"/>
                    <a:pt x="1257" y="46154"/>
                    <a:pt x="1960" y="38390"/>
                  </a:cubicBezTo>
                  <a:cubicBezTo>
                    <a:pt x="2329" y="34508"/>
                    <a:pt x="2736" y="30774"/>
                    <a:pt x="3254" y="27817"/>
                  </a:cubicBezTo>
                  <a:cubicBezTo>
                    <a:pt x="3512" y="26338"/>
                    <a:pt x="3808" y="25081"/>
                    <a:pt x="4104" y="24083"/>
                  </a:cubicBezTo>
                  <a:cubicBezTo>
                    <a:pt x="4400" y="23121"/>
                    <a:pt x="4732" y="22419"/>
                    <a:pt x="4991" y="22160"/>
                  </a:cubicBezTo>
                  <a:cubicBezTo>
                    <a:pt x="5620" y="21532"/>
                    <a:pt x="6359" y="21125"/>
                    <a:pt x="7209" y="20903"/>
                  </a:cubicBezTo>
                  <a:cubicBezTo>
                    <a:pt x="8097" y="20644"/>
                    <a:pt x="9058" y="20570"/>
                    <a:pt x="10056" y="20570"/>
                  </a:cubicBezTo>
                  <a:cubicBezTo>
                    <a:pt x="10145" y="20569"/>
                    <a:pt x="10235" y="20568"/>
                    <a:pt x="10324" y="20568"/>
                  </a:cubicBezTo>
                  <a:cubicBezTo>
                    <a:pt x="12656" y="20568"/>
                    <a:pt x="15210" y="21014"/>
                    <a:pt x="17524" y="21014"/>
                  </a:cubicBezTo>
                  <a:cubicBezTo>
                    <a:pt x="18005" y="21014"/>
                    <a:pt x="18485" y="21014"/>
                    <a:pt x="18966" y="20977"/>
                  </a:cubicBezTo>
                  <a:cubicBezTo>
                    <a:pt x="21295" y="20718"/>
                    <a:pt x="23698" y="20201"/>
                    <a:pt x="25658" y="19424"/>
                  </a:cubicBezTo>
                  <a:cubicBezTo>
                    <a:pt x="26619" y="19018"/>
                    <a:pt x="27506" y="18574"/>
                    <a:pt x="28209" y="18019"/>
                  </a:cubicBezTo>
                  <a:cubicBezTo>
                    <a:pt x="28911" y="17465"/>
                    <a:pt x="29429" y="16873"/>
                    <a:pt x="29688" y="16171"/>
                  </a:cubicBezTo>
                  <a:cubicBezTo>
                    <a:pt x="29835" y="15838"/>
                    <a:pt x="29909" y="15431"/>
                    <a:pt x="29946" y="14914"/>
                  </a:cubicBezTo>
                  <a:cubicBezTo>
                    <a:pt x="29983" y="14433"/>
                    <a:pt x="30020" y="13842"/>
                    <a:pt x="30020" y="13176"/>
                  </a:cubicBezTo>
                  <a:cubicBezTo>
                    <a:pt x="30020" y="9033"/>
                    <a:pt x="29183" y="2351"/>
                    <a:pt x="28963" y="668"/>
                  </a:cubicBezTo>
                  <a:close/>
                  <a:moveTo>
                    <a:pt x="28586" y="0"/>
                  </a:moveTo>
                  <a:cubicBezTo>
                    <a:pt x="28522" y="0"/>
                    <a:pt x="28448" y="34"/>
                    <a:pt x="28394" y="89"/>
                  </a:cubicBezTo>
                  <a:cubicBezTo>
                    <a:pt x="28320" y="163"/>
                    <a:pt x="28283" y="273"/>
                    <a:pt x="28320" y="347"/>
                  </a:cubicBezTo>
                  <a:cubicBezTo>
                    <a:pt x="28320" y="347"/>
                    <a:pt x="28394" y="865"/>
                    <a:pt x="28467" y="1715"/>
                  </a:cubicBezTo>
                  <a:cubicBezTo>
                    <a:pt x="28800" y="4192"/>
                    <a:pt x="29392" y="9664"/>
                    <a:pt x="29392" y="13176"/>
                  </a:cubicBezTo>
                  <a:cubicBezTo>
                    <a:pt x="29392" y="13805"/>
                    <a:pt x="29355" y="14396"/>
                    <a:pt x="29318" y="14877"/>
                  </a:cubicBezTo>
                  <a:cubicBezTo>
                    <a:pt x="29281" y="15321"/>
                    <a:pt x="29207" y="15727"/>
                    <a:pt x="29133" y="15949"/>
                  </a:cubicBezTo>
                  <a:cubicBezTo>
                    <a:pt x="28911" y="16504"/>
                    <a:pt x="28467" y="17058"/>
                    <a:pt x="27839" y="17539"/>
                  </a:cubicBezTo>
                  <a:cubicBezTo>
                    <a:pt x="25917" y="19018"/>
                    <a:pt x="22330" y="20016"/>
                    <a:pt x="18892" y="20349"/>
                  </a:cubicBezTo>
                  <a:cubicBezTo>
                    <a:pt x="18448" y="20386"/>
                    <a:pt x="18005" y="20422"/>
                    <a:pt x="17524" y="20422"/>
                  </a:cubicBezTo>
                  <a:cubicBezTo>
                    <a:pt x="15195" y="20422"/>
                    <a:pt x="12533" y="19942"/>
                    <a:pt x="10056" y="19942"/>
                  </a:cubicBezTo>
                  <a:cubicBezTo>
                    <a:pt x="9021" y="19942"/>
                    <a:pt x="7986" y="20016"/>
                    <a:pt x="7062" y="20275"/>
                  </a:cubicBezTo>
                  <a:cubicBezTo>
                    <a:pt x="6137" y="20570"/>
                    <a:pt x="5250" y="21014"/>
                    <a:pt x="4548" y="21716"/>
                  </a:cubicBezTo>
                  <a:cubicBezTo>
                    <a:pt x="4067" y="22197"/>
                    <a:pt x="3734" y="23121"/>
                    <a:pt x="3364" y="24341"/>
                  </a:cubicBezTo>
                  <a:cubicBezTo>
                    <a:pt x="2181" y="28741"/>
                    <a:pt x="1331" y="37392"/>
                    <a:pt x="813" y="44971"/>
                  </a:cubicBezTo>
                  <a:cubicBezTo>
                    <a:pt x="259" y="52587"/>
                    <a:pt x="37" y="59094"/>
                    <a:pt x="37" y="59094"/>
                  </a:cubicBezTo>
                  <a:cubicBezTo>
                    <a:pt x="0" y="59168"/>
                    <a:pt x="74" y="59279"/>
                    <a:pt x="148" y="59316"/>
                  </a:cubicBezTo>
                  <a:cubicBezTo>
                    <a:pt x="202" y="59370"/>
                    <a:pt x="256" y="59404"/>
                    <a:pt x="325" y="59404"/>
                  </a:cubicBezTo>
                  <a:cubicBezTo>
                    <a:pt x="350" y="59404"/>
                    <a:pt x="377" y="59400"/>
                    <a:pt x="407" y="59390"/>
                  </a:cubicBezTo>
                  <a:lnTo>
                    <a:pt x="31388" y="51922"/>
                  </a:lnTo>
                  <a:lnTo>
                    <a:pt x="41518" y="49408"/>
                  </a:lnTo>
                  <a:lnTo>
                    <a:pt x="71058" y="42457"/>
                  </a:lnTo>
                  <a:cubicBezTo>
                    <a:pt x="71169" y="42420"/>
                    <a:pt x="71279" y="42272"/>
                    <a:pt x="71279" y="42124"/>
                  </a:cubicBezTo>
                  <a:cubicBezTo>
                    <a:pt x="71279" y="42124"/>
                    <a:pt x="71279" y="37873"/>
                    <a:pt x="70836" y="33214"/>
                  </a:cubicBezTo>
                  <a:cubicBezTo>
                    <a:pt x="70651" y="30848"/>
                    <a:pt x="70318" y="28445"/>
                    <a:pt x="69875" y="26375"/>
                  </a:cubicBezTo>
                  <a:cubicBezTo>
                    <a:pt x="69394" y="24304"/>
                    <a:pt x="68802" y="22604"/>
                    <a:pt x="67952" y="21716"/>
                  </a:cubicBezTo>
                  <a:cubicBezTo>
                    <a:pt x="67213" y="21014"/>
                    <a:pt x="66362" y="20570"/>
                    <a:pt x="65438" y="20275"/>
                  </a:cubicBezTo>
                  <a:cubicBezTo>
                    <a:pt x="64514" y="20016"/>
                    <a:pt x="63479" y="19942"/>
                    <a:pt x="62443" y="19942"/>
                  </a:cubicBezTo>
                  <a:cubicBezTo>
                    <a:pt x="59966" y="19942"/>
                    <a:pt x="57305" y="20422"/>
                    <a:pt x="54975" y="20422"/>
                  </a:cubicBezTo>
                  <a:cubicBezTo>
                    <a:pt x="54495" y="20422"/>
                    <a:pt x="54051" y="20386"/>
                    <a:pt x="53607" y="20349"/>
                  </a:cubicBezTo>
                  <a:cubicBezTo>
                    <a:pt x="51315" y="20127"/>
                    <a:pt x="48949" y="19609"/>
                    <a:pt x="47064" y="18833"/>
                  </a:cubicBezTo>
                  <a:cubicBezTo>
                    <a:pt x="46139" y="18463"/>
                    <a:pt x="45289" y="18019"/>
                    <a:pt x="44661" y="17539"/>
                  </a:cubicBezTo>
                  <a:cubicBezTo>
                    <a:pt x="44032" y="17058"/>
                    <a:pt x="43588" y="16504"/>
                    <a:pt x="43367" y="15949"/>
                  </a:cubicBezTo>
                  <a:cubicBezTo>
                    <a:pt x="43293" y="15727"/>
                    <a:pt x="43219" y="15321"/>
                    <a:pt x="43182" y="14877"/>
                  </a:cubicBezTo>
                  <a:cubicBezTo>
                    <a:pt x="43108" y="14396"/>
                    <a:pt x="43108" y="13805"/>
                    <a:pt x="43108" y="13176"/>
                  </a:cubicBezTo>
                  <a:cubicBezTo>
                    <a:pt x="43108" y="10847"/>
                    <a:pt x="43367" y="7631"/>
                    <a:pt x="43662" y="5006"/>
                  </a:cubicBezTo>
                  <a:cubicBezTo>
                    <a:pt x="43773" y="3712"/>
                    <a:pt x="43921" y="2529"/>
                    <a:pt x="44032" y="1715"/>
                  </a:cubicBezTo>
                  <a:cubicBezTo>
                    <a:pt x="44106" y="865"/>
                    <a:pt x="44180" y="347"/>
                    <a:pt x="44180" y="347"/>
                  </a:cubicBezTo>
                  <a:cubicBezTo>
                    <a:pt x="44180" y="273"/>
                    <a:pt x="44180" y="163"/>
                    <a:pt x="44106" y="89"/>
                  </a:cubicBezTo>
                  <a:cubicBezTo>
                    <a:pt x="44052" y="34"/>
                    <a:pt x="43978" y="0"/>
                    <a:pt x="43913" y="0"/>
                  </a:cubicBezTo>
                  <a:cubicBezTo>
                    <a:pt x="43890" y="0"/>
                    <a:pt x="43867" y="5"/>
                    <a:pt x="43847" y="15"/>
                  </a:cubicBezTo>
                  <a:lnTo>
                    <a:pt x="36231" y="1198"/>
                  </a:lnTo>
                  <a:lnTo>
                    <a:pt x="28652" y="15"/>
                  </a:lnTo>
                  <a:cubicBezTo>
                    <a:pt x="28633" y="5"/>
                    <a:pt x="28610" y="0"/>
                    <a:pt x="285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3"/>
            <p:cNvSpPr/>
            <p:nvPr/>
          </p:nvSpPr>
          <p:spPr>
            <a:xfrm>
              <a:off x="2348250" y="2372250"/>
              <a:ext cx="1243150" cy="890100"/>
            </a:xfrm>
            <a:custGeom>
              <a:avLst/>
              <a:gdLst/>
              <a:ahLst/>
              <a:cxnLst/>
              <a:rect l="l" t="t" r="r" b="b"/>
              <a:pathLst>
                <a:path w="49726" h="35604" extrusionOk="0">
                  <a:moveTo>
                    <a:pt x="40816" y="0"/>
                  </a:moveTo>
                  <a:cubicBezTo>
                    <a:pt x="39855" y="4917"/>
                    <a:pt x="36527" y="16711"/>
                    <a:pt x="26398" y="18190"/>
                  </a:cubicBezTo>
                  <a:cubicBezTo>
                    <a:pt x="25854" y="18271"/>
                    <a:pt x="25321" y="18310"/>
                    <a:pt x="24798" y="18310"/>
                  </a:cubicBezTo>
                  <a:cubicBezTo>
                    <a:pt x="15083" y="18310"/>
                    <a:pt x="8995" y="4879"/>
                    <a:pt x="7136" y="37"/>
                  </a:cubicBezTo>
                  <a:cubicBezTo>
                    <a:pt x="7025" y="74"/>
                    <a:pt x="6951" y="74"/>
                    <a:pt x="6840" y="74"/>
                  </a:cubicBezTo>
                  <a:cubicBezTo>
                    <a:pt x="6360" y="131"/>
                    <a:pt x="5864" y="155"/>
                    <a:pt x="5355" y="155"/>
                  </a:cubicBezTo>
                  <a:cubicBezTo>
                    <a:pt x="4533" y="155"/>
                    <a:pt x="3679" y="92"/>
                    <a:pt x="2810" y="0"/>
                  </a:cubicBezTo>
                  <a:lnTo>
                    <a:pt x="2810" y="0"/>
                  </a:lnTo>
                  <a:cubicBezTo>
                    <a:pt x="3328" y="2034"/>
                    <a:pt x="3808" y="4954"/>
                    <a:pt x="3661" y="8356"/>
                  </a:cubicBezTo>
                  <a:cubicBezTo>
                    <a:pt x="3328" y="14715"/>
                    <a:pt x="1" y="25695"/>
                    <a:pt x="1" y="32017"/>
                  </a:cubicBezTo>
                  <a:cubicBezTo>
                    <a:pt x="1" y="33200"/>
                    <a:pt x="111" y="34420"/>
                    <a:pt x="296" y="35603"/>
                  </a:cubicBezTo>
                  <a:lnTo>
                    <a:pt x="49726" y="23514"/>
                  </a:lnTo>
                  <a:cubicBezTo>
                    <a:pt x="49097" y="21443"/>
                    <a:pt x="48321" y="19225"/>
                    <a:pt x="47508" y="16785"/>
                  </a:cubicBezTo>
                  <a:cubicBezTo>
                    <a:pt x="45437" y="10352"/>
                    <a:pt x="45622" y="2958"/>
                    <a:pt x="45807" y="0"/>
                  </a:cubicBezTo>
                  <a:lnTo>
                    <a:pt x="45807" y="0"/>
                  </a:lnTo>
                  <a:cubicBezTo>
                    <a:pt x="44839" y="73"/>
                    <a:pt x="43855" y="146"/>
                    <a:pt x="42917" y="146"/>
                  </a:cubicBezTo>
                  <a:cubicBezTo>
                    <a:pt x="42423" y="146"/>
                    <a:pt x="41941" y="125"/>
                    <a:pt x="41482" y="74"/>
                  </a:cubicBezTo>
                  <a:cubicBezTo>
                    <a:pt x="41260" y="74"/>
                    <a:pt x="41038" y="37"/>
                    <a:pt x="4081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3"/>
            <p:cNvSpPr/>
            <p:nvPr/>
          </p:nvSpPr>
          <p:spPr>
            <a:xfrm>
              <a:off x="2340850" y="2363925"/>
              <a:ext cx="1259800" cy="906425"/>
            </a:xfrm>
            <a:custGeom>
              <a:avLst/>
              <a:gdLst/>
              <a:ahLst/>
              <a:cxnLst/>
              <a:rect l="l" t="t" r="r" b="b"/>
              <a:pathLst>
                <a:path w="50392" h="36257" extrusionOk="0">
                  <a:moveTo>
                    <a:pt x="45792" y="655"/>
                  </a:moveTo>
                  <a:cubicBezTo>
                    <a:pt x="45753" y="1510"/>
                    <a:pt x="45696" y="2635"/>
                    <a:pt x="45696" y="3957"/>
                  </a:cubicBezTo>
                  <a:cubicBezTo>
                    <a:pt x="45696" y="7580"/>
                    <a:pt x="46029" y="12608"/>
                    <a:pt x="47545" y="17192"/>
                  </a:cubicBezTo>
                  <a:cubicBezTo>
                    <a:pt x="48280" y="19539"/>
                    <a:pt x="49016" y="21653"/>
                    <a:pt x="49626" y="23630"/>
                  </a:cubicBezTo>
                  <a:lnTo>
                    <a:pt x="49626" y="23630"/>
                  </a:lnTo>
                  <a:lnTo>
                    <a:pt x="837" y="35562"/>
                  </a:lnTo>
                  <a:lnTo>
                    <a:pt x="837" y="35562"/>
                  </a:lnTo>
                  <a:cubicBezTo>
                    <a:pt x="683" y="34492"/>
                    <a:pt x="592" y="33421"/>
                    <a:pt x="592" y="32350"/>
                  </a:cubicBezTo>
                  <a:cubicBezTo>
                    <a:pt x="592" y="29244"/>
                    <a:pt x="1443" y="24919"/>
                    <a:pt x="2293" y="20593"/>
                  </a:cubicBezTo>
                  <a:cubicBezTo>
                    <a:pt x="3180" y="16268"/>
                    <a:pt x="4104" y="11905"/>
                    <a:pt x="4252" y="8689"/>
                  </a:cubicBezTo>
                  <a:cubicBezTo>
                    <a:pt x="4289" y="8245"/>
                    <a:pt x="4289" y="7801"/>
                    <a:pt x="4289" y="7358"/>
                  </a:cubicBezTo>
                  <a:cubicBezTo>
                    <a:pt x="4289" y="4705"/>
                    <a:pt x="3914" y="2428"/>
                    <a:pt x="3508" y="699"/>
                  </a:cubicBezTo>
                  <a:lnTo>
                    <a:pt x="3508" y="699"/>
                  </a:lnTo>
                  <a:cubicBezTo>
                    <a:pt x="4275" y="751"/>
                    <a:pt x="5016" y="777"/>
                    <a:pt x="5731" y="777"/>
                  </a:cubicBezTo>
                  <a:cubicBezTo>
                    <a:pt x="6249" y="777"/>
                    <a:pt x="6692" y="777"/>
                    <a:pt x="7173" y="740"/>
                  </a:cubicBezTo>
                  <a:cubicBezTo>
                    <a:pt x="7194" y="733"/>
                    <a:pt x="7213" y="728"/>
                    <a:pt x="7232" y="723"/>
                  </a:cubicBezTo>
                  <a:lnTo>
                    <a:pt x="7232" y="723"/>
                  </a:lnTo>
                  <a:cubicBezTo>
                    <a:pt x="8227" y="3215"/>
                    <a:pt x="10190" y="7635"/>
                    <a:pt x="13088" y="11536"/>
                  </a:cubicBezTo>
                  <a:cubicBezTo>
                    <a:pt x="14567" y="13532"/>
                    <a:pt x="16305" y="15380"/>
                    <a:pt x="18338" y="16748"/>
                  </a:cubicBezTo>
                  <a:cubicBezTo>
                    <a:pt x="20335" y="18116"/>
                    <a:pt x="22590" y="18967"/>
                    <a:pt x="25104" y="18967"/>
                  </a:cubicBezTo>
                  <a:cubicBezTo>
                    <a:pt x="25621" y="18967"/>
                    <a:pt x="26176" y="18930"/>
                    <a:pt x="26730" y="18856"/>
                  </a:cubicBezTo>
                  <a:cubicBezTo>
                    <a:pt x="31906" y="18079"/>
                    <a:pt x="35382" y="14678"/>
                    <a:pt x="37600" y="10870"/>
                  </a:cubicBezTo>
                  <a:cubicBezTo>
                    <a:pt x="39773" y="7235"/>
                    <a:pt x="40848" y="3189"/>
                    <a:pt x="41353" y="683"/>
                  </a:cubicBezTo>
                  <a:lnTo>
                    <a:pt x="41353" y="683"/>
                  </a:lnTo>
                  <a:cubicBezTo>
                    <a:pt x="41482" y="697"/>
                    <a:pt x="41611" y="719"/>
                    <a:pt x="41741" y="740"/>
                  </a:cubicBezTo>
                  <a:cubicBezTo>
                    <a:pt x="42221" y="777"/>
                    <a:pt x="42665" y="777"/>
                    <a:pt x="43145" y="777"/>
                  </a:cubicBezTo>
                  <a:cubicBezTo>
                    <a:pt x="44027" y="777"/>
                    <a:pt x="44910" y="719"/>
                    <a:pt x="45792" y="655"/>
                  </a:cubicBezTo>
                  <a:close/>
                  <a:moveTo>
                    <a:pt x="46103" y="1"/>
                  </a:moveTo>
                  <a:cubicBezTo>
                    <a:pt x="45068" y="112"/>
                    <a:pt x="44107" y="185"/>
                    <a:pt x="43145" y="185"/>
                  </a:cubicBezTo>
                  <a:cubicBezTo>
                    <a:pt x="42702" y="185"/>
                    <a:pt x="42258" y="149"/>
                    <a:pt x="41814" y="112"/>
                  </a:cubicBezTo>
                  <a:cubicBezTo>
                    <a:pt x="41593" y="75"/>
                    <a:pt x="41371" y="75"/>
                    <a:pt x="41149" y="38"/>
                  </a:cubicBezTo>
                  <a:cubicBezTo>
                    <a:pt x="41130" y="33"/>
                    <a:pt x="41111" y="31"/>
                    <a:pt x="41092" y="31"/>
                  </a:cubicBezTo>
                  <a:cubicBezTo>
                    <a:pt x="40965" y="31"/>
                    <a:pt x="40848" y="135"/>
                    <a:pt x="40816" y="296"/>
                  </a:cubicBezTo>
                  <a:cubicBezTo>
                    <a:pt x="40336" y="2736"/>
                    <a:pt x="39264" y="6877"/>
                    <a:pt x="37082" y="10574"/>
                  </a:cubicBezTo>
                  <a:cubicBezTo>
                    <a:pt x="34901" y="14271"/>
                    <a:pt x="31611" y="17488"/>
                    <a:pt x="26620" y="18227"/>
                  </a:cubicBezTo>
                  <a:cubicBezTo>
                    <a:pt x="26102" y="18301"/>
                    <a:pt x="25584" y="18338"/>
                    <a:pt x="25104" y="18338"/>
                  </a:cubicBezTo>
                  <a:cubicBezTo>
                    <a:pt x="22738" y="18338"/>
                    <a:pt x="20593" y="17525"/>
                    <a:pt x="18671" y="16231"/>
                  </a:cubicBezTo>
                  <a:cubicBezTo>
                    <a:pt x="15787" y="14271"/>
                    <a:pt x="13384" y="11166"/>
                    <a:pt x="11536" y="8134"/>
                  </a:cubicBezTo>
                  <a:cubicBezTo>
                    <a:pt x="9687" y="5103"/>
                    <a:pt x="8430" y="2071"/>
                    <a:pt x="7728" y="259"/>
                  </a:cubicBezTo>
                  <a:cubicBezTo>
                    <a:pt x="7654" y="149"/>
                    <a:pt x="7543" y="75"/>
                    <a:pt x="7395" y="75"/>
                  </a:cubicBezTo>
                  <a:cubicBezTo>
                    <a:pt x="7284" y="75"/>
                    <a:pt x="7210" y="112"/>
                    <a:pt x="7099" y="112"/>
                  </a:cubicBezTo>
                  <a:cubicBezTo>
                    <a:pt x="6655" y="149"/>
                    <a:pt x="6212" y="185"/>
                    <a:pt x="5731" y="185"/>
                  </a:cubicBezTo>
                  <a:cubicBezTo>
                    <a:pt x="4918" y="185"/>
                    <a:pt x="4031" y="112"/>
                    <a:pt x="3106" y="38"/>
                  </a:cubicBezTo>
                  <a:cubicBezTo>
                    <a:pt x="3032" y="38"/>
                    <a:pt x="2921" y="75"/>
                    <a:pt x="2847" y="149"/>
                  </a:cubicBezTo>
                  <a:cubicBezTo>
                    <a:pt x="2811" y="222"/>
                    <a:pt x="2774" y="333"/>
                    <a:pt x="2811" y="407"/>
                  </a:cubicBezTo>
                  <a:cubicBezTo>
                    <a:pt x="3254" y="2145"/>
                    <a:pt x="3661" y="4548"/>
                    <a:pt x="3661" y="7358"/>
                  </a:cubicBezTo>
                  <a:cubicBezTo>
                    <a:pt x="3661" y="7764"/>
                    <a:pt x="3661" y="8208"/>
                    <a:pt x="3661" y="8689"/>
                  </a:cubicBezTo>
                  <a:cubicBezTo>
                    <a:pt x="3476" y="11794"/>
                    <a:pt x="2589" y="16120"/>
                    <a:pt x="1701" y="20482"/>
                  </a:cubicBezTo>
                  <a:cubicBezTo>
                    <a:pt x="814" y="24808"/>
                    <a:pt x="1" y="29134"/>
                    <a:pt x="1" y="32350"/>
                  </a:cubicBezTo>
                  <a:cubicBezTo>
                    <a:pt x="1" y="33570"/>
                    <a:pt x="112" y="34790"/>
                    <a:pt x="260" y="36010"/>
                  </a:cubicBezTo>
                  <a:cubicBezTo>
                    <a:pt x="297" y="36084"/>
                    <a:pt x="333" y="36158"/>
                    <a:pt x="407" y="36195"/>
                  </a:cubicBezTo>
                  <a:cubicBezTo>
                    <a:pt x="451" y="36238"/>
                    <a:pt x="494" y="36256"/>
                    <a:pt x="545" y="36256"/>
                  </a:cubicBezTo>
                  <a:cubicBezTo>
                    <a:pt x="581" y="36256"/>
                    <a:pt x="620" y="36247"/>
                    <a:pt x="666" y="36232"/>
                  </a:cubicBezTo>
                  <a:lnTo>
                    <a:pt x="50001" y="24166"/>
                  </a:lnTo>
                  <a:lnTo>
                    <a:pt x="50001" y="24166"/>
                  </a:lnTo>
                  <a:cubicBezTo>
                    <a:pt x="50007" y="24166"/>
                    <a:pt x="50012" y="24166"/>
                    <a:pt x="50017" y="24166"/>
                  </a:cubicBezTo>
                  <a:cubicBezTo>
                    <a:pt x="50054" y="24166"/>
                    <a:pt x="50092" y="24159"/>
                    <a:pt x="50133" y="24143"/>
                  </a:cubicBezTo>
                  <a:cubicBezTo>
                    <a:pt x="50281" y="24106"/>
                    <a:pt x="50392" y="23921"/>
                    <a:pt x="50318" y="23773"/>
                  </a:cubicBezTo>
                  <a:lnTo>
                    <a:pt x="50318" y="23773"/>
                  </a:lnTo>
                  <a:cubicBezTo>
                    <a:pt x="50318" y="23773"/>
                    <a:pt x="50318" y="23773"/>
                    <a:pt x="50318" y="23773"/>
                  </a:cubicBezTo>
                  <a:cubicBezTo>
                    <a:pt x="50316" y="23764"/>
                    <a:pt x="50313" y="23755"/>
                    <a:pt x="50310" y="23747"/>
                  </a:cubicBezTo>
                  <a:lnTo>
                    <a:pt x="50310" y="23747"/>
                  </a:lnTo>
                  <a:cubicBezTo>
                    <a:pt x="49683" y="21647"/>
                    <a:pt x="48910" y="19437"/>
                    <a:pt x="48099" y="17007"/>
                  </a:cubicBezTo>
                  <a:cubicBezTo>
                    <a:pt x="46658" y="12534"/>
                    <a:pt x="46325" y="7543"/>
                    <a:pt x="46325" y="3957"/>
                  </a:cubicBezTo>
                  <a:cubicBezTo>
                    <a:pt x="46325" y="2478"/>
                    <a:pt x="46362" y="1221"/>
                    <a:pt x="46436" y="333"/>
                  </a:cubicBezTo>
                  <a:cubicBezTo>
                    <a:pt x="46436" y="259"/>
                    <a:pt x="46399" y="149"/>
                    <a:pt x="46325" y="112"/>
                  </a:cubicBezTo>
                  <a:cubicBezTo>
                    <a:pt x="46288" y="38"/>
                    <a:pt x="46177" y="1"/>
                    <a:pt x="461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3"/>
            <p:cNvSpPr/>
            <p:nvPr/>
          </p:nvSpPr>
          <p:spPr>
            <a:xfrm>
              <a:off x="2357500" y="766675"/>
              <a:ext cx="964950" cy="1349825"/>
            </a:xfrm>
            <a:custGeom>
              <a:avLst/>
              <a:gdLst/>
              <a:ahLst/>
              <a:cxnLst/>
              <a:rect l="l" t="t" r="r" b="b"/>
              <a:pathLst>
                <a:path w="38598" h="53993" extrusionOk="0">
                  <a:moveTo>
                    <a:pt x="19826" y="0"/>
                  </a:moveTo>
                  <a:cubicBezTo>
                    <a:pt x="15796" y="0"/>
                    <a:pt x="11036" y="1781"/>
                    <a:pt x="7949" y="4294"/>
                  </a:cubicBezTo>
                  <a:lnTo>
                    <a:pt x="7912" y="4368"/>
                  </a:lnTo>
                  <a:cubicBezTo>
                    <a:pt x="0" y="10949"/>
                    <a:pt x="851" y="22262"/>
                    <a:pt x="4511" y="30876"/>
                  </a:cubicBezTo>
                  <a:cubicBezTo>
                    <a:pt x="6581" y="35793"/>
                    <a:pt x="8540" y="40451"/>
                    <a:pt x="11424" y="44888"/>
                  </a:cubicBezTo>
                  <a:cubicBezTo>
                    <a:pt x="14525" y="49586"/>
                    <a:pt x="19218" y="53993"/>
                    <a:pt x="24245" y="53993"/>
                  </a:cubicBezTo>
                  <a:cubicBezTo>
                    <a:pt x="25151" y="53993"/>
                    <a:pt x="26068" y="53849"/>
                    <a:pt x="26989" y="53539"/>
                  </a:cubicBezTo>
                  <a:cubicBezTo>
                    <a:pt x="33052" y="51468"/>
                    <a:pt x="38598" y="35423"/>
                    <a:pt x="38450" y="23334"/>
                  </a:cubicBezTo>
                  <a:cubicBezTo>
                    <a:pt x="38339" y="16383"/>
                    <a:pt x="35677" y="8730"/>
                    <a:pt x="30390" y="3961"/>
                  </a:cubicBezTo>
                  <a:cubicBezTo>
                    <a:pt x="27617" y="1410"/>
                    <a:pt x="23957" y="79"/>
                    <a:pt x="20186" y="5"/>
                  </a:cubicBezTo>
                  <a:cubicBezTo>
                    <a:pt x="20067" y="2"/>
                    <a:pt x="19947" y="0"/>
                    <a:pt x="1982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3"/>
            <p:cNvSpPr/>
            <p:nvPr/>
          </p:nvSpPr>
          <p:spPr>
            <a:xfrm>
              <a:off x="2466550" y="1083825"/>
              <a:ext cx="843875" cy="1025025"/>
            </a:xfrm>
            <a:custGeom>
              <a:avLst/>
              <a:gdLst/>
              <a:ahLst/>
              <a:cxnLst/>
              <a:rect l="l" t="t" r="r" b="b"/>
              <a:pathLst>
                <a:path w="33755" h="41001" extrusionOk="0">
                  <a:moveTo>
                    <a:pt x="21887" y="28579"/>
                  </a:moveTo>
                  <a:cubicBezTo>
                    <a:pt x="22886" y="28579"/>
                    <a:pt x="24327" y="28911"/>
                    <a:pt x="25067" y="29096"/>
                  </a:cubicBezTo>
                  <a:cubicBezTo>
                    <a:pt x="25178" y="29059"/>
                    <a:pt x="25289" y="29022"/>
                    <a:pt x="25326" y="28985"/>
                  </a:cubicBezTo>
                  <a:lnTo>
                    <a:pt x="25363" y="28948"/>
                  </a:lnTo>
                  <a:cubicBezTo>
                    <a:pt x="25400" y="28948"/>
                    <a:pt x="25437" y="28911"/>
                    <a:pt x="25510" y="28911"/>
                  </a:cubicBezTo>
                  <a:cubicBezTo>
                    <a:pt x="25547" y="28911"/>
                    <a:pt x="25621" y="28948"/>
                    <a:pt x="25695" y="28985"/>
                  </a:cubicBezTo>
                  <a:cubicBezTo>
                    <a:pt x="25769" y="29059"/>
                    <a:pt x="25843" y="29170"/>
                    <a:pt x="25806" y="29318"/>
                  </a:cubicBezTo>
                  <a:cubicBezTo>
                    <a:pt x="25806" y="29318"/>
                    <a:pt x="25547" y="30427"/>
                    <a:pt x="24845" y="31684"/>
                  </a:cubicBezTo>
                  <a:cubicBezTo>
                    <a:pt x="24106" y="32978"/>
                    <a:pt x="22923" y="34420"/>
                    <a:pt x="21000" y="35085"/>
                  </a:cubicBezTo>
                  <a:cubicBezTo>
                    <a:pt x="20556" y="35233"/>
                    <a:pt x="20150" y="35307"/>
                    <a:pt x="19706" y="35307"/>
                  </a:cubicBezTo>
                  <a:cubicBezTo>
                    <a:pt x="18005" y="35307"/>
                    <a:pt x="16490" y="34198"/>
                    <a:pt x="15417" y="33126"/>
                  </a:cubicBezTo>
                  <a:cubicBezTo>
                    <a:pt x="14308" y="32054"/>
                    <a:pt x="13643" y="31019"/>
                    <a:pt x="13643" y="30982"/>
                  </a:cubicBezTo>
                  <a:cubicBezTo>
                    <a:pt x="13569" y="30871"/>
                    <a:pt x="13569" y="30760"/>
                    <a:pt x="13643" y="30649"/>
                  </a:cubicBezTo>
                  <a:cubicBezTo>
                    <a:pt x="13680" y="30575"/>
                    <a:pt x="13791" y="30501"/>
                    <a:pt x="13902" y="30501"/>
                  </a:cubicBezTo>
                  <a:cubicBezTo>
                    <a:pt x="13902" y="30501"/>
                    <a:pt x="13939" y="30501"/>
                    <a:pt x="13939" y="30538"/>
                  </a:cubicBezTo>
                  <a:lnTo>
                    <a:pt x="14160" y="30538"/>
                  </a:lnTo>
                  <a:cubicBezTo>
                    <a:pt x="14641" y="30057"/>
                    <a:pt x="15750" y="29059"/>
                    <a:pt x="16601" y="29059"/>
                  </a:cubicBezTo>
                  <a:cubicBezTo>
                    <a:pt x="17710" y="29059"/>
                    <a:pt x="19447" y="29873"/>
                    <a:pt x="19447" y="29873"/>
                  </a:cubicBezTo>
                  <a:cubicBezTo>
                    <a:pt x="19447" y="29873"/>
                    <a:pt x="20261" y="28763"/>
                    <a:pt x="21518" y="28616"/>
                  </a:cubicBezTo>
                  <a:cubicBezTo>
                    <a:pt x="21629" y="28579"/>
                    <a:pt x="21776" y="28579"/>
                    <a:pt x="21887" y="28579"/>
                  </a:cubicBezTo>
                  <a:close/>
                  <a:moveTo>
                    <a:pt x="16896" y="0"/>
                  </a:moveTo>
                  <a:cubicBezTo>
                    <a:pt x="13754" y="0"/>
                    <a:pt x="10242" y="1072"/>
                    <a:pt x="6729" y="3956"/>
                  </a:cubicBezTo>
                  <a:cubicBezTo>
                    <a:pt x="2071" y="7838"/>
                    <a:pt x="518" y="13901"/>
                    <a:pt x="1" y="17044"/>
                  </a:cubicBezTo>
                  <a:cubicBezTo>
                    <a:pt x="149" y="17376"/>
                    <a:pt x="260" y="17746"/>
                    <a:pt x="407" y="18079"/>
                  </a:cubicBezTo>
                  <a:cubicBezTo>
                    <a:pt x="2478" y="22959"/>
                    <a:pt x="4437" y="27654"/>
                    <a:pt x="7321" y="32017"/>
                  </a:cubicBezTo>
                  <a:cubicBezTo>
                    <a:pt x="8874" y="34346"/>
                    <a:pt x="10796" y="36601"/>
                    <a:pt x="12940" y="38265"/>
                  </a:cubicBezTo>
                  <a:cubicBezTo>
                    <a:pt x="15085" y="39929"/>
                    <a:pt x="17451" y="41001"/>
                    <a:pt x="19854" y="41001"/>
                  </a:cubicBezTo>
                  <a:cubicBezTo>
                    <a:pt x="20741" y="41001"/>
                    <a:pt x="21629" y="40853"/>
                    <a:pt x="22553" y="40557"/>
                  </a:cubicBezTo>
                  <a:cubicBezTo>
                    <a:pt x="23921" y="40076"/>
                    <a:pt x="25363" y="38782"/>
                    <a:pt x="26694" y="36860"/>
                  </a:cubicBezTo>
                  <a:cubicBezTo>
                    <a:pt x="28024" y="34938"/>
                    <a:pt x="29244" y="32424"/>
                    <a:pt x="30317" y="29614"/>
                  </a:cubicBezTo>
                  <a:cubicBezTo>
                    <a:pt x="32239" y="24401"/>
                    <a:pt x="33570" y="18116"/>
                    <a:pt x="33755" y="12496"/>
                  </a:cubicBezTo>
                  <a:cubicBezTo>
                    <a:pt x="31648" y="7283"/>
                    <a:pt x="27692" y="3771"/>
                    <a:pt x="24216" y="1886"/>
                  </a:cubicBezTo>
                  <a:cubicBezTo>
                    <a:pt x="22146" y="777"/>
                    <a:pt x="19669" y="0"/>
                    <a:pt x="16896" y="0"/>
                  </a:cubicBezTo>
                  <a:close/>
                </a:path>
              </a:pathLst>
            </a:custGeom>
            <a:solidFill>
              <a:srgbClr val="70707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3"/>
            <p:cNvSpPr/>
            <p:nvPr/>
          </p:nvSpPr>
          <p:spPr>
            <a:xfrm>
              <a:off x="2395400" y="758475"/>
              <a:ext cx="930750" cy="1366100"/>
            </a:xfrm>
            <a:custGeom>
              <a:avLst/>
              <a:gdLst/>
              <a:ahLst/>
              <a:cxnLst/>
              <a:rect l="l" t="t" r="r" b="b"/>
              <a:pathLst>
                <a:path w="37230" h="54644" extrusionOk="0">
                  <a:moveTo>
                    <a:pt x="18670" y="629"/>
                  </a:moveTo>
                  <a:cubicBezTo>
                    <a:pt x="22367" y="703"/>
                    <a:pt x="25953" y="2034"/>
                    <a:pt x="28689" y="4511"/>
                  </a:cubicBezTo>
                  <a:cubicBezTo>
                    <a:pt x="33865" y="9206"/>
                    <a:pt x="36527" y="16785"/>
                    <a:pt x="36601" y="23662"/>
                  </a:cubicBezTo>
                  <a:cubicBezTo>
                    <a:pt x="36638" y="23810"/>
                    <a:pt x="36638" y="23995"/>
                    <a:pt x="36638" y="24179"/>
                  </a:cubicBezTo>
                  <a:cubicBezTo>
                    <a:pt x="36638" y="30132"/>
                    <a:pt x="35270" y="37008"/>
                    <a:pt x="33163" y="42628"/>
                  </a:cubicBezTo>
                  <a:cubicBezTo>
                    <a:pt x="32090" y="45438"/>
                    <a:pt x="30870" y="47952"/>
                    <a:pt x="29540" y="49874"/>
                  </a:cubicBezTo>
                  <a:cubicBezTo>
                    <a:pt x="28209" y="51796"/>
                    <a:pt x="26767" y="53090"/>
                    <a:pt x="25399" y="53571"/>
                  </a:cubicBezTo>
                  <a:cubicBezTo>
                    <a:pt x="24475" y="53867"/>
                    <a:pt x="23587" y="54015"/>
                    <a:pt x="22700" y="54015"/>
                  </a:cubicBezTo>
                  <a:cubicBezTo>
                    <a:pt x="20297" y="54015"/>
                    <a:pt x="17931" y="52943"/>
                    <a:pt x="15786" y="51279"/>
                  </a:cubicBezTo>
                  <a:cubicBezTo>
                    <a:pt x="13642" y="49615"/>
                    <a:pt x="11720" y="47360"/>
                    <a:pt x="10167" y="45031"/>
                  </a:cubicBezTo>
                  <a:cubicBezTo>
                    <a:pt x="7283" y="40668"/>
                    <a:pt x="5324" y="35973"/>
                    <a:pt x="3253" y="31093"/>
                  </a:cubicBezTo>
                  <a:cubicBezTo>
                    <a:pt x="1664" y="27285"/>
                    <a:pt x="592" y="229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3107"/>
                    <a:pt x="1072" y="27470"/>
                    <a:pt x="2699" y="31352"/>
                  </a:cubicBezTo>
                  <a:cubicBezTo>
                    <a:pt x="4769" y="36232"/>
                    <a:pt x="6729" y="40927"/>
                    <a:pt x="9649" y="45401"/>
                  </a:cubicBezTo>
                  <a:cubicBezTo>
                    <a:pt x="11239" y="47767"/>
                    <a:pt x="13199" y="50059"/>
                    <a:pt x="15417" y="51760"/>
                  </a:cubicBezTo>
                  <a:cubicBezTo>
                    <a:pt x="17598" y="53497"/>
                    <a:pt x="20112" y="54643"/>
                    <a:pt x="22700" y="54643"/>
                  </a:cubicBezTo>
                  <a:cubicBezTo>
                    <a:pt x="23661" y="54643"/>
                    <a:pt x="24622" y="54458"/>
                    <a:pt x="25584" y="54126"/>
                  </a:cubicBezTo>
                  <a:cubicBezTo>
                    <a:pt x="27173" y="53608"/>
                    <a:pt x="28652" y="52203"/>
                    <a:pt x="30020" y="50207"/>
                  </a:cubicBezTo>
                  <a:cubicBezTo>
                    <a:pt x="34161" y="44328"/>
                    <a:pt x="37229" y="33237"/>
                    <a:pt x="37229" y="24179"/>
                  </a:cubicBezTo>
                  <a:cubicBezTo>
                    <a:pt x="37229" y="23995"/>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3"/>
            <p:cNvSpPr/>
            <p:nvPr/>
          </p:nvSpPr>
          <p:spPr>
            <a:xfrm>
              <a:off x="2828875" y="1628375"/>
              <a:ext cx="212600" cy="129250"/>
            </a:xfrm>
            <a:custGeom>
              <a:avLst/>
              <a:gdLst/>
              <a:ahLst/>
              <a:cxnLst/>
              <a:rect l="l" t="t" r="r" b="b"/>
              <a:pathLst>
                <a:path w="8504" h="5170" extrusionOk="0">
                  <a:moveTo>
                    <a:pt x="6880" y="1"/>
                  </a:moveTo>
                  <a:cubicBezTo>
                    <a:pt x="6784" y="1"/>
                    <a:pt x="6682" y="40"/>
                    <a:pt x="6618" y="105"/>
                  </a:cubicBezTo>
                  <a:cubicBezTo>
                    <a:pt x="6544" y="253"/>
                    <a:pt x="6544" y="438"/>
                    <a:pt x="6692" y="549"/>
                  </a:cubicBezTo>
                  <a:cubicBezTo>
                    <a:pt x="6766" y="585"/>
                    <a:pt x="7062" y="881"/>
                    <a:pt x="7357" y="1251"/>
                  </a:cubicBezTo>
                  <a:cubicBezTo>
                    <a:pt x="7616" y="1621"/>
                    <a:pt x="7875" y="2138"/>
                    <a:pt x="7875" y="2619"/>
                  </a:cubicBezTo>
                  <a:cubicBezTo>
                    <a:pt x="7875" y="2730"/>
                    <a:pt x="7875" y="2841"/>
                    <a:pt x="7838" y="2952"/>
                  </a:cubicBezTo>
                  <a:cubicBezTo>
                    <a:pt x="7764" y="3284"/>
                    <a:pt x="7653" y="3469"/>
                    <a:pt x="7579" y="3543"/>
                  </a:cubicBezTo>
                  <a:cubicBezTo>
                    <a:pt x="7468" y="3617"/>
                    <a:pt x="7431" y="3617"/>
                    <a:pt x="7357" y="3617"/>
                  </a:cubicBezTo>
                  <a:cubicBezTo>
                    <a:pt x="7283" y="3617"/>
                    <a:pt x="7173" y="3617"/>
                    <a:pt x="7136" y="3580"/>
                  </a:cubicBezTo>
                  <a:lnTo>
                    <a:pt x="7062" y="3543"/>
                  </a:lnTo>
                  <a:cubicBezTo>
                    <a:pt x="7009" y="3517"/>
                    <a:pt x="6939" y="3491"/>
                    <a:pt x="6875" y="3491"/>
                  </a:cubicBezTo>
                  <a:cubicBezTo>
                    <a:pt x="6849" y="3491"/>
                    <a:pt x="6824" y="3495"/>
                    <a:pt x="6803" y="3506"/>
                  </a:cubicBezTo>
                  <a:cubicBezTo>
                    <a:pt x="6692" y="3506"/>
                    <a:pt x="6655" y="3580"/>
                    <a:pt x="6581" y="3654"/>
                  </a:cubicBezTo>
                  <a:cubicBezTo>
                    <a:pt x="6544" y="3728"/>
                    <a:pt x="6248" y="4172"/>
                    <a:pt x="5065" y="4467"/>
                  </a:cubicBezTo>
                  <a:cubicBezTo>
                    <a:pt x="4732" y="4541"/>
                    <a:pt x="4400" y="4541"/>
                    <a:pt x="4067" y="4541"/>
                  </a:cubicBezTo>
                  <a:cubicBezTo>
                    <a:pt x="3586" y="4541"/>
                    <a:pt x="3180" y="4504"/>
                    <a:pt x="2847" y="4430"/>
                  </a:cubicBezTo>
                  <a:cubicBezTo>
                    <a:pt x="2699" y="4393"/>
                    <a:pt x="2588" y="4357"/>
                    <a:pt x="2477" y="4320"/>
                  </a:cubicBezTo>
                  <a:lnTo>
                    <a:pt x="2403" y="4320"/>
                  </a:lnTo>
                  <a:lnTo>
                    <a:pt x="2366" y="4283"/>
                  </a:lnTo>
                  <a:cubicBezTo>
                    <a:pt x="2292" y="4283"/>
                    <a:pt x="2218" y="4283"/>
                    <a:pt x="2145" y="4320"/>
                  </a:cubicBezTo>
                  <a:cubicBezTo>
                    <a:pt x="2145" y="4320"/>
                    <a:pt x="1886" y="4393"/>
                    <a:pt x="1627" y="4393"/>
                  </a:cubicBezTo>
                  <a:cubicBezTo>
                    <a:pt x="1479" y="4393"/>
                    <a:pt x="1331" y="4393"/>
                    <a:pt x="1183" y="4320"/>
                  </a:cubicBezTo>
                  <a:cubicBezTo>
                    <a:pt x="1035" y="4246"/>
                    <a:pt x="888" y="4135"/>
                    <a:pt x="777" y="3950"/>
                  </a:cubicBezTo>
                  <a:cubicBezTo>
                    <a:pt x="666" y="3802"/>
                    <a:pt x="629" y="3617"/>
                    <a:pt x="629" y="3358"/>
                  </a:cubicBezTo>
                  <a:cubicBezTo>
                    <a:pt x="629" y="2952"/>
                    <a:pt x="777" y="2471"/>
                    <a:pt x="924" y="2064"/>
                  </a:cubicBezTo>
                  <a:cubicBezTo>
                    <a:pt x="1035" y="1879"/>
                    <a:pt x="1109" y="1695"/>
                    <a:pt x="1146" y="1584"/>
                  </a:cubicBezTo>
                  <a:cubicBezTo>
                    <a:pt x="1183" y="1547"/>
                    <a:pt x="1220" y="1473"/>
                    <a:pt x="1220" y="1473"/>
                  </a:cubicBezTo>
                  <a:lnTo>
                    <a:pt x="1257" y="1399"/>
                  </a:lnTo>
                  <a:cubicBezTo>
                    <a:pt x="1331" y="1251"/>
                    <a:pt x="1294" y="1066"/>
                    <a:pt x="1146" y="992"/>
                  </a:cubicBezTo>
                  <a:cubicBezTo>
                    <a:pt x="1097" y="968"/>
                    <a:pt x="1044" y="955"/>
                    <a:pt x="992" y="955"/>
                  </a:cubicBezTo>
                  <a:cubicBezTo>
                    <a:pt x="888" y="955"/>
                    <a:pt x="789" y="1004"/>
                    <a:pt x="740" y="1103"/>
                  </a:cubicBezTo>
                  <a:cubicBezTo>
                    <a:pt x="703" y="1103"/>
                    <a:pt x="555" y="1399"/>
                    <a:pt x="370" y="1842"/>
                  </a:cubicBezTo>
                  <a:cubicBezTo>
                    <a:pt x="185" y="2249"/>
                    <a:pt x="0" y="2804"/>
                    <a:pt x="0" y="3358"/>
                  </a:cubicBezTo>
                  <a:cubicBezTo>
                    <a:pt x="0" y="3691"/>
                    <a:pt x="74" y="4024"/>
                    <a:pt x="259" y="4283"/>
                  </a:cubicBezTo>
                  <a:cubicBezTo>
                    <a:pt x="444" y="4578"/>
                    <a:pt x="666" y="4763"/>
                    <a:pt x="924" y="4874"/>
                  </a:cubicBezTo>
                  <a:cubicBezTo>
                    <a:pt x="1183" y="4985"/>
                    <a:pt x="1405" y="5022"/>
                    <a:pt x="1627" y="5022"/>
                  </a:cubicBezTo>
                  <a:cubicBezTo>
                    <a:pt x="1934" y="5022"/>
                    <a:pt x="2171" y="4951"/>
                    <a:pt x="2287" y="4907"/>
                  </a:cubicBezTo>
                  <a:lnTo>
                    <a:pt x="2287" y="4907"/>
                  </a:lnTo>
                  <a:cubicBezTo>
                    <a:pt x="2545" y="4985"/>
                    <a:pt x="3248" y="5170"/>
                    <a:pt x="4067" y="5170"/>
                  </a:cubicBezTo>
                  <a:cubicBezTo>
                    <a:pt x="4437" y="5170"/>
                    <a:pt x="4806" y="5133"/>
                    <a:pt x="5176" y="5059"/>
                  </a:cubicBezTo>
                  <a:cubicBezTo>
                    <a:pt x="6212" y="4832"/>
                    <a:pt x="6730" y="4432"/>
                    <a:pt x="6966" y="4178"/>
                  </a:cubicBezTo>
                  <a:lnTo>
                    <a:pt x="6966" y="4178"/>
                  </a:lnTo>
                  <a:cubicBezTo>
                    <a:pt x="7072" y="4214"/>
                    <a:pt x="7205" y="4246"/>
                    <a:pt x="7357" y="4246"/>
                  </a:cubicBezTo>
                  <a:cubicBezTo>
                    <a:pt x="7542" y="4246"/>
                    <a:pt x="7801" y="4172"/>
                    <a:pt x="7986" y="3987"/>
                  </a:cubicBezTo>
                  <a:cubicBezTo>
                    <a:pt x="8208" y="3765"/>
                    <a:pt x="8356" y="3469"/>
                    <a:pt x="8430" y="3063"/>
                  </a:cubicBezTo>
                  <a:cubicBezTo>
                    <a:pt x="8466" y="2915"/>
                    <a:pt x="8503" y="2767"/>
                    <a:pt x="8503" y="2619"/>
                  </a:cubicBezTo>
                  <a:cubicBezTo>
                    <a:pt x="8503" y="1879"/>
                    <a:pt x="8134" y="1251"/>
                    <a:pt x="7764" y="807"/>
                  </a:cubicBezTo>
                  <a:cubicBezTo>
                    <a:pt x="7431" y="327"/>
                    <a:pt x="7062" y="68"/>
                    <a:pt x="7062" y="68"/>
                  </a:cubicBezTo>
                  <a:cubicBezTo>
                    <a:pt x="7015" y="21"/>
                    <a:pt x="6949" y="1"/>
                    <a:pt x="6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3"/>
            <p:cNvSpPr/>
            <p:nvPr/>
          </p:nvSpPr>
          <p:spPr>
            <a:xfrm>
              <a:off x="2814075" y="1814925"/>
              <a:ext cx="290250" cy="143775"/>
            </a:xfrm>
            <a:custGeom>
              <a:avLst/>
              <a:gdLst/>
              <a:ahLst/>
              <a:cxnLst/>
              <a:rect l="l" t="t" r="r" b="b"/>
              <a:pathLst>
                <a:path w="11610" h="5751" extrusionOk="0">
                  <a:moveTo>
                    <a:pt x="11609" y="0"/>
                  </a:moveTo>
                  <a:cubicBezTo>
                    <a:pt x="11609" y="0"/>
                    <a:pt x="8200" y="1857"/>
                    <a:pt x="3239" y="1857"/>
                  </a:cubicBezTo>
                  <a:cubicBezTo>
                    <a:pt x="2220" y="1857"/>
                    <a:pt x="1135" y="1779"/>
                    <a:pt x="1" y="1590"/>
                  </a:cubicBezTo>
                  <a:lnTo>
                    <a:pt x="1" y="1590"/>
                  </a:lnTo>
                  <a:cubicBezTo>
                    <a:pt x="1" y="1590"/>
                    <a:pt x="2638" y="5751"/>
                    <a:pt x="5799" y="5751"/>
                  </a:cubicBezTo>
                  <a:cubicBezTo>
                    <a:pt x="6189" y="5751"/>
                    <a:pt x="6587" y="5688"/>
                    <a:pt x="6988" y="5546"/>
                  </a:cubicBezTo>
                  <a:cubicBezTo>
                    <a:pt x="10648" y="4289"/>
                    <a:pt x="11609" y="0"/>
                    <a:pt x="1160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3"/>
            <p:cNvSpPr/>
            <p:nvPr/>
          </p:nvSpPr>
          <p:spPr>
            <a:xfrm>
              <a:off x="2830725" y="1828775"/>
              <a:ext cx="260650" cy="122025"/>
            </a:xfrm>
            <a:custGeom>
              <a:avLst/>
              <a:gdLst/>
              <a:ahLst/>
              <a:cxnLst/>
              <a:rect l="l" t="t" r="r" b="b"/>
              <a:pathLst>
                <a:path w="10426" h="4881" extrusionOk="0">
                  <a:moveTo>
                    <a:pt x="10426" y="1"/>
                  </a:moveTo>
                  <a:lnTo>
                    <a:pt x="10426" y="1"/>
                  </a:lnTo>
                  <a:cubicBezTo>
                    <a:pt x="9206" y="555"/>
                    <a:pt x="6359" y="1590"/>
                    <a:pt x="2588" y="1590"/>
                  </a:cubicBezTo>
                  <a:cubicBezTo>
                    <a:pt x="1775" y="1590"/>
                    <a:pt x="887" y="1553"/>
                    <a:pt x="0" y="1442"/>
                  </a:cubicBezTo>
                  <a:lnTo>
                    <a:pt x="0" y="1442"/>
                  </a:lnTo>
                  <a:cubicBezTo>
                    <a:pt x="0" y="1442"/>
                    <a:pt x="37" y="1479"/>
                    <a:pt x="37" y="1479"/>
                  </a:cubicBezTo>
                  <a:cubicBezTo>
                    <a:pt x="333" y="1886"/>
                    <a:pt x="740" y="2367"/>
                    <a:pt x="1257" y="2884"/>
                  </a:cubicBezTo>
                  <a:cubicBezTo>
                    <a:pt x="2292" y="3919"/>
                    <a:pt x="3697" y="4881"/>
                    <a:pt x="5139" y="4881"/>
                  </a:cubicBezTo>
                  <a:cubicBezTo>
                    <a:pt x="5509" y="4881"/>
                    <a:pt x="5842" y="4844"/>
                    <a:pt x="6211" y="4696"/>
                  </a:cubicBezTo>
                  <a:cubicBezTo>
                    <a:pt x="7838" y="4141"/>
                    <a:pt x="8910" y="2958"/>
                    <a:pt x="9613" y="1812"/>
                  </a:cubicBezTo>
                  <a:cubicBezTo>
                    <a:pt x="10019" y="1147"/>
                    <a:pt x="10278" y="481"/>
                    <a:pt x="1042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3"/>
            <p:cNvSpPr/>
            <p:nvPr/>
          </p:nvSpPr>
          <p:spPr>
            <a:xfrm>
              <a:off x="2805750" y="1806900"/>
              <a:ext cx="306900" cy="159625"/>
            </a:xfrm>
            <a:custGeom>
              <a:avLst/>
              <a:gdLst/>
              <a:ahLst/>
              <a:cxnLst/>
              <a:rect l="l" t="t" r="r" b="b"/>
              <a:pathLst>
                <a:path w="12276" h="6385" extrusionOk="0">
                  <a:moveTo>
                    <a:pt x="11443" y="879"/>
                  </a:moveTo>
                  <a:cubicBezTo>
                    <a:pt x="11288" y="1343"/>
                    <a:pt x="11019" y="2008"/>
                    <a:pt x="10612" y="2687"/>
                  </a:cubicBezTo>
                  <a:cubicBezTo>
                    <a:pt x="9909" y="3833"/>
                    <a:pt x="8837" y="5016"/>
                    <a:pt x="7210" y="5571"/>
                  </a:cubicBezTo>
                  <a:cubicBezTo>
                    <a:pt x="6841" y="5719"/>
                    <a:pt x="6508" y="5756"/>
                    <a:pt x="6138" y="5756"/>
                  </a:cubicBezTo>
                  <a:cubicBezTo>
                    <a:pt x="4696" y="5756"/>
                    <a:pt x="3291" y="4794"/>
                    <a:pt x="2256" y="3759"/>
                  </a:cubicBezTo>
                  <a:cubicBezTo>
                    <a:pt x="1739" y="3242"/>
                    <a:pt x="1332" y="2761"/>
                    <a:pt x="1036" y="2354"/>
                  </a:cubicBezTo>
                  <a:cubicBezTo>
                    <a:pt x="1024" y="2339"/>
                    <a:pt x="1012" y="2324"/>
                    <a:pt x="1000" y="2309"/>
                  </a:cubicBezTo>
                  <a:lnTo>
                    <a:pt x="1000" y="2309"/>
                  </a:lnTo>
                  <a:cubicBezTo>
                    <a:pt x="1908" y="2419"/>
                    <a:pt x="2771" y="2465"/>
                    <a:pt x="3587" y="2465"/>
                  </a:cubicBezTo>
                  <a:cubicBezTo>
                    <a:pt x="7348" y="2465"/>
                    <a:pt x="10219" y="1410"/>
                    <a:pt x="11443" y="879"/>
                  </a:cubicBezTo>
                  <a:close/>
                  <a:moveTo>
                    <a:pt x="11932" y="1"/>
                  </a:moveTo>
                  <a:cubicBezTo>
                    <a:pt x="11886" y="1"/>
                    <a:pt x="11841" y="10"/>
                    <a:pt x="11795" y="25"/>
                  </a:cubicBezTo>
                  <a:lnTo>
                    <a:pt x="11758" y="62"/>
                  </a:lnTo>
                  <a:cubicBezTo>
                    <a:pt x="11388" y="247"/>
                    <a:pt x="8171" y="1874"/>
                    <a:pt x="3587" y="1874"/>
                  </a:cubicBezTo>
                  <a:cubicBezTo>
                    <a:pt x="2589" y="1874"/>
                    <a:pt x="1517" y="1800"/>
                    <a:pt x="371" y="1615"/>
                  </a:cubicBezTo>
                  <a:cubicBezTo>
                    <a:pt x="343" y="1606"/>
                    <a:pt x="315" y="1601"/>
                    <a:pt x="288" y="1601"/>
                  </a:cubicBezTo>
                  <a:cubicBezTo>
                    <a:pt x="207" y="1601"/>
                    <a:pt x="130" y="1643"/>
                    <a:pt x="75" y="1726"/>
                  </a:cubicBezTo>
                  <a:cubicBezTo>
                    <a:pt x="1" y="1837"/>
                    <a:pt x="1" y="1948"/>
                    <a:pt x="75" y="2059"/>
                  </a:cubicBezTo>
                  <a:cubicBezTo>
                    <a:pt x="75" y="2096"/>
                    <a:pt x="740" y="3131"/>
                    <a:pt x="1849" y="4203"/>
                  </a:cubicBezTo>
                  <a:cubicBezTo>
                    <a:pt x="2922" y="5275"/>
                    <a:pt x="4437" y="6384"/>
                    <a:pt x="6138" y="6384"/>
                  </a:cubicBezTo>
                  <a:cubicBezTo>
                    <a:pt x="6582" y="6384"/>
                    <a:pt x="6988" y="6310"/>
                    <a:pt x="7432" y="6162"/>
                  </a:cubicBezTo>
                  <a:cubicBezTo>
                    <a:pt x="9355" y="5497"/>
                    <a:pt x="10538" y="4055"/>
                    <a:pt x="11277" y="2761"/>
                  </a:cubicBezTo>
                  <a:cubicBezTo>
                    <a:pt x="11979" y="1504"/>
                    <a:pt x="12238" y="395"/>
                    <a:pt x="12238" y="395"/>
                  </a:cubicBezTo>
                  <a:cubicBezTo>
                    <a:pt x="12275" y="247"/>
                    <a:pt x="12201" y="136"/>
                    <a:pt x="12127" y="62"/>
                  </a:cubicBezTo>
                  <a:cubicBezTo>
                    <a:pt x="12062" y="19"/>
                    <a:pt x="11997" y="1"/>
                    <a:pt x="1193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3"/>
            <p:cNvSpPr/>
            <p:nvPr/>
          </p:nvSpPr>
          <p:spPr>
            <a:xfrm>
              <a:off x="2814075" y="1798525"/>
              <a:ext cx="290250" cy="66100"/>
            </a:xfrm>
            <a:custGeom>
              <a:avLst/>
              <a:gdLst/>
              <a:ahLst/>
              <a:cxnLst/>
              <a:rect l="l" t="t" r="r" b="b"/>
              <a:pathLst>
                <a:path w="11610" h="2644" extrusionOk="0">
                  <a:moveTo>
                    <a:pt x="8052" y="0"/>
                  </a:moveTo>
                  <a:cubicBezTo>
                    <a:pt x="7895" y="0"/>
                    <a:pt x="7749" y="9"/>
                    <a:pt x="7617" y="28"/>
                  </a:cubicBezTo>
                  <a:cubicBezTo>
                    <a:pt x="6360" y="175"/>
                    <a:pt x="5546" y="1285"/>
                    <a:pt x="5546" y="1285"/>
                  </a:cubicBezTo>
                  <a:cubicBezTo>
                    <a:pt x="5546" y="1285"/>
                    <a:pt x="3809" y="471"/>
                    <a:pt x="2700" y="471"/>
                  </a:cubicBezTo>
                  <a:cubicBezTo>
                    <a:pt x="1590" y="471"/>
                    <a:pt x="1" y="2246"/>
                    <a:pt x="1" y="2246"/>
                  </a:cubicBezTo>
                  <a:cubicBezTo>
                    <a:pt x="1" y="2246"/>
                    <a:pt x="1748" y="2643"/>
                    <a:pt x="4072" y="2643"/>
                  </a:cubicBezTo>
                  <a:cubicBezTo>
                    <a:pt x="6397" y="2643"/>
                    <a:pt x="9299" y="2246"/>
                    <a:pt x="11609" y="656"/>
                  </a:cubicBezTo>
                  <a:cubicBezTo>
                    <a:pt x="11609" y="656"/>
                    <a:pt x="9433" y="0"/>
                    <a:pt x="805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3"/>
            <p:cNvSpPr/>
            <p:nvPr/>
          </p:nvSpPr>
          <p:spPr>
            <a:xfrm>
              <a:off x="2814075" y="1798275"/>
              <a:ext cx="290250" cy="65650"/>
            </a:xfrm>
            <a:custGeom>
              <a:avLst/>
              <a:gdLst/>
              <a:ahLst/>
              <a:cxnLst/>
              <a:rect l="l" t="t" r="r" b="b"/>
              <a:pathLst>
                <a:path w="11610" h="2626" extrusionOk="0">
                  <a:moveTo>
                    <a:pt x="7986" y="1"/>
                  </a:moveTo>
                  <a:cubicBezTo>
                    <a:pt x="7875" y="1"/>
                    <a:pt x="7728" y="1"/>
                    <a:pt x="7617" y="38"/>
                  </a:cubicBezTo>
                  <a:cubicBezTo>
                    <a:pt x="6360" y="185"/>
                    <a:pt x="5546" y="1295"/>
                    <a:pt x="5546" y="1295"/>
                  </a:cubicBezTo>
                  <a:cubicBezTo>
                    <a:pt x="5546" y="1295"/>
                    <a:pt x="3809" y="481"/>
                    <a:pt x="2700" y="481"/>
                  </a:cubicBezTo>
                  <a:cubicBezTo>
                    <a:pt x="1590" y="481"/>
                    <a:pt x="1" y="2256"/>
                    <a:pt x="1" y="2256"/>
                  </a:cubicBezTo>
                  <a:cubicBezTo>
                    <a:pt x="1" y="2256"/>
                    <a:pt x="1738" y="2625"/>
                    <a:pt x="4067" y="2625"/>
                  </a:cubicBezTo>
                  <a:cubicBezTo>
                    <a:pt x="6397" y="2625"/>
                    <a:pt x="9280" y="2256"/>
                    <a:pt x="11609" y="666"/>
                  </a:cubicBezTo>
                  <a:cubicBezTo>
                    <a:pt x="11609" y="666"/>
                    <a:pt x="9354" y="1"/>
                    <a:pt x="798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3"/>
            <p:cNvSpPr/>
            <p:nvPr/>
          </p:nvSpPr>
          <p:spPr>
            <a:xfrm>
              <a:off x="2805750" y="1790875"/>
              <a:ext cx="305975" cy="81375"/>
            </a:xfrm>
            <a:custGeom>
              <a:avLst/>
              <a:gdLst/>
              <a:ahLst/>
              <a:cxnLst/>
              <a:rect l="l" t="t" r="r" b="b"/>
              <a:pathLst>
                <a:path w="12239" h="3255" extrusionOk="0">
                  <a:moveTo>
                    <a:pt x="8319" y="592"/>
                  </a:moveTo>
                  <a:cubicBezTo>
                    <a:pt x="8985" y="592"/>
                    <a:pt x="9872" y="777"/>
                    <a:pt x="10575" y="925"/>
                  </a:cubicBezTo>
                  <a:cubicBezTo>
                    <a:pt x="10806" y="971"/>
                    <a:pt x="11009" y="1018"/>
                    <a:pt x="11183" y="1064"/>
                  </a:cubicBezTo>
                  <a:lnTo>
                    <a:pt x="11183" y="1064"/>
                  </a:lnTo>
                  <a:cubicBezTo>
                    <a:pt x="9062" y="2285"/>
                    <a:pt x="6499" y="2626"/>
                    <a:pt x="4400" y="2626"/>
                  </a:cubicBezTo>
                  <a:cubicBezTo>
                    <a:pt x="3254" y="2626"/>
                    <a:pt x="2256" y="2552"/>
                    <a:pt x="1517" y="2441"/>
                  </a:cubicBezTo>
                  <a:cubicBezTo>
                    <a:pt x="1309" y="2418"/>
                    <a:pt x="1116" y="2380"/>
                    <a:pt x="955" y="2346"/>
                  </a:cubicBezTo>
                  <a:lnTo>
                    <a:pt x="955" y="2346"/>
                  </a:lnTo>
                  <a:cubicBezTo>
                    <a:pt x="1146" y="2167"/>
                    <a:pt x="1393" y="1947"/>
                    <a:pt x="1665" y="1738"/>
                  </a:cubicBezTo>
                  <a:cubicBezTo>
                    <a:pt x="1886" y="1554"/>
                    <a:pt x="2145" y="1406"/>
                    <a:pt x="2404" y="1295"/>
                  </a:cubicBezTo>
                  <a:cubicBezTo>
                    <a:pt x="2626" y="1184"/>
                    <a:pt x="2848" y="1110"/>
                    <a:pt x="3033" y="1110"/>
                  </a:cubicBezTo>
                  <a:cubicBezTo>
                    <a:pt x="3513" y="1110"/>
                    <a:pt x="4216" y="1295"/>
                    <a:pt x="4770" y="1480"/>
                  </a:cubicBezTo>
                  <a:cubicBezTo>
                    <a:pt x="5066" y="1591"/>
                    <a:pt x="5288" y="1664"/>
                    <a:pt x="5473" y="1738"/>
                  </a:cubicBezTo>
                  <a:cubicBezTo>
                    <a:pt x="5584" y="1775"/>
                    <a:pt x="5657" y="1812"/>
                    <a:pt x="5694" y="1849"/>
                  </a:cubicBezTo>
                  <a:lnTo>
                    <a:pt x="5768" y="1886"/>
                  </a:lnTo>
                  <a:cubicBezTo>
                    <a:pt x="5796" y="1896"/>
                    <a:pt x="5828" y="1900"/>
                    <a:pt x="5863" y="1900"/>
                  </a:cubicBezTo>
                  <a:cubicBezTo>
                    <a:pt x="5965" y="1900"/>
                    <a:pt x="6083" y="1859"/>
                    <a:pt x="6138" y="1775"/>
                  </a:cubicBezTo>
                  <a:cubicBezTo>
                    <a:pt x="6175" y="1701"/>
                    <a:pt x="6397" y="1443"/>
                    <a:pt x="6693" y="1184"/>
                  </a:cubicBezTo>
                  <a:cubicBezTo>
                    <a:pt x="7025" y="925"/>
                    <a:pt x="7469" y="703"/>
                    <a:pt x="7987" y="629"/>
                  </a:cubicBezTo>
                  <a:cubicBezTo>
                    <a:pt x="8098" y="592"/>
                    <a:pt x="8208" y="592"/>
                    <a:pt x="8319" y="592"/>
                  </a:cubicBezTo>
                  <a:close/>
                  <a:moveTo>
                    <a:pt x="7913" y="1"/>
                  </a:moveTo>
                  <a:cubicBezTo>
                    <a:pt x="7210" y="112"/>
                    <a:pt x="6619" y="444"/>
                    <a:pt x="6249" y="777"/>
                  </a:cubicBezTo>
                  <a:cubicBezTo>
                    <a:pt x="6067" y="941"/>
                    <a:pt x="5921" y="1095"/>
                    <a:pt x="5820" y="1210"/>
                  </a:cubicBezTo>
                  <a:lnTo>
                    <a:pt x="5820" y="1210"/>
                  </a:lnTo>
                  <a:cubicBezTo>
                    <a:pt x="5634" y="1135"/>
                    <a:pt x="5339" y="1018"/>
                    <a:pt x="4992" y="888"/>
                  </a:cubicBezTo>
                  <a:cubicBezTo>
                    <a:pt x="4400" y="703"/>
                    <a:pt x="3661" y="481"/>
                    <a:pt x="3033" y="481"/>
                  </a:cubicBezTo>
                  <a:cubicBezTo>
                    <a:pt x="2663" y="481"/>
                    <a:pt x="2330" y="629"/>
                    <a:pt x="1997" y="814"/>
                  </a:cubicBezTo>
                  <a:cubicBezTo>
                    <a:pt x="999" y="1332"/>
                    <a:pt x="112" y="2330"/>
                    <a:pt x="112" y="2330"/>
                  </a:cubicBezTo>
                  <a:cubicBezTo>
                    <a:pt x="38" y="2404"/>
                    <a:pt x="1" y="2515"/>
                    <a:pt x="38" y="2626"/>
                  </a:cubicBezTo>
                  <a:cubicBezTo>
                    <a:pt x="75" y="2737"/>
                    <a:pt x="149" y="2811"/>
                    <a:pt x="260" y="2848"/>
                  </a:cubicBezTo>
                  <a:cubicBezTo>
                    <a:pt x="260" y="2848"/>
                    <a:pt x="2034" y="3254"/>
                    <a:pt x="4400" y="3254"/>
                  </a:cubicBezTo>
                  <a:cubicBezTo>
                    <a:pt x="6767" y="3254"/>
                    <a:pt x="9724" y="2848"/>
                    <a:pt x="12090" y="1221"/>
                  </a:cubicBezTo>
                  <a:cubicBezTo>
                    <a:pt x="12201" y="1147"/>
                    <a:pt x="12238" y="1036"/>
                    <a:pt x="12238" y="888"/>
                  </a:cubicBezTo>
                  <a:cubicBezTo>
                    <a:pt x="12201" y="777"/>
                    <a:pt x="12127" y="703"/>
                    <a:pt x="12016" y="666"/>
                  </a:cubicBezTo>
                  <a:cubicBezTo>
                    <a:pt x="12016" y="666"/>
                    <a:pt x="11462" y="481"/>
                    <a:pt x="10722" y="334"/>
                  </a:cubicBezTo>
                  <a:cubicBezTo>
                    <a:pt x="9983" y="149"/>
                    <a:pt x="9059" y="1"/>
                    <a:pt x="83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3"/>
            <p:cNvSpPr/>
            <p:nvPr/>
          </p:nvSpPr>
          <p:spPr>
            <a:xfrm>
              <a:off x="3056225" y="1479400"/>
              <a:ext cx="52725" cy="99850"/>
            </a:xfrm>
            <a:custGeom>
              <a:avLst/>
              <a:gdLst/>
              <a:ahLst/>
              <a:cxnLst/>
              <a:rect l="l" t="t" r="r" b="b"/>
              <a:pathLst>
                <a:path w="2109" h="3994" extrusionOk="0">
                  <a:moveTo>
                    <a:pt x="999" y="1"/>
                  </a:moveTo>
                  <a:cubicBezTo>
                    <a:pt x="445" y="38"/>
                    <a:pt x="1" y="925"/>
                    <a:pt x="38" y="2034"/>
                  </a:cubicBezTo>
                  <a:cubicBezTo>
                    <a:pt x="38" y="3106"/>
                    <a:pt x="519" y="3994"/>
                    <a:pt x="1073" y="3994"/>
                  </a:cubicBezTo>
                  <a:cubicBezTo>
                    <a:pt x="1665" y="3957"/>
                    <a:pt x="2108" y="3069"/>
                    <a:pt x="2071" y="1960"/>
                  </a:cubicBezTo>
                  <a:cubicBezTo>
                    <a:pt x="2071" y="888"/>
                    <a:pt x="1591" y="1"/>
                    <a:pt x="9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3"/>
            <p:cNvSpPr/>
            <p:nvPr/>
          </p:nvSpPr>
          <p:spPr>
            <a:xfrm>
              <a:off x="2738300" y="1507125"/>
              <a:ext cx="52700" cy="99850"/>
            </a:xfrm>
            <a:custGeom>
              <a:avLst/>
              <a:gdLst/>
              <a:ahLst/>
              <a:cxnLst/>
              <a:rect l="l" t="t" r="r" b="b"/>
              <a:pathLst>
                <a:path w="2108" h="3994" extrusionOk="0">
                  <a:moveTo>
                    <a:pt x="998" y="1"/>
                  </a:moveTo>
                  <a:cubicBezTo>
                    <a:pt x="444" y="38"/>
                    <a:pt x="0" y="925"/>
                    <a:pt x="37" y="2034"/>
                  </a:cubicBezTo>
                  <a:cubicBezTo>
                    <a:pt x="37" y="3106"/>
                    <a:pt x="518" y="3994"/>
                    <a:pt x="1109" y="3994"/>
                  </a:cubicBezTo>
                  <a:cubicBezTo>
                    <a:pt x="1664" y="3957"/>
                    <a:pt x="2107" y="3069"/>
                    <a:pt x="2070" y="1997"/>
                  </a:cubicBezTo>
                  <a:cubicBezTo>
                    <a:pt x="2070" y="888"/>
                    <a:pt x="1590" y="1"/>
                    <a:pt x="99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3"/>
            <p:cNvSpPr/>
            <p:nvPr/>
          </p:nvSpPr>
          <p:spPr>
            <a:xfrm>
              <a:off x="2618125" y="1404550"/>
              <a:ext cx="187650" cy="83925"/>
            </a:xfrm>
            <a:custGeom>
              <a:avLst/>
              <a:gdLst/>
              <a:ahLst/>
              <a:cxnLst/>
              <a:rect l="l" t="t" r="r" b="b"/>
              <a:pathLst>
                <a:path w="7506" h="3357" extrusionOk="0">
                  <a:moveTo>
                    <a:pt x="6138" y="0"/>
                  </a:moveTo>
                  <a:cubicBezTo>
                    <a:pt x="3883" y="0"/>
                    <a:pt x="2367" y="702"/>
                    <a:pt x="1406" y="1442"/>
                  </a:cubicBezTo>
                  <a:cubicBezTo>
                    <a:pt x="482" y="2144"/>
                    <a:pt x="112" y="2884"/>
                    <a:pt x="75" y="2921"/>
                  </a:cubicBezTo>
                  <a:cubicBezTo>
                    <a:pt x="1" y="3069"/>
                    <a:pt x="75" y="3253"/>
                    <a:pt x="223" y="3327"/>
                  </a:cubicBezTo>
                  <a:cubicBezTo>
                    <a:pt x="262" y="3347"/>
                    <a:pt x="305" y="3356"/>
                    <a:pt x="347" y="3356"/>
                  </a:cubicBezTo>
                  <a:cubicBezTo>
                    <a:pt x="462" y="3356"/>
                    <a:pt x="575" y="3288"/>
                    <a:pt x="629" y="3180"/>
                  </a:cubicBezTo>
                  <a:cubicBezTo>
                    <a:pt x="666" y="3143"/>
                    <a:pt x="1036" y="2477"/>
                    <a:pt x="1886" y="1849"/>
                  </a:cubicBezTo>
                  <a:cubicBezTo>
                    <a:pt x="2737" y="1220"/>
                    <a:pt x="4068" y="629"/>
                    <a:pt x="6138" y="629"/>
                  </a:cubicBezTo>
                  <a:cubicBezTo>
                    <a:pt x="6471" y="629"/>
                    <a:pt x="6804" y="629"/>
                    <a:pt x="7173" y="666"/>
                  </a:cubicBezTo>
                  <a:cubicBezTo>
                    <a:pt x="7321" y="666"/>
                    <a:pt x="7506" y="555"/>
                    <a:pt x="7506" y="370"/>
                  </a:cubicBezTo>
                  <a:cubicBezTo>
                    <a:pt x="7506" y="222"/>
                    <a:pt x="7395" y="74"/>
                    <a:pt x="7210" y="37"/>
                  </a:cubicBezTo>
                  <a:cubicBezTo>
                    <a:pt x="6840" y="0"/>
                    <a:pt x="6508" y="0"/>
                    <a:pt x="61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3"/>
            <p:cNvSpPr/>
            <p:nvPr/>
          </p:nvSpPr>
          <p:spPr>
            <a:xfrm>
              <a:off x="2980450" y="1388825"/>
              <a:ext cx="199675" cy="71950"/>
            </a:xfrm>
            <a:custGeom>
              <a:avLst/>
              <a:gdLst/>
              <a:ahLst/>
              <a:cxnLst/>
              <a:rect l="l" t="t" r="r" b="b"/>
              <a:pathLst>
                <a:path w="7987" h="2878" extrusionOk="0">
                  <a:moveTo>
                    <a:pt x="2958" y="1"/>
                  </a:moveTo>
                  <a:cubicBezTo>
                    <a:pt x="1368" y="1"/>
                    <a:pt x="222" y="518"/>
                    <a:pt x="222" y="555"/>
                  </a:cubicBezTo>
                  <a:cubicBezTo>
                    <a:pt x="37" y="629"/>
                    <a:pt x="0" y="777"/>
                    <a:pt x="37" y="962"/>
                  </a:cubicBezTo>
                  <a:cubicBezTo>
                    <a:pt x="92" y="1070"/>
                    <a:pt x="205" y="1139"/>
                    <a:pt x="320" y="1139"/>
                  </a:cubicBezTo>
                  <a:cubicBezTo>
                    <a:pt x="362" y="1139"/>
                    <a:pt x="404" y="1129"/>
                    <a:pt x="444" y="1110"/>
                  </a:cubicBezTo>
                  <a:lnTo>
                    <a:pt x="481" y="1110"/>
                  </a:lnTo>
                  <a:cubicBezTo>
                    <a:pt x="555" y="1073"/>
                    <a:pt x="1627" y="629"/>
                    <a:pt x="2958" y="629"/>
                  </a:cubicBezTo>
                  <a:cubicBezTo>
                    <a:pt x="4326" y="629"/>
                    <a:pt x="5990" y="1073"/>
                    <a:pt x="7395" y="2773"/>
                  </a:cubicBezTo>
                  <a:cubicBezTo>
                    <a:pt x="7459" y="2838"/>
                    <a:pt x="7548" y="2877"/>
                    <a:pt x="7641" y="2877"/>
                  </a:cubicBezTo>
                  <a:cubicBezTo>
                    <a:pt x="7708" y="2877"/>
                    <a:pt x="7776" y="2857"/>
                    <a:pt x="7838" y="2810"/>
                  </a:cubicBezTo>
                  <a:cubicBezTo>
                    <a:pt x="7986" y="2699"/>
                    <a:pt x="7986" y="2515"/>
                    <a:pt x="7875" y="2367"/>
                  </a:cubicBezTo>
                  <a:cubicBezTo>
                    <a:pt x="6359" y="518"/>
                    <a:pt x="4437" y="1"/>
                    <a:pt x="295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3"/>
            <p:cNvSpPr/>
            <p:nvPr/>
          </p:nvSpPr>
          <p:spPr>
            <a:xfrm>
              <a:off x="2362125" y="766675"/>
              <a:ext cx="956625" cy="758050"/>
            </a:xfrm>
            <a:custGeom>
              <a:avLst/>
              <a:gdLst/>
              <a:ahLst/>
              <a:cxnLst/>
              <a:rect l="l" t="t" r="r" b="b"/>
              <a:pathLst>
                <a:path w="38265" h="30322" extrusionOk="0">
                  <a:moveTo>
                    <a:pt x="19641" y="0"/>
                  </a:moveTo>
                  <a:cubicBezTo>
                    <a:pt x="15611" y="0"/>
                    <a:pt x="10851" y="1781"/>
                    <a:pt x="7764" y="4294"/>
                  </a:cubicBezTo>
                  <a:lnTo>
                    <a:pt x="7727" y="4368"/>
                  </a:lnTo>
                  <a:cubicBezTo>
                    <a:pt x="0" y="10801"/>
                    <a:pt x="629" y="21744"/>
                    <a:pt x="4067" y="30321"/>
                  </a:cubicBezTo>
                  <a:cubicBezTo>
                    <a:pt x="4474" y="27401"/>
                    <a:pt x="5952" y="20783"/>
                    <a:pt x="10906" y="16642"/>
                  </a:cubicBezTo>
                  <a:cubicBezTo>
                    <a:pt x="14418" y="13746"/>
                    <a:pt x="17918" y="12680"/>
                    <a:pt x="21094" y="12680"/>
                  </a:cubicBezTo>
                  <a:cubicBezTo>
                    <a:pt x="23837" y="12680"/>
                    <a:pt x="26337" y="13475"/>
                    <a:pt x="28393" y="14572"/>
                  </a:cubicBezTo>
                  <a:cubicBezTo>
                    <a:pt x="32017" y="16531"/>
                    <a:pt x="36194" y="20265"/>
                    <a:pt x="38191" y="25922"/>
                  </a:cubicBezTo>
                  <a:cubicBezTo>
                    <a:pt x="38265" y="25034"/>
                    <a:pt x="38265" y="24184"/>
                    <a:pt x="38265" y="23334"/>
                  </a:cubicBezTo>
                  <a:cubicBezTo>
                    <a:pt x="38154" y="16383"/>
                    <a:pt x="35492" y="8730"/>
                    <a:pt x="30205" y="3961"/>
                  </a:cubicBezTo>
                  <a:cubicBezTo>
                    <a:pt x="27432" y="1410"/>
                    <a:pt x="23772" y="79"/>
                    <a:pt x="20001" y="5"/>
                  </a:cubicBezTo>
                  <a:cubicBezTo>
                    <a:pt x="19882" y="2"/>
                    <a:pt x="19762" y="0"/>
                    <a:pt x="1964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3"/>
            <p:cNvSpPr/>
            <p:nvPr/>
          </p:nvSpPr>
          <p:spPr>
            <a:xfrm>
              <a:off x="2402775" y="765875"/>
              <a:ext cx="915975" cy="758850"/>
            </a:xfrm>
            <a:custGeom>
              <a:avLst/>
              <a:gdLst/>
              <a:ahLst/>
              <a:cxnLst/>
              <a:rect l="l" t="t" r="r" b="b"/>
              <a:pathLst>
                <a:path w="36639" h="30354" extrusionOk="0">
                  <a:moveTo>
                    <a:pt x="18116" y="0"/>
                  </a:moveTo>
                  <a:cubicBezTo>
                    <a:pt x="14050" y="0"/>
                    <a:pt x="9243" y="1775"/>
                    <a:pt x="6138" y="4326"/>
                  </a:cubicBezTo>
                  <a:lnTo>
                    <a:pt x="6101" y="4400"/>
                  </a:lnTo>
                  <a:cubicBezTo>
                    <a:pt x="1701" y="8060"/>
                    <a:pt x="1" y="13199"/>
                    <a:pt x="1" y="18523"/>
                  </a:cubicBezTo>
                  <a:cubicBezTo>
                    <a:pt x="1" y="22552"/>
                    <a:pt x="962" y="26656"/>
                    <a:pt x="2441" y="30353"/>
                  </a:cubicBezTo>
                  <a:cubicBezTo>
                    <a:pt x="2848" y="27433"/>
                    <a:pt x="4326" y="20815"/>
                    <a:pt x="9280" y="16674"/>
                  </a:cubicBezTo>
                  <a:cubicBezTo>
                    <a:pt x="12793" y="13790"/>
                    <a:pt x="16305" y="12718"/>
                    <a:pt x="19447" y="12718"/>
                  </a:cubicBezTo>
                  <a:cubicBezTo>
                    <a:pt x="22220" y="12718"/>
                    <a:pt x="24697" y="13495"/>
                    <a:pt x="26767" y="14604"/>
                  </a:cubicBezTo>
                  <a:cubicBezTo>
                    <a:pt x="30391" y="16563"/>
                    <a:pt x="34568" y="20297"/>
                    <a:pt x="36565" y="25954"/>
                  </a:cubicBezTo>
                  <a:cubicBezTo>
                    <a:pt x="36602" y="25214"/>
                    <a:pt x="36639" y="24512"/>
                    <a:pt x="36639" y="23846"/>
                  </a:cubicBezTo>
                  <a:cubicBezTo>
                    <a:pt x="36639" y="23662"/>
                    <a:pt x="36639" y="23514"/>
                    <a:pt x="36639" y="23366"/>
                  </a:cubicBezTo>
                  <a:cubicBezTo>
                    <a:pt x="36528" y="16415"/>
                    <a:pt x="33866" y="8762"/>
                    <a:pt x="28579" y="3993"/>
                  </a:cubicBezTo>
                  <a:cubicBezTo>
                    <a:pt x="25806" y="1442"/>
                    <a:pt x="22146" y="111"/>
                    <a:pt x="18375" y="37"/>
                  </a:cubicBezTo>
                  <a:cubicBezTo>
                    <a:pt x="18301" y="0"/>
                    <a:pt x="18190" y="0"/>
                    <a:pt x="1811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3"/>
            <p:cNvSpPr/>
            <p:nvPr/>
          </p:nvSpPr>
          <p:spPr>
            <a:xfrm>
              <a:off x="2395400" y="758475"/>
              <a:ext cx="930750" cy="773825"/>
            </a:xfrm>
            <a:custGeom>
              <a:avLst/>
              <a:gdLst/>
              <a:ahLst/>
              <a:cxnLst/>
              <a:rect l="l" t="t" r="r" b="b"/>
              <a:pathLst>
                <a:path w="37230" h="30953" extrusionOk="0">
                  <a:moveTo>
                    <a:pt x="18670" y="629"/>
                  </a:moveTo>
                  <a:cubicBezTo>
                    <a:pt x="22367" y="703"/>
                    <a:pt x="25953" y="2034"/>
                    <a:pt x="28689" y="4511"/>
                  </a:cubicBezTo>
                  <a:cubicBezTo>
                    <a:pt x="33865" y="9206"/>
                    <a:pt x="36527" y="16785"/>
                    <a:pt x="36601" y="23662"/>
                  </a:cubicBezTo>
                  <a:cubicBezTo>
                    <a:pt x="36638" y="23810"/>
                    <a:pt x="36638" y="23958"/>
                    <a:pt x="36638" y="24142"/>
                  </a:cubicBezTo>
                  <a:cubicBezTo>
                    <a:pt x="36638" y="24359"/>
                    <a:pt x="36634" y="24579"/>
                    <a:pt x="36627" y="24801"/>
                  </a:cubicBezTo>
                  <a:lnTo>
                    <a:pt x="36627" y="24801"/>
                  </a:lnTo>
                  <a:cubicBezTo>
                    <a:pt x="34452" y="19811"/>
                    <a:pt x="30612" y="16444"/>
                    <a:pt x="27210" y="14641"/>
                  </a:cubicBezTo>
                  <a:cubicBezTo>
                    <a:pt x="25103" y="13532"/>
                    <a:pt x="22552" y="12718"/>
                    <a:pt x="19742" y="12718"/>
                  </a:cubicBezTo>
                  <a:cubicBezTo>
                    <a:pt x="19691" y="12718"/>
                    <a:pt x="19639" y="12718"/>
                    <a:pt x="19587" y="12718"/>
                  </a:cubicBezTo>
                  <a:cubicBezTo>
                    <a:pt x="16411" y="12718"/>
                    <a:pt x="12883" y="13838"/>
                    <a:pt x="9391" y="16748"/>
                  </a:cubicBezTo>
                  <a:cubicBezTo>
                    <a:pt x="4897" y="20487"/>
                    <a:pt x="3226" y="26176"/>
                    <a:pt x="2622" y="29478"/>
                  </a:cubicBezTo>
                  <a:lnTo>
                    <a:pt x="2622" y="29478"/>
                  </a:lnTo>
                  <a:cubicBezTo>
                    <a:pt x="1378" y="26095"/>
                    <a:pt x="592" y="22396"/>
                    <a:pt x="592" y="18819"/>
                  </a:cubicBezTo>
                  <a:cubicBezTo>
                    <a:pt x="629" y="13569"/>
                    <a:pt x="2255" y="8541"/>
                    <a:pt x="6581" y="4918"/>
                  </a:cubicBezTo>
                  <a:lnTo>
                    <a:pt x="6655" y="4881"/>
                  </a:lnTo>
                  <a:cubicBezTo>
                    <a:pt x="9686" y="2367"/>
                    <a:pt x="14456" y="629"/>
                    <a:pt x="18411" y="629"/>
                  </a:cubicBezTo>
                  <a:close/>
                  <a:moveTo>
                    <a:pt x="18411" y="1"/>
                  </a:moveTo>
                  <a:cubicBezTo>
                    <a:pt x="14271" y="1"/>
                    <a:pt x="9428" y="1775"/>
                    <a:pt x="6248" y="4400"/>
                  </a:cubicBezTo>
                  <a:lnTo>
                    <a:pt x="6174" y="4437"/>
                  </a:lnTo>
                  <a:lnTo>
                    <a:pt x="6174" y="4474"/>
                  </a:lnTo>
                  <a:cubicBezTo>
                    <a:pt x="1701" y="8208"/>
                    <a:pt x="0" y="13421"/>
                    <a:pt x="0" y="18819"/>
                  </a:cubicBezTo>
                  <a:cubicBezTo>
                    <a:pt x="0" y="22885"/>
                    <a:pt x="961" y="27026"/>
                    <a:pt x="2477" y="30760"/>
                  </a:cubicBezTo>
                  <a:cubicBezTo>
                    <a:pt x="2509" y="30856"/>
                    <a:pt x="2624" y="30952"/>
                    <a:pt x="2727" y="30952"/>
                  </a:cubicBezTo>
                  <a:cubicBezTo>
                    <a:pt x="2742" y="30952"/>
                    <a:pt x="2758" y="30950"/>
                    <a:pt x="2773" y="30945"/>
                  </a:cubicBezTo>
                  <a:cubicBezTo>
                    <a:pt x="2921" y="30945"/>
                    <a:pt x="3032" y="30834"/>
                    <a:pt x="3069" y="30686"/>
                  </a:cubicBezTo>
                  <a:cubicBezTo>
                    <a:pt x="3438" y="27802"/>
                    <a:pt x="4917" y="21259"/>
                    <a:pt x="9797" y="17229"/>
                  </a:cubicBezTo>
                  <a:cubicBezTo>
                    <a:pt x="13235" y="14345"/>
                    <a:pt x="16637" y="13310"/>
                    <a:pt x="19742" y="13310"/>
                  </a:cubicBezTo>
                  <a:cubicBezTo>
                    <a:pt x="22441" y="13310"/>
                    <a:pt x="24918" y="14086"/>
                    <a:pt x="26915" y="15195"/>
                  </a:cubicBezTo>
                  <a:cubicBezTo>
                    <a:pt x="30501" y="17081"/>
                    <a:pt x="34604" y="20778"/>
                    <a:pt x="36601" y="26324"/>
                  </a:cubicBezTo>
                  <a:cubicBezTo>
                    <a:pt x="36638" y="26472"/>
                    <a:pt x="36786" y="26545"/>
                    <a:pt x="36934" y="26545"/>
                  </a:cubicBezTo>
                  <a:cubicBezTo>
                    <a:pt x="37082" y="26509"/>
                    <a:pt x="37192" y="26398"/>
                    <a:pt x="37192" y="26250"/>
                  </a:cubicBezTo>
                  <a:cubicBezTo>
                    <a:pt x="37229" y="25547"/>
                    <a:pt x="37229" y="24808"/>
                    <a:pt x="37229" y="24142"/>
                  </a:cubicBezTo>
                  <a:cubicBezTo>
                    <a:pt x="37229" y="23958"/>
                    <a:pt x="37229" y="23810"/>
                    <a:pt x="37229" y="23662"/>
                  </a:cubicBezTo>
                  <a:cubicBezTo>
                    <a:pt x="37155" y="16637"/>
                    <a:pt x="34420" y="8910"/>
                    <a:pt x="29096" y="4067"/>
                  </a:cubicBezTo>
                  <a:cubicBezTo>
                    <a:pt x="26249" y="1442"/>
                    <a:pt x="22515" y="74"/>
                    <a:pt x="186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3"/>
            <p:cNvSpPr/>
            <p:nvPr/>
          </p:nvSpPr>
          <p:spPr>
            <a:xfrm>
              <a:off x="2412950" y="1071800"/>
              <a:ext cx="186725" cy="151600"/>
            </a:xfrm>
            <a:custGeom>
              <a:avLst/>
              <a:gdLst/>
              <a:ahLst/>
              <a:cxnLst/>
              <a:rect l="l" t="t" r="r" b="b"/>
              <a:pathLst>
                <a:path w="7469" h="6064" extrusionOk="0">
                  <a:moveTo>
                    <a:pt x="296" y="1"/>
                  </a:moveTo>
                  <a:cubicBezTo>
                    <a:pt x="111" y="1"/>
                    <a:pt x="0" y="148"/>
                    <a:pt x="0" y="333"/>
                  </a:cubicBezTo>
                  <a:cubicBezTo>
                    <a:pt x="0" y="370"/>
                    <a:pt x="111" y="1775"/>
                    <a:pt x="925" y="3180"/>
                  </a:cubicBezTo>
                  <a:cubicBezTo>
                    <a:pt x="1368" y="3919"/>
                    <a:pt x="1960" y="4622"/>
                    <a:pt x="2810" y="5176"/>
                  </a:cubicBezTo>
                  <a:cubicBezTo>
                    <a:pt x="3698" y="5731"/>
                    <a:pt x="4807" y="6064"/>
                    <a:pt x="6212" y="6064"/>
                  </a:cubicBezTo>
                  <a:cubicBezTo>
                    <a:pt x="6544" y="6064"/>
                    <a:pt x="6840" y="6064"/>
                    <a:pt x="7173" y="6027"/>
                  </a:cubicBezTo>
                  <a:cubicBezTo>
                    <a:pt x="7321" y="5990"/>
                    <a:pt x="7469" y="5842"/>
                    <a:pt x="7432" y="5694"/>
                  </a:cubicBezTo>
                  <a:cubicBezTo>
                    <a:pt x="7432" y="5509"/>
                    <a:pt x="7284" y="5398"/>
                    <a:pt x="7099" y="5398"/>
                  </a:cubicBezTo>
                  <a:cubicBezTo>
                    <a:pt x="6803" y="5435"/>
                    <a:pt x="6507" y="5472"/>
                    <a:pt x="6212" y="5472"/>
                  </a:cubicBezTo>
                  <a:cubicBezTo>
                    <a:pt x="4918" y="5472"/>
                    <a:pt x="3919" y="5140"/>
                    <a:pt x="3143" y="4659"/>
                  </a:cubicBezTo>
                  <a:cubicBezTo>
                    <a:pt x="1997" y="3919"/>
                    <a:pt x="1368" y="2847"/>
                    <a:pt x="1036" y="1923"/>
                  </a:cubicBezTo>
                  <a:cubicBezTo>
                    <a:pt x="851" y="1479"/>
                    <a:pt x="740" y="1036"/>
                    <a:pt x="666" y="740"/>
                  </a:cubicBezTo>
                  <a:cubicBezTo>
                    <a:pt x="666" y="592"/>
                    <a:pt x="629" y="481"/>
                    <a:pt x="629" y="407"/>
                  </a:cubicBezTo>
                  <a:lnTo>
                    <a:pt x="629" y="333"/>
                  </a:lnTo>
                  <a:lnTo>
                    <a:pt x="629" y="296"/>
                  </a:lnTo>
                  <a:cubicBezTo>
                    <a:pt x="592" y="111"/>
                    <a:pt x="444" y="1"/>
                    <a:pt x="29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3"/>
            <p:cNvSpPr/>
            <p:nvPr/>
          </p:nvSpPr>
          <p:spPr>
            <a:xfrm>
              <a:off x="2476725" y="948875"/>
              <a:ext cx="202425" cy="210750"/>
            </a:xfrm>
            <a:custGeom>
              <a:avLst/>
              <a:gdLst/>
              <a:ahLst/>
              <a:cxnLst/>
              <a:rect l="l" t="t" r="r" b="b"/>
              <a:pathLst>
                <a:path w="8097" h="8430" extrusionOk="0">
                  <a:moveTo>
                    <a:pt x="333" y="0"/>
                  </a:moveTo>
                  <a:cubicBezTo>
                    <a:pt x="148" y="0"/>
                    <a:pt x="0" y="111"/>
                    <a:pt x="0" y="296"/>
                  </a:cubicBezTo>
                  <a:cubicBezTo>
                    <a:pt x="0" y="296"/>
                    <a:pt x="0" y="407"/>
                    <a:pt x="0" y="555"/>
                  </a:cubicBezTo>
                  <a:cubicBezTo>
                    <a:pt x="0" y="1257"/>
                    <a:pt x="74" y="3217"/>
                    <a:pt x="999" y="4992"/>
                  </a:cubicBezTo>
                  <a:cubicBezTo>
                    <a:pt x="1479" y="5879"/>
                    <a:pt x="2145" y="6766"/>
                    <a:pt x="3143" y="7395"/>
                  </a:cubicBezTo>
                  <a:cubicBezTo>
                    <a:pt x="4141" y="8023"/>
                    <a:pt x="5435" y="8430"/>
                    <a:pt x="7099" y="8430"/>
                  </a:cubicBezTo>
                  <a:cubicBezTo>
                    <a:pt x="7321" y="8430"/>
                    <a:pt x="7542" y="8393"/>
                    <a:pt x="7801" y="8393"/>
                  </a:cubicBezTo>
                  <a:cubicBezTo>
                    <a:pt x="7949" y="8393"/>
                    <a:pt x="8097" y="8245"/>
                    <a:pt x="8060" y="8060"/>
                  </a:cubicBezTo>
                  <a:cubicBezTo>
                    <a:pt x="8060" y="7912"/>
                    <a:pt x="7912" y="7764"/>
                    <a:pt x="7764" y="7764"/>
                  </a:cubicBezTo>
                  <a:cubicBezTo>
                    <a:pt x="7542" y="7801"/>
                    <a:pt x="7321" y="7801"/>
                    <a:pt x="7099" y="7801"/>
                  </a:cubicBezTo>
                  <a:cubicBezTo>
                    <a:pt x="5546" y="7801"/>
                    <a:pt x="4363" y="7432"/>
                    <a:pt x="3476" y="6877"/>
                  </a:cubicBezTo>
                  <a:cubicBezTo>
                    <a:pt x="2145" y="6027"/>
                    <a:pt x="1442" y="4696"/>
                    <a:pt x="1036" y="3476"/>
                  </a:cubicBezTo>
                  <a:cubicBezTo>
                    <a:pt x="666" y="2219"/>
                    <a:pt x="592" y="1073"/>
                    <a:pt x="592" y="555"/>
                  </a:cubicBezTo>
                  <a:cubicBezTo>
                    <a:pt x="592" y="481"/>
                    <a:pt x="592" y="407"/>
                    <a:pt x="592" y="370"/>
                  </a:cubicBezTo>
                  <a:lnTo>
                    <a:pt x="592" y="333"/>
                  </a:lnTo>
                  <a:cubicBezTo>
                    <a:pt x="629" y="148"/>
                    <a:pt x="481" y="0"/>
                    <a:pt x="3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3"/>
            <p:cNvSpPr/>
            <p:nvPr/>
          </p:nvSpPr>
          <p:spPr>
            <a:xfrm>
              <a:off x="2547900" y="866825"/>
              <a:ext cx="254200" cy="232725"/>
            </a:xfrm>
            <a:custGeom>
              <a:avLst/>
              <a:gdLst/>
              <a:ahLst/>
              <a:cxnLst/>
              <a:rect l="l" t="t" r="r" b="b"/>
              <a:pathLst>
                <a:path w="10168" h="9309" extrusionOk="0">
                  <a:moveTo>
                    <a:pt x="346" y="0"/>
                  </a:moveTo>
                  <a:cubicBezTo>
                    <a:pt x="304" y="0"/>
                    <a:pt x="262" y="9"/>
                    <a:pt x="222" y="29"/>
                  </a:cubicBezTo>
                  <a:cubicBezTo>
                    <a:pt x="74" y="103"/>
                    <a:pt x="0" y="251"/>
                    <a:pt x="74" y="436"/>
                  </a:cubicBezTo>
                  <a:cubicBezTo>
                    <a:pt x="74" y="436"/>
                    <a:pt x="924" y="2580"/>
                    <a:pt x="2588" y="4761"/>
                  </a:cubicBezTo>
                  <a:cubicBezTo>
                    <a:pt x="3401" y="5870"/>
                    <a:pt x="4437" y="6980"/>
                    <a:pt x="5620" y="7830"/>
                  </a:cubicBezTo>
                  <a:cubicBezTo>
                    <a:pt x="6840" y="8680"/>
                    <a:pt x="8245" y="9272"/>
                    <a:pt x="9834" y="9309"/>
                  </a:cubicBezTo>
                  <a:cubicBezTo>
                    <a:pt x="10019" y="9309"/>
                    <a:pt x="10167" y="9161"/>
                    <a:pt x="10167" y="9013"/>
                  </a:cubicBezTo>
                  <a:cubicBezTo>
                    <a:pt x="10167" y="8828"/>
                    <a:pt x="10019" y="8680"/>
                    <a:pt x="9871" y="8680"/>
                  </a:cubicBezTo>
                  <a:cubicBezTo>
                    <a:pt x="8429" y="8643"/>
                    <a:pt x="7135" y="8126"/>
                    <a:pt x="5989" y="7312"/>
                  </a:cubicBezTo>
                  <a:cubicBezTo>
                    <a:pt x="4289" y="6129"/>
                    <a:pt x="2921" y="4318"/>
                    <a:pt x="2034" y="2839"/>
                  </a:cubicBezTo>
                  <a:cubicBezTo>
                    <a:pt x="1553" y="2099"/>
                    <a:pt x="1220" y="1434"/>
                    <a:pt x="998" y="953"/>
                  </a:cubicBezTo>
                  <a:cubicBezTo>
                    <a:pt x="850" y="732"/>
                    <a:pt x="777" y="510"/>
                    <a:pt x="703" y="399"/>
                  </a:cubicBezTo>
                  <a:cubicBezTo>
                    <a:pt x="703" y="325"/>
                    <a:pt x="666" y="288"/>
                    <a:pt x="666" y="251"/>
                  </a:cubicBezTo>
                  <a:lnTo>
                    <a:pt x="629" y="177"/>
                  </a:lnTo>
                  <a:cubicBezTo>
                    <a:pt x="575" y="69"/>
                    <a:pt x="461" y="0"/>
                    <a:pt x="3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3"/>
            <p:cNvSpPr/>
            <p:nvPr/>
          </p:nvSpPr>
          <p:spPr>
            <a:xfrm>
              <a:off x="2789125" y="769900"/>
              <a:ext cx="105400" cy="317825"/>
            </a:xfrm>
            <a:custGeom>
              <a:avLst/>
              <a:gdLst/>
              <a:ahLst/>
              <a:cxnLst/>
              <a:rect l="l" t="t" r="r" b="b"/>
              <a:pathLst>
                <a:path w="4216" h="12713" extrusionOk="0">
                  <a:moveTo>
                    <a:pt x="364" y="1"/>
                  </a:moveTo>
                  <a:cubicBezTo>
                    <a:pt x="280" y="1"/>
                    <a:pt x="191" y="39"/>
                    <a:pt x="111" y="98"/>
                  </a:cubicBezTo>
                  <a:cubicBezTo>
                    <a:pt x="0" y="246"/>
                    <a:pt x="37" y="431"/>
                    <a:pt x="148" y="542"/>
                  </a:cubicBezTo>
                  <a:cubicBezTo>
                    <a:pt x="333" y="727"/>
                    <a:pt x="3624" y="3832"/>
                    <a:pt x="3587" y="9156"/>
                  </a:cubicBezTo>
                  <a:cubicBezTo>
                    <a:pt x="3587" y="10154"/>
                    <a:pt x="3476" y="11189"/>
                    <a:pt x="3217" y="12335"/>
                  </a:cubicBezTo>
                  <a:cubicBezTo>
                    <a:pt x="3180" y="12483"/>
                    <a:pt x="3291" y="12668"/>
                    <a:pt x="3476" y="12705"/>
                  </a:cubicBezTo>
                  <a:cubicBezTo>
                    <a:pt x="3495" y="12710"/>
                    <a:pt x="3515" y="12712"/>
                    <a:pt x="3534" y="12712"/>
                  </a:cubicBezTo>
                  <a:cubicBezTo>
                    <a:pt x="3669" y="12712"/>
                    <a:pt x="3813" y="12607"/>
                    <a:pt x="3845" y="12446"/>
                  </a:cubicBezTo>
                  <a:cubicBezTo>
                    <a:pt x="4104" y="11300"/>
                    <a:pt x="4215" y="10191"/>
                    <a:pt x="4215" y="9156"/>
                  </a:cubicBezTo>
                  <a:cubicBezTo>
                    <a:pt x="4215" y="6272"/>
                    <a:pt x="3291" y="4017"/>
                    <a:pt x="2404" y="2464"/>
                  </a:cubicBezTo>
                  <a:cubicBezTo>
                    <a:pt x="1479" y="911"/>
                    <a:pt x="592" y="98"/>
                    <a:pt x="555" y="98"/>
                  </a:cubicBezTo>
                  <a:cubicBezTo>
                    <a:pt x="503" y="29"/>
                    <a:pt x="436" y="1"/>
                    <a:pt x="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3"/>
            <p:cNvSpPr/>
            <p:nvPr/>
          </p:nvSpPr>
          <p:spPr>
            <a:xfrm>
              <a:off x="3008175" y="797525"/>
              <a:ext cx="96150" cy="329525"/>
            </a:xfrm>
            <a:custGeom>
              <a:avLst/>
              <a:gdLst/>
              <a:ahLst/>
              <a:cxnLst/>
              <a:rect l="l" t="t" r="r" b="b"/>
              <a:pathLst>
                <a:path w="3846" h="13181" extrusionOk="0">
                  <a:moveTo>
                    <a:pt x="349" y="1"/>
                  </a:moveTo>
                  <a:cubicBezTo>
                    <a:pt x="249" y="1"/>
                    <a:pt x="142" y="50"/>
                    <a:pt x="74" y="139"/>
                  </a:cubicBezTo>
                  <a:cubicBezTo>
                    <a:pt x="1" y="250"/>
                    <a:pt x="1" y="472"/>
                    <a:pt x="148" y="546"/>
                  </a:cubicBezTo>
                  <a:lnTo>
                    <a:pt x="185" y="583"/>
                  </a:lnTo>
                  <a:cubicBezTo>
                    <a:pt x="333" y="731"/>
                    <a:pt x="1110" y="1359"/>
                    <a:pt x="1812" y="2468"/>
                  </a:cubicBezTo>
                  <a:cubicBezTo>
                    <a:pt x="2551" y="3540"/>
                    <a:pt x="3217" y="5056"/>
                    <a:pt x="3217" y="6942"/>
                  </a:cubicBezTo>
                  <a:cubicBezTo>
                    <a:pt x="3217" y="8568"/>
                    <a:pt x="2699" y="10528"/>
                    <a:pt x="1184" y="12709"/>
                  </a:cubicBezTo>
                  <a:cubicBezTo>
                    <a:pt x="1110" y="12820"/>
                    <a:pt x="1147" y="13042"/>
                    <a:pt x="1258" y="13116"/>
                  </a:cubicBezTo>
                  <a:cubicBezTo>
                    <a:pt x="1316" y="13160"/>
                    <a:pt x="1380" y="13180"/>
                    <a:pt x="1443" y="13180"/>
                  </a:cubicBezTo>
                  <a:cubicBezTo>
                    <a:pt x="1540" y="13180"/>
                    <a:pt x="1634" y="13131"/>
                    <a:pt x="1701" y="13042"/>
                  </a:cubicBezTo>
                  <a:cubicBezTo>
                    <a:pt x="3254" y="10787"/>
                    <a:pt x="3845" y="8716"/>
                    <a:pt x="3845" y="6942"/>
                  </a:cubicBezTo>
                  <a:cubicBezTo>
                    <a:pt x="3845" y="4797"/>
                    <a:pt x="2995" y="3060"/>
                    <a:pt x="2182" y="1877"/>
                  </a:cubicBezTo>
                  <a:cubicBezTo>
                    <a:pt x="1368" y="731"/>
                    <a:pt x="555" y="102"/>
                    <a:pt x="518" y="65"/>
                  </a:cubicBezTo>
                  <a:cubicBezTo>
                    <a:pt x="474" y="21"/>
                    <a:pt x="413" y="1"/>
                    <a:pt x="3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3"/>
            <p:cNvSpPr/>
            <p:nvPr/>
          </p:nvSpPr>
          <p:spPr>
            <a:xfrm>
              <a:off x="3163450" y="1008025"/>
              <a:ext cx="75825" cy="198750"/>
            </a:xfrm>
            <a:custGeom>
              <a:avLst/>
              <a:gdLst/>
              <a:ahLst/>
              <a:cxnLst/>
              <a:rect l="l" t="t" r="r" b="b"/>
              <a:pathLst>
                <a:path w="3033" h="7950" extrusionOk="0">
                  <a:moveTo>
                    <a:pt x="2699" y="1"/>
                  </a:moveTo>
                  <a:cubicBezTo>
                    <a:pt x="2515" y="38"/>
                    <a:pt x="2404" y="185"/>
                    <a:pt x="2404" y="333"/>
                  </a:cubicBezTo>
                  <a:cubicBezTo>
                    <a:pt x="2404" y="592"/>
                    <a:pt x="2441" y="851"/>
                    <a:pt x="2441" y="1073"/>
                  </a:cubicBezTo>
                  <a:cubicBezTo>
                    <a:pt x="2441" y="3069"/>
                    <a:pt x="1849" y="4659"/>
                    <a:pt x="1258" y="5768"/>
                  </a:cubicBezTo>
                  <a:cubicBezTo>
                    <a:pt x="962" y="6323"/>
                    <a:pt x="666" y="6729"/>
                    <a:pt x="444" y="6988"/>
                  </a:cubicBezTo>
                  <a:cubicBezTo>
                    <a:pt x="333" y="7136"/>
                    <a:pt x="259" y="7247"/>
                    <a:pt x="185" y="7321"/>
                  </a:cubicBezTo>
                  <a:lnTo>
                    <a:pt x="111" y="7395"/>
                  </a:lnTo>
                  <a:lnTo>
                    <a:pt x="111" y="7432"/>
                  </a:lnTo>
                  <a:cubicBezTo>
                    <a:pt x="1" y="7543"/>
                    <a:pt x="1" y="7727"/>
                    <a:pt x="111" y="7838"/>
                  </a:cubicBezTo>
                  <a:cubicBezTo>
                    <a:pt x="167" y="7912"/>
                    <a:pt x="241" y="7949"/>
                    <a:pt x="319" y="7949"/>
                  </a:cubicBezTo>
                  <a:cubicBezTo>
                    <a:pt x="398" y="7949"/>
                    <a:pt x="481" y="7912"/>
                    <a:pt x="555" y="7838"/>
                  </a:cubicBezTo>
                  <a:cubicBezTo>
                    <a:pt x="555" y="7838"/>
                    <a:pt x="3032" y="5361"/>
                    <a:pt x="3032" y="1073"/>
                  </a:cubicBezTo>
                  <a:cubicBezTo>
                    <a:pt x="3032" y="814"/>
                    <a:pt x="3032" y="555"/>
                    <a:pt x="3032" y="296"/>
                  </a:cubicBezTo>
                  <a:cubicBezTo>
                    <a:pt x="2995" y="148"/>
                    <a:pt x="2847" y="1"/>
                    <a:pt x="269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3"/>
            <p:cNvSpPr/>
            <p:nvPr/>
          </p:nvSpPr>
          <p:spPr>
            <a:xfrm>
              <a:off x="3098750" y="2625175"/>
              <a:ext cx="1443725" cy="1942225"/>
            </a:xfrm>
            <a:custGeom>
              <a:avLst/>
              <a:gdLst/>
              <a:ahLst/>
              <a:cxnLst/>
              <a:rect l="l" t="t" r="r" b="b"/>
              <a:pathLst>
                <a:path w="57749" h="77689" extrusionOk="0">
                  <a:moveTo>
                    <a:pt x="26992" y="1"/>
                  </a:moveTo>
                  <a:cubicBezTo>
                    <a:pt x="22788" y="1"/>
                    <a:pt x="13098" y="970"/>
                    <a:pt x="6914" y="7186"/>
                  </a:cubicBezTo>
                  <a:cubicBezTo>
                    <a:pt x="6914" y="7186"/>
                    <a:pt x="2515" y="12805"/>
                    <a:pt x="1258" y="23490"/>
                  </a:cubicBezTo>
                  <a:cubicBezTo>
                    <a:pt x="1" y="34174"/>
                    <a:pt x="1442" y="77689"/>
                    <a:pt x="1442" y="77689"/>
                  </a:cubicBezTo>
                  <a:lnTo>
                    <a:pt x="57749" y="74435"/>
                  </a:lnTo>
                  <a:cubicBezTo>
                    <a:pt x="57749" y="74435"/>
                    <a:pt x="46251" y="20791"/>
                    <a:pt x="41851" y="11770"/>
                  </a:cubicBezTo>
                  <a:cubicBezTo>
                    <a:pt x="37452" y="2786"/>
                    <a:pt x="31167" y="272"/>
                    <a:pt x="28468" y="50"/>
                  </a:cubicBezTo>
                  <a:cubicBezTo>
                    <a:pt x="28115" y="22"/>
                    <a:pt x="27614" y="1"/>
                    <a:pt x="269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3"/>
            <p:cNvSpPr/>
            <p:nvPr/>
          </p:nvSpPr>
          <p:spPr>
            <a:xfrm>
              <a:off x="3109850" y="2618100"/>
              <a:ext cx="1440950" cy="1957625"/>
            </a:xfrm>
            <a:custGeom>
              <a:avLst/>
              <a:gdLst/>
              <a:ahLst/>
              <a:cxnLst/>
              <a:rect l="l" t="t" r="r" b="b"/>
              <a:pathLst>
                <a:path w="57638" h="78305" extrusionOk="0">
                  <a:moveTo>
                    <a:pt x="26582" y="592"/>
                  </a:moveTo>
                  <a:cubicBezTo>
                    <a:pt x="27174" y="592"/>
                    <a:pt x="27654" y="629"/>
                    <a:pt x="27987" y="629"/>
                  </a:cubicBezTo>
                  <a:cubicBezTo>
                    <a:pt x="29281" y="740"/>
                    <a:pt x="31499" y="1405"/>
                    <a:pt x="33902" y="3143"/>
                  </a:cubicBezTo>
                  <a:cubicBezTo>
                    <a:pt x="36305" y="4918"/>
                    <a:pt x="38967" y="7727"/>
                    <a:pt x="41149" y="12201"/>
                  </a:cubicBezTo>
                  <a:cubicBezTo>
                    <a:pt x="42221" y="14382"/>
                    <a:pt x="43773" y="19447"/>
                    <a:pt x="45437" y="25732"/>
                  </a:cubicBezTo>
                  <a:cubicBezTo>
                    <a:pt x="47988" y="35160"/>
                    <a:pt x="50872" y="47434"/>
                    <a:pt x="53127" y="57342"/>
                  </a:cubicBezTo>
                  <a:cubicBezTo>
                    <a:pt x="54273" y="62296"/>
                    <a:pt x="55234" y="66659"/>
                    <a:pt x="55900" y="69801"/>
                  </a:cubicBezTo>
                  <a:cubicBezTo>
                    <a:pt x="56270" y="71354"/>
                    <a:pt x="56528" y="72611"/>
                    <a:pt x="56713" y="73461"/>
                  </a:cubicBezTo>
                  <a:cubicBezTo>
                    <a:pt x="56805" y="73886"/>
                    <a:pt x="56879" y="74218"/>
                    <a:pt x="56930" y="74444"/>
                  </a:cubicBezTo>
                  <a:lnTo>
                    <a:pt x="56930" y="74444"/>
                  </a:lnTo>
                  <a:lnTo>
                    <a:pt x="1322" y="77657"/>
                  </a:lnTo>
                  <a:lnTo>
                    <a:pt x="1322" y="77657"/>
                  </a:lnTo>
                  <a:cubicBezTo>
                    <a:pt x="1307" y="77139"/>
                    <a:pt x="1273" y="75999"/>
                    <a:pt x="1220" y="74386"/>
                  </a:cubicBezTo>
                  <a:cubicBezTo>
                    <a:pt x="998" y="67620"/>
                    <a:pt x="592" y="52536"/>
                    <a:pt x="592" y="40188"/>
                  </a:cubicBezTo>
                  <a:cubicBezTo>
                    <a:pt x="592" y="33163"/>
                    <a:pt x="740" y="26989"/>
                    <a:pt x="1109" y="23810"/>
                  </a:cubicBezTo>
                  <a:cubicBezTo>
                    <a:pt x="1738" y="18523"/>
                    <a:pt x="3143" y="14456"/>
                    <a:pt x="4400" y="11757"/>
                  </a:cubicBezTo>
                  <a:cubicBezTo>
                    <a:pt x="4991" y="10389"/>
                    <a:pt x="5583" y="9354"/>
                    <a:pt x="6026" y="8652"/>
                  </a:cubicBezTo>
                  <a:cubicBezTo>
                    <a:pt x="6211" y="8319"/>
                    <a:pt x="6396" y="8060"/>
                    <a:pt x="6507" y="7912"/>
                  </a:cubicBezTo>
                  <a:cubicBezTo>
                    <a:pt x="6581" y="7801"/>
                    <a:pt x="6618" y="7727"/>
                    <a:pt x="6655" y="7690"/>
                  </a:cubicBezTo>
                  <a:lnTo>
                    <a:pt x="6673" y="7672"/>
                  </a:lnTo>
                  <a:lnTo>
                    <a:pt x="6673" y="7672"/>
                  </a:lnTo>
                  <a:lnTo>
                    <a:pt x="6692" y="7690"/>
                  </a:lnTo>
                  <a:cubicBezTo>
                    <a:pt x="9724" y="4622"/>
                    <a:pt x="13679" y="2847"/>
                    <a:pt x="17376" y="1849"/>
                  </a:cubicBezTo>
                  <a:cubicBezTo>
                    <a:pt x="21074" y="851"/>
                    <a:pt x="24512" y="592"/>
                    <a:pt x="26582" y="592"/>
                  </a:cubicBezTo>
                  <a:close/>
                  <a:moveTo>
                    <a:pt x="26582" y="1"/>
                  </a:moveTo>
                  <a:cubicBezTo>
                    <a:pt x="24475" y="1"/>
                    <a:pt x="20963" y="222"/>
                    <a:pt x="17192" y="1258"/>
                  </a:cubicBezTo>
                  <a:cubicBezTo>
                    <a:pt x="13421" y="2256"/>
                    <a:pt x="9391" y="4067"/>
                    <a:pt x="6248" y="7247"/>
                  </a:cubicBezTo>
                  <a:lnTo>
                    <a:pt x="6211" y="7247"/>
                  </a:lnTo>
                  <a:cubicBezTo>
                    <a:pt x="6174" y="7284"/>
                    <a:pt x="1775" y="13014"/>
                    <a:pt x="518" y="23736"/>
                  </a:cubicBezTo>
                  <a:cubicBezTo>
                    <a:pt x="111" y="26989"/>
                    <a:pt x="0" y="33126"/>
                    <a:pt x="0" y="40188"/>
                  </a:cubicBezTo>
                  <a:cubicBezTo>
                    <a:pt x="0" y="56677"/>
                    <a:pt x="703" y="78009"/>
                    <a:pt x="703" y="78009"/>
                  </a:cubicBezTo>
                  <a:cubicBezTo>
                    <a:pt x="703" y="78083"/>
                    <a:pt x="740" y="78157"/>
                    <a:pt x="814" y="78231"/>
                  </a:cubicBezTo>
                  <a:cubicBezTo>
                    <a:pt x="851" y="78268"/>
                    <a:pt x="962" y="78305"/>
                    <a:pt x="1035" y="78305"/>
                  </a:cubicBezTo>
                  <a:lnTo>
                    <a:pt x="57342" y="75051"/>
                  </a:lnTo>
                  <a:cubicBezTo>
                    <a:pt x="57416" y="75014"/>
                    <a:pt x="57490" y="74977"/>
                    <a:pt x="57563" y="74903"/>
                  </a:cubicBezTo>
                  <a:cubicBezTo>
                    <a:pt x="57600" y="74829"/>
                    <a:pt x="57637" y="74755"/>
                    <a:pt x="57600" y="74681"/>
                  </a:cubicBezTo>
                  <a:cubicBezTo>
                    <a:pt x="57600" y="74681"/>
                    <a:pt x="54717" y="61261"/>
                    <a:pt x="51315" y="46695"/>
                  </a:cubicBezTo>
                  <a:cubicBezTo>
                    <a:pt x="49578" y="39411"/>
                    <a:pt x="47729" y="31869"/>
                    <a:pt x="46029" y="25584"/>
                  </a:cubicBezTo>
                  <a:cubicBezTo>
                    <a:pt x="44328" y="19262"/>
                    <a:pt x="42812" y="14234"/>
                    <a:pt x="41703" y="11905"/>
                  </a:cubicBezTo>
                  <a:cubicBezTo>
                    <a:pt x="39485" y="7395"/>
                    <a:pt x="36749" y="4474"/>
                    <a:pt x="34272" y="2662"/>
                  </a:cubicBezTo>
                  <a:cubicBezTo>
                    <a:pt x="31758" y="851"/>
                    <a:pt x="29466" y="148"/>
                    <a:pt x="28024" y="38"/>
                  </a:cubicBezTo>
                  <a:cubicBezTo>
                    <a:pt x="27691" y="1"/>
                    <a:pt x="27174" y="1"/>
                    <a:pt x="2658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3"/>
            <p:cNvSpPr/>
            <p:nvPr/>
          </p:nvSpPr>
          <p:spPr>
            <a:xfrm>
              <a:off x="3163450" y="3439150"/>
              <a:ext cx="191350" cy="241775"/>
            </a:xfrm>
            <a:custGeom>
              <a:avLst/>
              <a:gdLst/>
              <a:ahLst/>
              <a:cxnLst/>
              <a:rect l="l" t="t" r="r" b="b"/>
              <a:pathLst>
                <a:path w="7654" h="9671" extrusionOk="0">
                  <a:moveTo>
                    <a:pt x="1684" y="1"/>
                  </a:moveTo>
                  <a:cubicBezTo>
                    <a:pt x="776" y="1"/>
                    <a:pt x="1" y="458"/>
                    <a:pt x="1" y="2022"/>
                  </a:cubicBezTo>
                  <a:cubicBezTo>
                    <a:pt x="1" y="5793"/>
                    <a:pt x="3069" y="9157"/>
                    <a:pt x="4511" y="9564"/>
                  </a:cubicBezTo>
                  <a:cubicBezTo>
                    <a:pt x="4776" y="9637"/>
                    <a:pt x="5034" y="9671"/>
                    <a:pt x="5281" y="9671"/>
                  </a:cubicBezTo>
                  <a:cubicBezTo>
                    <a:pt x="6407" y="9671"/>
                    <a:pt x="7287" y="8965"/>
                    <a:pt x="7469" y="8085"/>
                  </a:cubicBezTo>
                  <a:cubicBezTo>
                    <a:pt x="7653" y="7050"/>
                    <a:pt x="4511" y="913"/>
                    <a:pt x="4511" y="913"/>
                  </a:cubicBezTo>
                  <a:cubicBezTo>
                    <a:pt x="4511" y="913"/>
                    <a:pt x="2965" y="1"/>
                    <a:pt x="1684"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3"/>
            <p:cNvSpPr/>
            <p:nvPr/>
          </p:nvSpPr>
          <p:spPr>
            <a:xfrm>
              <a:off x="3156050" y="3431450"/>
              <a:ext cx="201525" cy="256975"/>
            </a:xfrm>
            <a:custGeom>
              <a:avLst/>
              <a:gdLst/>
              <a:ahLst/>
              <a:cxnLst/>
              <a:rect l="l" t="t" r="r" b="b"/>
              <a:pathLst>
                <a:path w="8061" h="10279" extrusionOk="0">
                  <a:moveTo>
                    <a:pt x="1997" y="629"/>
                  </a:moveTo>
                  <a:cubicBezTo>
                    <a:pt x="2552" y="629"/>
                    <a:pt x="3254" y="814"/>
                    <a:pt x="3772" y="1036"/>
                  </a:cubicBezTo>
                  <a:cubicBezTo>
                    <a:pt x="4031" y="1147"/>
                    <a:pt x="4252" y="1258"/>
                    <a:pt x="4400" y="1332"/>
                  </a:cubicBezTo>
                  <a:cubicBezTo>
                    <a:pt x="4474" y="1406"/>
                    <a:pt x="4548" y="1406"/>
                    <a:pt x="4585" y="1443"/>
                  </a:cubicBezTo>
                  <a:lnTo>
                    <a:pt x="4589" y="1445"/>
                  </a:lnTo>
                  <a:lnTo>
                    <a:pt x="4589" y="1445"/>
                  </a:lnTo>
                  <a:cubicBezTo>
                    <a:pt x="4658" y="1573"/>
                    <a:pt x="4806" y="1857"/>
                    <a:pt x="4992" y="2256"/>
                  </a:cubicBezTo>
                  <a:cubicBezTo>
                    <a:pt x="5399" y="3106"/>
                    <a:pt x="6027" y="4400"/>
                    <a:pt x="6545" y="5583"/>
                  </a:cubicBezTo>
                  <a:cubicBezTo>
                    <a:pt x="6803" y="6175"/>
                    <a:pt x="7025" y="6766"/>
                    <a:pt x="7210" y="7247"/>
                  </a:cubicBezTo>
                  <a:cubicBezTo>
                    <a:pt x="7358" y="7728"/>
                    <a:pt x="7469" y="8134"/>
                    <a:pt x="7432" y="8282"/>
                  </a:cubicBezTo>
                  <a:lnTo>
                    <a:pt x="7432" y="8356"/>
                  </a:lnTo>
                  <a:cubicBezTo>
                    <a:pt x="7321" y="9022"/>
                    <a:pt x="6582" y="9687"/>
                    <a:pt x="5583" y="9687"/>
                  </a:cubicBezTo>
                  <a:cubicBezTo>
                    <a:pt x="5362" y="9687"/>
                    <a:pt x="5140" y="9650"/>
                    <a:pt x="4918" y="9576"/>
                  </a:cubicBezTo>
                  <a:cubicBezTo>
                    <a:pt x="4622" y="9502"/>
                    <a:pt x="4178" y="9243"/>
                    <a:pt x="3698" y="8800"/>
                  </a:cubicBezTo>
                  <a:cubicBezTo>
                    <a:pt x="2293" y="7580"/>
                    <a:pt x="592" y="5029"/>
                    <a:pt x="629" y="2330"/>
                  </a:cubicBezTo>
                  <a:cubicBezTo>
                    <a:pt x="629" y="1591"/>
                    <a:pt x="814" y="1184"/>
                    <a:pt x="1036" y="962"/>
                  </a:cubicBezTo>
                  <a:cubicBezTo>
                    <a:pt x="1258" y="740"/>
                    <a:pt x="1591" y="629"/>
                    <a:pt x="1997" y="629"/>
                  </a:cubicBezTo>
                  <a:close/>
                  <a:moveTo>
                    <a:pt x="1997" y="1"/>
                  </a:moveTo>
                  <a:cubicBezTo>
                    <a:pt x="1480" y="1"/>
                    <a:pt x="962" y="149"/>
                    <a:pt x="592" y="518"/>
                  </a:cubicBezTo>
                  <a:cubicBezTo>
                    <a:pt x="223" y="925"/>
                    <a:pt x="1" y="1517"/>
                    <a:pt x="1" y="2330"/>
                  </a:cubicBezTo>
                  <a:cubicBezTo>
                    <a:pt x="1" y="4289"/>
                    <a:pt x="777" y="6138"/>
                    <a:pt x="1775" y="7543"/>
                  </a:cubicBezTo>
                  <a:cubicBezTo>
                    <a:pt x="2256" y="8245"/>
                    <a:pt x="2774" y="8837"/>
                    <a:pt x="3291" y="9280"/>
                  </a:cubicBezTo>
                  <a:cubicBezTo>
                    <a:pt x="3809" y="9724"/>
                    <a:pt x="4289" y="10057"/>
                    <a:pt x="4733" y="10168"/>
                  </a:cubicBezTo>
                  <a:cubicBezTo>
                    <a:pt x="5029" y="10242"/>
                    <a:pt x="5325" y="10279"/>
                    <a:pt x="5583" y="10279"/>
                  </a:cubicBezTo>
                  <a:cubicBezTo>
                    <a:pt x="6840" y="10279"/>
                    <a:pt x="7839" y="9502"/>
                    <a:pt x="8060" y="8467"/>
                  </a:cubicBezTo>
                  <a:cubicBezTo>
                    <a:pt x="8060" y="8393"/>
                    <a:pt x="8060" y="8356"/>
                    <a:pt x="8060" y="8282"/>
                  </a:cubicBezTo>
                  <a:cubicBezTo>
                    <a:pt x="8060" y="8060"/>
                    <a:pt x="8023" y="7839"/>
                    <a:pt x="7913" y="7506"/>
                  </a:cubicBezTo>
                  <a:cubicBezTo>
                    <a:pt x="7617" y="6508"/>
                    <a:pt x="6914" y="4881"/>
                    <a:pt x="6286" y="3550"/>
                  </a:cubicBezTo>
                  <a:cubicBezTo>
                    <a:pt x="5657" y="2182"/>
                    <a:pt x="5103" y="1073"/>
                    <a:pt x="5103" y="1073"/>
                  </a:cubicBezTo>
                  <a:lnTo>
                    <a:pt x="4955" y="962"/>
                  </a:lnTo>
                  <a:cubicBezTo>
                    <a:pt x="4955" y="925"/>
                    <a:pt x="4548" y="703"/>
                    <a:pt x="3994" y="481"/>
                  </a:cubicBezTo>
                  <a:cubicBezTo>
                    <a:pt x="3439" y="260"/>
                    <a:pt x="2700" y="1"/>
                    <a:pt x="199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3"/>
            <p:cNvSpPr/>
            <p:nvPr/>
          </p:nvSpPr>
          <p:spPr>
            <a:xfrm>
              <a:off x="3194875" y="3486925"/>
              <a:ext cx="112775" cy="128475"/>
            </a:xfrm>
            <a:custGeom>
              <a:avLst/>
              <a:gdLst/>
              <a:ahLst/>
              <a:cxnLst/>
              <a:rect l="l" t="t" r="r" b="b"/>
              <a:pathLst>
                <a:path w="4511" h="5139" extrusionOk="0">
                  <a:moveTo>
                    <a:pt x="1368" y="0"/>
                  </a:moveTo>
                  <a:cubicBezTo>
                    <a:pt x="851" y="0"/>
                    <a:pt x="481" y="185"/>
                    <a:pt x="259" y="481"/>
                  </a:cubicBezTo>
                  <a:cubicBezTo>
                    <a:pt x="38" y="776"/>
                    <a:pt x="1" y="1146"/>
                    <a:pt x="1" y="1442"/>
                  </a:cubicBezTo>
                  <a:cubicBezTo>
                    <a:pt x="1" y="1996"/>
                    <a:pt x="148" y="2440"/>
                    <a:pt x="148" y="2477"/>
                  </a:cubicBezTo>
                  <a:cubicBezTo>
                    <a:pt x="206" y="2593"/>
                    <a:pt x="309" y="2685"/>
                    <a:pt x="439" y="2685"/>
                  </a:cubicBezTo>
                  <a:cubicBezTo>
                    <a:pt x="476" y="2685"/>
                    <a:pt x="515" y="2678"/>
                    <a:pt x="555" y="2662"/>
                  </a:cubicBezTo>
                  <a:cubicBezTo>
                    <a:pt x="703" y="2625"/>
                    <a:pt x="777" y="2440"/>
                    <a:pt x="740" y="2292"/>
                  </a:cubicBezTo>
                  <a:lnTo>
                    <a:pt x="740" y="2255"/>
                  </a:lnTo>
                  <a:cubicBezTo>
                    <a:pt x="703" y="2181"/>
                    <a:pt x="592" y="1812"/>
                    <a:pt x="592" y="1442"/>
                  </a:cubicBezTo>
                  <a:cubicBezTo>
                    <a:pt x="592" y="1220"/>
                    <a:pt x="666" y="998"/>
                    <a:pt x="740" y="850"/>
                  </a:cubicBezTo>
                  <a:cubicBezTo>
                    <a:pt x="851" y="703"/>
                    <a:pt x="999" y="629"/>
                    <a:pt x="1368" y="592"/>
                  </a:cubicBezTo>
                  <a:cubicBezTo>
                    <a:pt x="1405" y="592"/>
                    <a:pt x="1479" y="592"/>
                    <a:pt x="1553" y="629"/>
                  </a:cubicBezTo>
                  <a:cubicBezTo>
                    <a:pt x="1923" y="666"/>
                    <a:pt x="2293" y="813"/>
                    <a:pt x="2589" y="1072"/>
                  </a:cubicBezTo>
                  <a:cubicBezTo>
                    <a:pt x="3032" y="1442"/>
                    <a:pt x="3365" y="1960"/>
                    <a:pt x="3587" y="2403"/>
                  </a:cubicBezTo>
                  <a:cubicBezTo>
                    <a:pt x="3629" y="2487"/>
                    <a:pt x="3665" y="2571"/>
                    <a:pt x="3697" y="2651"/>
                  </a:cubicBezTo>
                  <a:lnTo>
                    <a:pt x="3697" y="2651"/>
                  </a:lnTo>
                  <a:cubicBezTo>
                    <a:pt x="3536" y="2615"/>
                    <a:pt x="3358" y="2588"/>
                    <a:pt x="3180" y="2588"/>
                  </a:cubicBezTo>
                  <a:cubicBezTo>
                    <a:pt x="2921" y="2588"/>
                    <a:pt x="2625" y="2662"/>
                    <a:pt x="2404" y="2810"/>
                  </a:cubicBezTo>
                  <a:cubicBezTo>
                    <a:pt x="2145" y="2995"/>
                    <a:pt x="1997" y="3327"/>
                    <a:pt x="1997" y="3697"/>
                  </a:cubicBezTo>
                  <a:cubicBezTo>
                    <a:pt x="1997" y="3993"/>
                    <a:pt x="2071" y="4215"/>
                    <a:pt x="2182" y="4437"/>
                  </a:cubicBezTo>
                  <a:cubicBezTo>
                    <a:pt x="2330" y="4732"/>
                    <a:pt x="2589" y="4917"/>
                    <a:pt x="2847" y="5028"/>
                  </a:cubicBezTo>
                  <a:cubicBezTo>
                    <a:pt x="3069" y="5102"/>
                    <a:pt x="3328" y="5139"/>
                    <a:pt x="3476" y="5139"/>
                  </a:cubicBezTo>
                  <a:cubicBezTo>
                    <a:pt x="3587" y="5139"/>
                    <a:pt x="3661" y="5102"/>
                    <a:pt x="3661" y="5102"/>
                  </a:cubicBezTo>
                  <a:cubicBezTo>
                    <a:pt x="3846" y="5102"/>
                    <a:pt x="3956" y="4954"/>
                    <a:pt x="3956" y="4769"/>
                  </a:cubicBezTo>
                  <a:cubicBezTo>
                    <a:pt x="3924" y="4608"/>
                    <a:pt x="3808" y="4503"/>
                    <a:pt x="3656" y="4503"/>
                  </a:cubicBezTo>
                  <a:cubicBezTo>
                    <a:pt x="3634" y="4503"/>
                    <a:pt x="3611" y="4506"/>
                    <a:pt x="3587" y="4510"/>
                  </a:cubicBezTo>
                  <a:lnTo>
                    <a:pt x="3476" y="4510"/>
                  </a:lnTo>
                  <a:cubicBezTo>
                    <a:pt x="3328" y="4510"/>
                    <a:pt x="3106" y="4474"/>
                    <a:pt x="2921" y="4363"/>
                  </a:cubicBezTo>
                  <a:cubicBezTo>
                    <a:pt x="2847" y="4326"/>
                    <a:pt x="2773" y="4252"/>
                    <a:pt x="2736" y="4141"/>
                  </a:cubicBezTo>
                  <a:cubicBezTo>
                    <a:pt x="2662" y="4030"/>
                    <a:pt x="2625" y="3919"/>
                    <a:pt x="2625" y="3697"/>
                  </a:cubicBezTo>
                  <a:cubicBezTo>
                    <a:pt x="2625" y="3438"/>
                    <a:pt x="2699" y="3364"/>
                    <a:pt x="2773" y="3327"/>
                  </a:cubicBezTo>
                  <a:cubicBezTo>
                    <a:pt x="2847" y="3253"/>
                    <a:pt x="2995" y="3217"/>
                    <a:pt x="3180" y="3217"/>
                  </a:cubicBezTo>
                  <a:cubicBezTo>
                    <a:pt x="3365" y="3217"/>
                    <a:pt x="3624" y="3253"/>
                    <a:pt x="3772" y="3327"/>
                  </a:cubicBezTo>
                  <a:cubicBezTo>
                    <a:pt x="3882" y="3327"/>
                    <a:pt x="3956" y="3364"/>
                    <a:pt x="3993" y="3364"/>
                  </a:cubicBezTo>
                  <a:lnTo>
                    <a:pt x="4067" y="3401"/>
                  </a:lnTo>
                  <a:cubicBezTo>
                    <a:pt x="4113" y="3417"/>
                    <a:pt x="4166" y="3426"/>
                    <a:pt x="4216" y="3426"/>
                  </a:cubicBezTo>
                  <a:cubicBezTo>
                    <a:pt x="4288" y="3426"/>
                    <a:pt x="4357" y="3408"/>
                    <a:pt x="4400" y="3364"/>
                  </a:cubicBezTo>
                  <a:cubicBezTo>
                    <a:pt x="4474" y="3253"/>
                    <a:pt x="4511" y="3143"/>
                    <a:pt x="4511" y="3032"/>
                  </a:cubicBezTo>
                  <a:cubicBezTo>
                    <a:pt x="4474" y="3032"/>
                    <a:pt x="4289" y="2329"/>
                    <a:pt x="3846" y="1627"/>
                  </a:cubicBezTo>
                  <a:cubicBezTo>
                    <a:pt x="3624" y="1257"/>
                    <a:pt x="3328" y="887"/>
                    <a:pt x="2958" y="592"/>
                  </a:cubicBezTo>
                  <a:cubicBezTo>
                    <a:pt x="2589" y="296"/>
                    <a:pt x="2145" y="37"/>
                    <a:pt x="159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3"/>
            <p:cNvSpPr/>
            <p:nvPr/>
          </p:nvSpPr>
          <p:spPr>
            <a:xfrm>
              <a:off x="2775250" y="4005425"/>
              <a:ext cx="2131400" cy="1273425"/>
            </a:xfrm>
            <a:custGeom>
              <a:avLst/>
              <a:gdLst/>
              <a:ahLst/>
              <a:cxnLst/>
              <a:rect l="l" t="t" r="r" b="b"/>
              <a:pathLst>
                <a:path w="85256" h="50937" extrusionOk="0">
                  <a:moveTo>
                    <a:pt x="39781" y="1"/>
                  </a:moveTo>
                  <a:cubicBezTo>
                    <a:pt x="39781" y="1"/>
                    <a:pt x="11314" y="16527"/>
                    <a:pt x="7358" y="18005"/>
                  </a:cubicBezTo>
                  <a:cubicBezTo>
                    <a:pt x="3365" y="19447"/>
                    <a:pt x="1" y="37896"/>
                    <a:pt x="1" y="37896"/>
                  </a:cubicBezTo>
                  <a:cubicBezTo>
                    <a:pt x="6441" y="42864"/>
                    <a:pt x="27866" y="50910"/>
                    <a:pt x="43560" y="50910"/>
                  </a:cubicBezTo>
                  <a:cubicBezTo>
                    <a:pt x="43631" y="50910"/>
                    <a:pt x="43703" y="50910"/>
                    <a:pt x="43774" y="50909"/>
                  </a:cubicBezTo>
                  <a:cubicBezTo>
                    <a:pt x="44591" y="50927"/>
                    <a:pt x="45414" y="50937"/>
                    <a:pt x="46242" y="50937"/>
                  </a:cubicBezTo>
                  <a:cubicBezTo>
                    <a:pt x="58947" y="50937"/>
                    <a:pt x="72899" y="48764"/>
                    <a:pt x="85255" y="43072"/>
                  </a:cubicBezTo>
                  <a:cubicBezTo>
                    <a:pt x="85255" y="43072"/>
                    <a:pt x="79746" y="14641"/>
                    <a:pt x="77676" y="12756"/>
                  </a:cubicBezTo>
                  <a:cubicBezTo>
                    <a:pt x="75569" y="10870"/>
                    <a:pt x="39781" y="1"/>
                    <a:pt x="3978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3"/>
            <p:cNvSpPr/>
            <p:nvPr/>
          </p:nvSpPr>
          <p:spPr>
            <a:xfrm>
              <a:off x="2766950" y="3997650"/>
              <a:ext cx="2148000" cy="1288850"/>
            </a:xfrm>
            <a:custGeom>
              <a:avLst/>
              <a:gdLst/>
              <a:ahLst/>
              <a:cxnLst/>
              <a:rect l="l" t="t" r="r" b="b"/>
              <a:pathLst>
                <a:path w="85920" h="51554" extrusionOk="0">
                  <a:moveTo>
                    <a:pt x="40140" y="641"/>
                  </a:moveTo>
                  <a:cubicBezTo>
                    <a:pt x="40341" y="706"/>
                    <a:pt x="40833" y="866"/>
                    <a:pt x="41555" y="1088"/>
                  </a:cubicBezTo>
                  <a:cubicBezTo>
                    <a:pt x="44993" y="2123"/>
                    <a:pt x="53645" y="4785"/>
                    <a:pt x="61630" y="7410"/>
                  </a:cubicBezTo>
                  <a:cubicBezTo>
                    <a:pt x="65623" y="8704"/>
                    <a:pt x="69468" y="9998"/>
                    <a:pt x="72426" y="11033"/>
                  </a:cubicBezTo>
                  <a:cubicBezTo>
                    <a:pt x="73904" y="11588"/>
                    <a:pt x="75124" y="12068"/>
                    <a:pt x="76086" y="12438"/>
                  </a:cubicBezTo>
                  <a:cubicBezTo>
                    <a:pt x="76529" y="12660"/>
                    <a:pt x="76936" y="12808"/>
                    <a:pt x="77232" y="12956"/>
                  </a:cubicBezTo>
                  <a:cubicBezTo>
                    <a:pt x="77528" y="13103"/>
                    <a:pt x="77712" y="13251"/>
                    <a:pt x="77786" y="13288"/>
                  </a:cubicBezTo>
                  <a:cubicBezTo>
                    <a:pt x="77860" y="13362"/>
                    <a:pt x="78008" y="13584"/>
                    <a:pt x="78156" y="13880"/>
                  </a:cubicBezTo>
                  <a:cubicBezTo>
                    <a:pt x="78711" y="14989"/>
                    <a:pt x="79450" y="17429"/>
                    <a:pt x="80226" y="20424"/>
                  </a:cubicBezTo>
                  <a:cubicBezTo>
                    <a:pt x="81409" y="24897"/>
                    <a:pt x="82666" y="30665"/>
                    <a:pt x="83665" y="35286"/>
                  </a:cubicBezTo>
                  <a:cubicBezTo>
                    <a:pt x="84145" y="37615"/>
                    <a:pt x="84552" y="39648"/>
                    <a:pt x="84848" y="41090"/>
                  </a:cubicBezTo>
                  <a:cubicBezTo>
                    <a:pt x="85049" y="42095"/>
                    <a:pt x="85181" y="42827"/>
                    <a:pt x="85246" y="43193"/>
                  </a:cubicBezTo>
                  <a:lnTo>
                    <a:pt x="85246" y="43193"/>
                  </a:lnTo>
                  <a:cubicBezTo>
                    <a:pt x="73065" y="48771"/>
                    <a:pt x="59296" y="50925"/>
                    <a:pt x="46731" y="50925"/>
                  </a:cubicBezTo>
                  <a:cubicBezTo>
                    <a:pt x="45844" y="50925"/>
                    <a:pt x="44956" y="50925"/>
                    <a:pt x="44106" y="50888"/>
                  </a:cubicBezTo>
                  <a:lnTo>
                    <a:pt x="43810" y="50888"/>
                  </a:lnTo>
                  <a:cubicBezTo>
                    <a:pt x="36047" y="50888"/>
                    <a:pt x="26804" y="48891"/>
                    <a:pt x="18707" y="46266"/>
                  </a:cubicBezTo>
                  <a:cubicBezTo>
                    <a:pt x="14678" y="44972"/>
                    <a:pt x="10907" y="43493"/>
                    <a:pt x="7764" y="42052"/>
                  </a:cubicBezTo>
                  <a:cubicBezTo>
                    <a:pt x="4720" y="40655"/>
                    <a:pt x="2265" y="39258"/>
                    <a:pt x="669" y="38063"/>
                  </a:cubicBezTo>
                  <a:lnTo>
                    <a:pt x="669" y="38063"/>
                  </a:lnTo>
                  <a:cubicBezTo>
                    <a:pt x="698" y="37928"/>
                    <a:pt x="737" y="37724"/>
                    <a:pt x="777" y="37467"/>
                  </a:cubicBezTo>
                  <a:cubicBezTo>
                    <a:pt x="1146" y="35693"/>
                    <a:pt x="2071" y="31256"/>
                    <a:pt x="3328" y="27078"/>
                  </a:cubicBezTo>
                  <a:cubicBezTo>
                    <a:pt x="3956" y="25008"/>
                    <a:pt x="4695" y="23012"/>
                    <a:pt x="5472" y="21459"/>
                  </a:cubicBezTo>
                  <a:cubicBezTo>
                    <a:pt x="5842" y="20682"/>
                    <a:pt x="6248" y="20054"/>
                    <a:pt x="6655" y="19536"/>
                  </a:cubicBezTo>
                  <a:cubicBezTo>
                    <a:pt x="7025" y="19056"/>
                    <a:pt x="7431" y="18723"/>
                    <a:pt x="7801" y="18612"/>
                  </a:cubicBezTo>
                  <a:cubicBezTo>
                    <a:pt x="8319" y="18390"/>
                    <a:pt x="9206" y="17984"/>
                    <a:pt x="10352" y="17392"/>
                  </a:cubicBezTo>
                  <a:cubicBezTo>
                    <a:pt x="18132" y="13432"/>
                    <a:pt x="38392" y="1658"/>
                    <a:pt x="40140" y="641"/>
                  </a:cubicBezTo>
                  <a:close/>
                  <a:moveTo>
                    <a:pt x="40135" y="1"/>
                  </a:moveTo>
                  <a:cubicBezTo>
                    <a:pt x="40070" y="1"/>
                    <a:pt x="40018" y="27"/>
                    <a:pt x="39965" y="53"/>
                  </a:cubicBezTo>
                  <a:cubicBezTo>
                    <a:pt x="39965" y="53"/>
                    <a:pt x="39522" y="312"/>
                    <a:pt x="38745" y="755"/>
                  </a:cubicBezTo>
                  <a:cubicBezTo>
                    <a:pt x="35973" y="2345"/>
                    <a:pt x="29059" y="6338"/>
                    <a:pt x="22367" y="10109"/>
                  </a:cubicBezTo>
                  <a:cubicBezTo>
                    <a:pt x="19040" y="11994"/>
                    <a:pt x="15750" y="13806"/>
                    <a:pt x="13088" y="15248"/>
                  </a:cubicBezTo>
                  <a:cubicBezTo>
                    <a:pt x="10463" y="16690"/>
                    <a:pt x="8393" y="17725"/>
                    <a:pt x="7579" y="18021"/>
                  </a:cubicBezTo>
                  <a:cubicBezTo>
                    <a:pt x="6988" y="18242"/>
                    <a:pt x="6470" y="18723"/>
                    <a:pt x="5989" y="19389"/>
                  </a:cubicBezTo>
                  <a:cubicBezTo>
                    <a:pt x="5102" y="20572"/>
                    <a:pt x="4326" y="22309"/>
                    <a:pt x="3623" y="24306"/>
                  </a:cubicBezTo>
                  <a:cubicBezTo>
                    <a:pt x="1479" y="30184"/>
                    <a:pt x="37" y="38133"/>
                    <a:pt x="37" y="38133"/>
                  </a:cubicBezTo>
                  <a:cubicBezTo>
                    <a:pt x="0" y="38244"/>
                    <a:pt x="74" y="38354"/>
                    <a:pt x="148" y="38428"/>
                  </a:cubicBezTo>
                  <a:cubicBezTo>
                    <a:pt x="1775" y="39722"/>
                    <a:pt x="4363" y="41164"/>
                    <a:pt x="7505" y="42606"/>
                  </a:cubicBezTo>
                  <a:cubicBezTo>
                    <a:pt x="17007" y="47006"/>
                    <a:pt x="32017" y="51516"/>
                    <a:pt x="43810" y="51516"/>
                  </a:cubicBezTo>
                  <a:lnTo>
                    <a:pt x="44069" y="51516"/>
                  </a:lnTo>
                  <a:cubicBezTo>
                    <a:pt x="44956" y="51553"/>
                    <a:pt x="45844" y="51553"/>
                    <a:pt x="46731" y="51553"/>
                  </a:cubicBezTo>
                  <a:cubicBezTo>
                    <a:pt x="59449" y="51553"/>
                    <a:pt x="73387" y="49335"/>
                    <a:pt x="85735" y="43678"/>
                  </a:cubicBezTo>
                  <a:cubicBezTo>
                    <a:pt x="85846" y="43604"/>
                    <a:pt x="85920" y="43456"/>
                    <a:pt x="85920" y="43309"/>
                  </a:cubicBezTo>
                  <a:cubicBezTo>
                    <a:pt x="85920" y="43309"/>
                    <a:pt x="84515" y="36210"/>
                    <a:pt x="82888" y="28853"/>
                  </a:cubicBezTo>
                  <a:cubicBezTo>
                    <a:pt x="82075" y="25193"/>
                    <a:pt x="81188" y="21459"/>
                    <a:pt x="80374" y="18538"/>
                  </a:cubicBezTo>
                  <a:cubicBezTo>
                    <a:pt x="79968" y="17059"/>
                    <a:pt x="79561" y="15802"/>
                    <a:pt x="79228" y="14804"/>
                  </a:cubicBezTo>
                  <a:cubicBezTo>
                    <a:pt x="79043" y="14324"/>
                    <a:pt x="78858" y="13917"/>
                    <a:pt x="78711" y="13584"/>
                  </a:cubicBezTo>
                  <a:cubicBezTo>
                    <a:pt x="78526" y="13251"/>
                    <a:pt x="78378" y="13030"/>
                    <a:pt x="78193" y="12845"/>
                  </a:cubicBezTo>
                  <a:cubicBezTo>
                    <a:pt x="78008" y="12697"/>
                    <a:pt x="77749" y="12549"/>
                    <a:pt x="77380" y="12364"/>
                  </a:cubicBezTo>
                  <a:cubicBezTo>
                    <a:pt x="75938" y="11662"/>
                    <a:pt x="72906" y="10553"/>
                    <a:pt x="69135" y="9259"/>
                  </a:cubicBezTo>
                  <a:cubicBezTo>
                    <a:pt x="57896" y="5414"/>
                    <a:pt x="40224" y="16"/>
                    <a:pt x="40224" y="16"/>
                  </a:cubicBezTo>
                  <a:cubicBezTo>
                    <a:pt x="40192" y="5"/>
                    <a:pt x="40162" y="1"/>
                    <a:pt x="401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3"/>
            <p:cNvSpPr/>
            <p:nvPr/>
          </p:nvSpPr>
          <p:spPr>
            <a:xfrm>
              <a:off x="4551700" y="4889025"/>
              <a:ext cx="22200" cy="71200"/>
            </a:xfrm>
            <a:custGeom>
              <a:avLst/>
              <a:gdLst/>
              <a:ahLst/>
              <a:cxnLst/>
              <a:rect l="l" t="t" r="r" b="b"/>
              <a:pathLst>
                <a:path w="888" h="2848" extrusionOk="0">
                  <a:moveTo>
                    <a:pt x="592" y="1"/>
                  </a:moveTo>
                  <a:cubicBezTo>
                    <a:pt x="444" y="1"/>
                    <a:pt x="259" y="112"/>
                    <a:pt x="259" y="259"/>
                  </a:cubicBezTo>
                  <a:cubicBezTo>
                    <a:pt x="148" y="1073"/>
                    <a:pt x="74" y="1849"/>
                    <a:pt x="37" y="2515"/>
                  </a:cubicBezTo>
                  <a:cubicBezTo>
                    <a:pt x="0" y="2699"/>
                    <a:pt x="148" y="2847"/>
                    <a:pt x="333" y="2847"/>
                  </a:cubicBezTo>
                  <a:cubicBezTo>
                    <a:pt x="481" y="2847"/>
                    <a:pt x="629" y="2736"/>
                    <a:pt x="629" y="2552"/>
                  </a:cubicBezTo>
                  <a:cubicBezTo>
                    <a:pt x="666" y="1886"/>
                    <a:pt x="740" y="1147"/>
                    <a:pt x="851" y="370"/>
                  </a:cubicBezTo>
                  <a:cubicBezTo>
                    <a:pt x="888" y="185"/>
                    <a:pt x="777" y="38"/>
                    <a:pt x="5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3"/>
            <p:cNvSpPr/>
            <p:nvPr/>
          </p:nvSpPr>
          <p:spPr>
            <a:xfrm>
              <a:off x="4569250" y="4353650"/>
              <a:ext cx="140525" cy="476425"/>
            </a:xfrm>
            <a:custGeom>
              <a:avLst/>
              <a:gdLst/>
              <a:ahLst/>
              <a:cxnLst/>
              <a:rect l="l" t="t" r="r" b="b"/>
              <a:pathLst>
                <a:path w="5621" h="19057" extrusionOk="0">
                  <a:moveTo>
                    <a:pt x="5283" y="0"/>
                  </a:moveTo>
                  <a:cubicBezTo>
                    <a:pt x="5155" y="0"/>
                    <a:pt x="5022" y="72"/>
                    <a:pt x="4992" y="194"/>
                  </a:cubicBezTo>
                  <a:cubicBezTo>
                    <a:pt x="4992" y="194"/>
                    <a:pt x="1591" y="10657"/>
                    <a:pt x="38" y="18680"/>
                  </a:cubicBezTo>
                  <a:cubicBezTo>
                    <a:pt x="1" y="18865"/>
                    <a:pt x="112" y="19013"/>
                    <a:pt x="297" y="19050"/>
                  </a:cubicBezTo>
                  <a:cubicBezTo>
                    <a:pt x="316" y="19054"/>
                    <a:pt x="336" y="19057"/>
                    <a:pt x="356" y="19057"/>
                  </a:cubicBezTo>
                  <a:cubicBezTo>
                    <a:pt x="491" y="19057"/>
                    <a:pt x="634" y="18956"/>
                    <a:pt x="666" y="18828"/>
                  </a:cubicBezTo>
                  <a:cubicBezTo>
                    <a:pt x="1406" y="14835"/>
                    <a:pt x="2663" y="10214"/>
                    <a:pt x="3698" y="6627"/>
                  </a:cubicBezTo>
                  <a:cubicBezTo>
                    <a:pt x="4215" y="4816"/>
                    <a:pt x="4696" y="3263"/>
                    <a:pt x="5029" y="2154"/>
                  </a:cubicBezTo>
                  <a:cubicBezTo>
                    <a:pt x="5362" y="1045"/>
                    <a:pt x="5583" y="416"/>
                    <a:pt x="5583" y="379"/>
                  </a:cubicBezTo>
                  <a:cubicBezTo>
                    <a:pt x="5620" y="231"/>
                    <a:pt x="5546" y="47"/>
                    <a:pt x="5362" y="10"/>
                  </a:cubicBezTo>
                  <a:cubicBezTo>
                    <a:pt x="5336" y="3"/>
                    <a:pt x="5310" y="0"/>
                    <a:pt x="528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3"/>
            <p:cNvSpPr/>
            <p:nvPr/>
          </p:nvSpPr>
          <p:spPr>
            <a:xfrm>
              <a:off x="2971200" y="4500150"/>
              <a:ext cx="226475" cy="533275"/>
            </a:xfrm>
            <a:custGeom>
              <a:avLst/>
              <a:gdLst/>
              <a:ahLst/>
              <a:cxnLst/>
              <a:rect l="l" t="t" r="r" b="b"/>
              <a:pathLst>
                <a:path w="9059" h="21331" extrusionOk="0">
                  <a:moveTo>
                    <a:pt x="353" y="0"/>
                  </a:moveTo>
                  <a:cubicBezTo>
                    <a:pt x="290" y="0"/>
                    <a:pt x="229" y="21"/>
                    <a:pt x="186" y="65"/>
                  </a:cubicBezTo>
                  <a:cubicBezTo>
                    <a:pt x="38" y="139"/>
                    <a:pt x="1" y="324"/>
                    <a:pt x="75" y="472"/>
                  </a:cubicBezTo>
                  <a:cubicBezTo>
                    <a:pt x="75" y="472"/>
                    <a:pt x="112" y="509"/>
                    <a:pt x="149" y="582"/>
                  </a:cubicBezTo>
                  <a:cubicBezTo>
                    <a:pt x="740" y="1470"/>
                    <a:pt x="5694" y="9160"/>
                    <a:pt x="8430" y="21101"/>
                  </a:cubicBezTo>
                  <a:cubicBezTo>
                    <a:pt x="8462" y="21230"/>
                    <a:pt x="8578" y="21330"/>
                    <a:pt x="8729" y="21330"/>
                  </a:cubicBezTo>
                  <a:cubicBezTo>
                    <a:pt x="8752" y="21330"/>
                    <a:pt x="8775" y="21328"/>
                    <a:pt x="8800" y="21323"/>
                  </a:cubicBezTo>
                  <a:cubicBezTo>
                    <a:pt x="8948" y="21286"/>
                    <a:pt x="9058" y="21101"/>
                    <a:pt x="9022" y="20953"/>
                  </a:cubicBezTo>
                  <a:cubicBezTo>
                    <a:pt x="6064" y="8125"/>
                    <a:pt x="629" y="139"/>
                    <a:pt x="592" y="139"/>
                  </a:cubicBezTo>
                  <a:cubicBezTo>
                    <a:pt x="547" y="49"/>
                    <a:pt x="448" y="0"/>
                    <a:pt x="35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3"/>
            <p:cNvSpPr/>
            <p:nvPr/>
          </p:nvSpPr>
          <p:spPr>
            <a:xfrm>
              <a:off x="3459225" y="4034000"/>
              <a:ext cx="712625" cy="732125"/>
            </a:xfrm>
            <a:custGeom>
              <a:avLst/>
              <a:gdLst/>
              <a:ahLst/>
              <a:cxnLst/>
              <a:rect l="l" t="t" r="r" b="b"/>
              <a:pathLst>
                <a:path w="28505" h="29285" extrusionOk="0">
                  <a:moveTo>
                    <a:pt x="15923" y="0"/>
                  </a:moveTo>
                  <a:cubicBezTo>
                    <a:pt x="14096" y="0"/>
                    <a:pt x="12327" y="264"/>
                    <a:pt x="10870" y="743"/>
                  </a:cubicBezTo>
                  <a:cubicBezTo>
                    <a:pt x="5805" y="2444"/>
                    <a:pt x="2995" y="2444"/>
                    <a:pt x="1516" y="6178"/>
                  </a:cubicBezTo>
                  <a:cubicBezTo>
                    <a:pt x="1516" y="6178"/>
                    <a:pt x="0" y="16493"/>
                    <a:pt x="1146" y="21964"/>
                  </a:cubicBezTo>
                  <a:cubicBezTo>
                    <a:pt x="2255" y="27399"/>
                    <a:pt x="2625" y="29285"/>
                    <a:pt x="2625" y="29285"/>
                  </a:cubicBezTo>
                  <a:cubicBezTo>
                    <a:pt x="2625" y="29285"/>
                    <a:pt x="7690" y="24959"/>
                    <a:pt x="10685" y="22889"/>
                  </a:cubicBezTo>
                  <a:cubicBezTo>
                    <a:pt x="13716" y="20818"/>
                    <a:pt x="17450" y="19709"/>
                    <a:pt x="17450" y="19709"/>
                  </a:cubicBezTo>
                  <a:cubicBezTo>
                    <a:pt x="17450" y="19709"/>
                    <a:pt x="19336" y="19709"/>
                    <a:pt x="22146" y="21964"/>
                  </a:cubicBezTo>
                  <a:cubicBezTo>
                    <a:pt x="24955" y="24220"/>
                    <a:pt x="28320" y="27769"/>
                    <a:pt x="28320" y="27769"/>
                  </a:cubicBezTo>
                  <a:lnTo>
                    <a:pt x="28320" y="16714"/>
                  </a:lnTo>
                  <a:cubicBezTo>
                    <a:pt x="28320" y="16714"/>
                    <a:pt x="28504" y="11243"/>
                    <a:pt x="26656" y="5623"/>
                  </a:cubicBezTo>
                  <a:cubicBezTo>
                    <a:pt x="25313" y="1621"/>
                    <a:pt x="20444" y="0"/>
                    <a:pt x="1592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3"/>
            <p:cNvSpPr/>
            <p:nvPr/>
          </p:nvSpPr>
          <p:spPr>
            <a:xfrm>
              <a:off x="3461075" y="3901550"/>
              <a:ext cx="748675" cy="768450"/>
            </a:xfrm>
            <a:custGeom>
              <a:avLst/>
              <a:gdLst/>
              <a:ahLst/>
              <a:cxnLst/>
              <a:rect l="l" t="t" r="r" b="b"/>
              <a:pathLst>
                <a:path w="29947" h="30738" extrusionOk="0">
                  <a:moveTo>
                    <a:pt x="15291" y="1"/>
                  </a:moveTo>
                  <a:cubicBezTo>
                    <a:pt x="12418" y="1"/>
                    <a:pt x="9595" y="642"/>
                    <a:pt x="7542" y="1863"/>
                  </a:cubicBezTo>
                  <a:cubicBezTo>
                    <a:pt x="7542" y="1863"/>
                    <a:pt x="2514" y="5191"/>
                    <a:pt x="1257" y="8555"/>
                  </a:cubicBezTo>
                  <a:cubicBezTo>
                    <a:pt x="0" y="11883"/>
                    <a:pt x="2514" y="30738"/>
                    <a:pt x="2514" y="30738"/>
                  </a:cubicBezTo>
                  <a:cubicBezTo>
                    <a:pt x="2514" y="30738"/>
                    <a:pt x="11942" y="23602"/>
                    <a:pt x="13827" y="23602"/>
                  </a:cubicBezTo>
                  <a:cubicBezTo>
                    <a:pt x="15713" y="23602"/>
                    <a:pt x="19484" y="22789"/>
                    <a:pt x="19484" y="22789"/>
                  </a:cubicBezTo>
                  <a:cubicBezTo>
                    <a:pt x="19484" y="22789"/>
                    <a:pt x="23255" y="22789"/>
                    <a:pt x="25732" y="24859"/>
                  </a:cubicBezTo>
                  <a:cubicBezTo>
                    <a:pt x="28246" y="26967"/>
                    <a:pt x="29946" y="29074"/>
                    <a:pt x="29946" y="29074"/>
                  </a:cubicBezTo>
                  <a:cubicBezTo>
                    <a:pt x="29946" y="29074"/>
                    <a:pt x="29318" y="12955"/>
                    <a:pt x="26989" y="6263"/>
                  </a:cubicBezTo>
                  <a:cubicBezTo>
                    <a:pt x="25528" y="1977"/>
                    <a:pt x="20333" y="1"/>
                    <a:pt x="1529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3"/>
            <p:cNvSpPr/>
            <p:nvPr/>
          </p:nvSpPr>
          <p:spPr>
            <a:xfrm>
              <a:off x="3475850" y="3893600"/>
              <a:ext cx="741300" cy="784175"/>
            </a:xfrm>
            <a:custGeom>
              <a:avLst/>
              <a:gdLst/>
              <a:ahLst/>
              <a:cxnLst/>
              <a:rect l="l" t="t" r="r" b="b"/>
              <a:pathLst>
                <a:path w="29652" h="31367" extrusionOk="0">
                  <a:moveTo>
                    <a:pt x="14678" y="629"/>
                  </a:moveTo>
                  <a:cubicBezTo>
                    <a:pt x="17155" y="629"/>
                    <a:pt x="19706" y="1109"/>
                    <a:pt x="21739" y="2108"/>
                  </a:cubicBezTo>
                  <a:cubicBezTo>
                    <a:pt x="23810" y="3106"/>
                    <a:pt x="25436" y="4622"/>
                    <a:pt x="26139" y="6655"/>
                  </a:cubicBezTo>
                  <a:cubicBezTo>
                    <a:pt x="27248" y="9945"/>
                    <a:pt x="27987" y="15639"/>
                    <a:pt x="28431" y="20519"/>
                  </a:cubicBezTo>
                  <a:cubicBezTo>
                    <a:pt x="28653" y="22922"/>
                    <a:pt x="28801" y="25177"/>
                    <a:pt x="28912" y="26767"/>
                  </a:cubicBezTo>
                  <a:cubicBezTo>
                    <a:pt x="28944" y="27475"/>
                    <a:pt x="28976" y="28071"/>
                    <a:pt x="29008" y="28506"/>
                  </a:cubicBezTo>
                  <a:lnTo>
                    <a:pt x="29008" y="28506"/>
                  </a:lnTo>
                  <a:cubicBezTo>
                    <a:pt x="28309" y="27719"/>
                    <a:pt x="27011" y="26337"/>
                    <a:pt x="25362" y="24955"/>
                  </a:cubicBezTo>
                  <a:cubicBezTo>
                    <a:pt x="24032" y="23846"/>
                    <a:pt x="22442" y="23329"/>
                    <a:pt x="21148" y="23070"/>
                  </a:cubicBezTo>
                  <a:cubicBezTo>
                    <a:pt x="19854" y="22774"/>
                    <a:pt x="18893" y="22774"/>
                    <a:pt x="18893" y="22774"/>
                  </a:cubicBezTo>
                  <a:lnTo>
                    <a:pt x="18819" y="22811"/>
                  </a:lnTo>
                  <a:cubicBezTo>
                    <a:pt x="18819" y="22811"/>
                    <a:pt x="18597" y="22848"/>
                    <a:pt x="18190" y="22922"/>
                  </a:cubicBezTo>
                  <a:cubicBezTo>
                    <a:pt x="17044" y="23144"/>
                    <a:pt x="14567" y="23624"/>
                    <a:pt x="13236" y="23624"/>
                  </a:cubicBezTo>
                  <a:cubicBezTo>
                    <a:pt x="12903" y="23624"/>
                    <a:pt x="12534" y="23772"/>
                    <a:pt x="12090" y="23957"/>
                  </a:cubicBezTo>
                  <a:cubicBezTo>
                    <a:pt x="10500" y="24660"/>
                    <a:pt x="7949" y="26360"/>
                    <a:pt x="5731" y="27913"/>
                  </a:cubicBezTo>
                  <a:cubicBezTo>
                    <a:pt x="4185" y="28987"/>
                    <a:pt x="2825" y="29988"/>
                    <a:pt x="2164" y="30479"/>
                  </a:cubicBezTo>
                  <a:lnTo>
                    <a:pt x="2164" y="30479"/>
                  </a:lnTo>
                  <a:cubicBezTo>
                    <a:pt x="2127" y="30132"/>
                    <a:pt x="2071" y="29633"/>
                    <a:pt x="1997" y="29022"/>
                  </a:cubicBezTo>
                  <a:cubicBezTo>
                    <a:pt x="1516" y="25325"/>
                    <a:pt x="629" y="17339"/>
                    <a:pt x="629" y="12459"/>
                  </a:cubicBezTo>
                  <a:cubicBezTo>
                    <a:pt x="629" y="11646"/>
                    <a:pt x="666" y="10944"/>
                    <a:pt x="703" y="10315"/>
                  </a:cubicBezTo>
                  <a:cubicBezTo>
                    <a:pt x="777" y="9723"/>
                    <a:pt x="851" y="9280"/>
                    <a:pt x="962" y="8984"/>
                  </a:cubicBezTo>
                  <a:cubicBezTo>
                    <a:pt x="1553" y="7394"/>
                    <a:pt x="3106" y="5731"/>
                    <a:pt x="4474" y="4511"/>
                  </a:cubicBezTo>
                  <a:cubicBezTo>
                    <a:pt x="5177" y="3882"/>
                    <a:pt x="5842" y="3365"/>
                    <a:pt x="6323" y="2995"/>
                  </a:cubicBezTo>
                  <a:cubicBezTo>
                    <a:pt x="6581" y="2810"/>
                    <a:pt x="6766" y="2662"/>
                    <a:pt x="6914" y="2588"/>
                  </a:cubicBezTo>
                  <a:cubicBezTo>
                    <a:pt x="7062" y="2477"/>
                    <a:pt x="7136" y="2440"/>
                    <a:pt x="7136" y="2440"/>
                  </a:cubicBezTo>
                  <a:lnTo>
                    <a:pt x="7125" y="2425"/>
                  </a:lnTo>
                  <a:lnTo>
                    <a:pt x="7125" y="2425"/>
                  </a:lnTo>
                  <a:cubicBezTo>
                    <a:pt x="9119" y="1252"/>
                    <a:pt x="11880" y="629"/>
                    <a:pt x="14678" y="629"/>
                  </a:cubicBezTo>
                  <a:close/>
                  <a:moveTo>
                    <a:pt x="14678" y="0"/>
                  </a:moveTo>
                  <a:cubicBezTo>
                    <a:pt x="11757" y="0"/>
                    <a:pt x="8911" y="666"/>
                    <a:pt x="6803" y="1923"/>
                  </a:cubicBezTo>
                  <a:lnTo>
                    <a:pt x="6766" y="1923"/>
                  </a:lnTo>
                  <a:cubicBezTo>
                    <a:pt x="6766" y="1923"/>
                    <a:pt x="5509" y="2773"/>
                    <a:pt x="4067" y="4030"/>
                  </a:cubicBezTo>
                  <a:cubicBezTo>
                    <a:pt x="2663" y="5324"/>
                    <a:pt x="1036" y="6988"/>
                    <a:pt x="370" y="8762"/>
                  </a:cubicBezTo>
                  <a:cubicBezTo>
                    <a:pt x="222" y="9132"/>
                    <a:pt x="149" y="9650"/>
                    <a:pt x="112" y="10278"/>
                  </a:cubicBezTo>
                  <a:cubicBezTo>
                    <a:pt x="38" y="10907"/>
                    <a:pt x="1" y="11646"/>
                    <a:pt x="1" y="12459"/>
                  </a:cubicBezTo>
                  <a:cubicBezTo>
                    <a:pt x="1" y="19040"/>
                    <a:pt x="1627" y="31093"/>
                    <a:pt x="1627" y="31093"/>
                  </a:cubicBezTo>
                  <a:cubicBezTo>
                    <a:pt x="1627" y="31203"/>
                    <a:pt x="1701" y="31277"/>
                    <a:pt x="1812" y="31351"/>
                  </a:cubicBezTo>
                  <a:cubicBezTo>
                    <a:pt x="1845" y="31362"/>
                    <a:pt x="1877" y="31367"/>
                    <a:pt x="1909" y="31367"/>
                  </a:cubicBezTo>
                  <a:cubicBezTo>
                    <a:pt x="1985" y="31367"/>
                    <a:pt x="2056" y="31341"/>
                    <a:pt x="2108" y="31314"/>
                  </a:cubicBezTo>
                  <a:cubicBezTo>
                    <a:pt x="2108" y="31314"/>
                    <a:pt x="2256" y="31203"/>
                    <a:pt x="2515" y="30982"/>
                  </a:cubicBezTo>
                  <a:cubicBezTo>
                    <a:pt x="3439" y="30316"/>
                    <a:pt x="5731" y="28616"/>
                    <a:pt x="8023" y="27100"/>
                  </a:cubicBezTo>
                  <a:cubicBezTo>
                    <a:pt x="9169" y="26323"/>
                    <a:pt x="10278" y="25621"/>
                    <a:pt x="11240" y="25066"/>
                  </a:cubicBezTo>
                  <a:cubicBezTo>
                    <a:pt x="11720" y="24808"/>
                    <a:pt x="12127" y="24586"/>
                    <a:pt x="12497" y="24475"/>
                  </a:cubicBezTo>
                  <a:cubicBezTo>
                    <a:pt x="12829" y="24327"/>
                    <a:pt x="13088" y="24253"/>
                    <a:pt x="13236" y="24253"/>
                  </a:cubicBezTo>
                  <a:cubicBezTo>
                    <a:pt x="14197" y="24253"/>
                    <a:pt x="15639" y="24031"/>
                    <a:pt x="16822" y="23809"/>
                  </a:cubicBezTo>
                  <a:cubicBezTo>
                    <a:pt x="18005" y="23624"/>
                    <a:pt x="18930" y="23403"/>
                    <a:pt x="18930" y="23403"/>
                  </a:cubicBezTo>
                  <a:lnTo>
                    <a:pt x="19040" y="23403"/>
                  </a:lnTo>
                  <a:cubicBezTo>
                    <a:pt x="19743" y="23440"/>
                    <a:pt x="22885" y="23661"/>
                    <a:pt x="24956" y="25436"/>
                  </a:cubicBezTo>
                  <a:cubicBezTo>
                    <a:pt x="26213" y="26471"/>
                    <a:pt x="27248" y="27506"/>
                    <a:pt x="27950" y="28283"/>
                  </a:cubicBezTo>
                  <a:cubicBezTo>
                    <a:pt x="28320" y="28652"/>
                    <a:pt x="28616" y="28985"/>
                    <a:pt x="28801" y="29207"/>
                  </a:cubicBezTo>
                  <a:cubicBezTo>
                    <a:pt x="28912" y="29318"/>
                    <a:pt x="28986" y="29429"/>
                    <a:pt x="29023" y="29466"/>
                  </a:cubicBezTo>
                  <a:cubicBezTo>
                    <a:pt x="29096" y="29540"/>
                    <a:pt x="29096" y="29577"/>
                    <a:pt x="29096" y="29577"/>
                  </a:cubicBezTo>
                  <a:cubicBezTo>
                    <a:pt x="29144" y="29648"/>
                    <a:pt x="29223" y="29689"/>
                    <a:pt x="29312" y="29689"/>
                  </a:cubicBezTo>
                  <a:cubicBezTo>
                    <a:pt x="29361" y="29689"/>
                    <a:pt x="29414" y="29677"/>
                    <a:pt x="29466" y="29651"/>
                  </a:cubicBezTo>
                  <a:cubicBezTo>
                    <a:pt x="29577" y="29614"/>
                    <a:pt x="29651" y="29503"/>
                    <a:pt x="29651" y="29355"/>
                  </a:cubicBezTo>
                  <a:cubicBezTo>
                    <a:pt x="29651" y="29355"/>
                    <a:pt x="29503" y="25325"/>
                    <a:pt x="29060" y="20445"/>
                  </a:cubicBezTo>
                  <a:cubicBezTo>
                    <a:pt x="28616" y="15565"/>
                    <a:pt x="27876" y="9871"/>
                    <a:pt x="26693" y="6470"/>
                  </a:cubicBezTo>
                  <a:cubicBezTo>
                    <a:pt x="25954" y="4215"/>
                    <a:pt x="24179" y="2625"/>
                    <a:pt x="22035" y="1553"/>
                  </a:cubicBezTo>
                  <a:cubicBezTo>
                    <a:pt x="19854" y="518"/>
                    <a:pt x="17229" y="0"/>
                    <a:pt x="1467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3"/>
            <p:cNvSpPr/>
            <p:nvPr/>
          </p:nvSpPr>
          <p:spPr>
            <a:xfrm>
              <a:off x="3539625" y="3686550"/>
              <a:ext cx="476025" cy="944725"/>
            </a:xfrm>
            <a:custGeom>
              <a:avLst/>
              <a:gdLst/>
              <a:ahLst/>
              <a:cxnLst/>
              <a:rect l="l" t="t" r="r" b="b"/>
              <a:pathLst>
                <a:path w="19041" h="37789" extrusionOk="0">
                  <a:moveTo>
                    <a:pt x="17783" y="1"/>
                  </a:moveTo>
                  <a:cubicBezTo>
                    <a:pt x="17783" y="1"/>
                    <a:pt x="14177" y="4597"/>
                    <a:pt x="7151" y="4597"/>
                  </a:cubicBezTo>
                  <a:cubicBezTo>
                    <a:pt x="5067" y="4597"/>
                    <a:pt x="2682" y="4192"/>
                    <a:pt x="1" y="3143"/>
                  </a:cubicBezTo>
                  <a:lnTo>
                    <a:pt x="1" y="3143"/>
                  </a:lnTo>
                  <a:cubicBezTo>
                    <a:pt x="1" y="3144"/>
                    <a:pt x="2108" y="12349"/>
                    <a:pt x="4622" y="20076"/>
                  </a:cubicBezTo>
                  <a:cubicBezTo>
                    <a:pt x="6906" y="27131"/>
                    <a:pt x="12641" y="37789"/>
                    <a:pt x="14445" y="37789"/>
                  </a:cubicBezTo>
                  <a:cubicBezTo>
                    <a:pt x="14627" y="37789"/>
                    <a:pt x="14768" y="37682"/>
                    <a:pt x="14863" y="37452"/>
                  </a:cubicBezTo>
                  <a:cubicBezTo>
                    <a:pt x="15898" y="34938"/>
                    <a:pt x="19040" y="20076"/>
                    <a:pt x="19040" y="14863"/>
                  </a:cubicBezTo>
                  <a:cubicBezTo>
                    <a:pt x="19040" y="9613"/>
                    <a:pt x="17783" y="1"/>
                    <a:pt x="17783" y="1"/>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3"/>
            <p:cNvSpPr/>
            <p:nvPr/>
          </p:nvSpPr>
          <p:spPr>
            <a:xfrm>
              <a:off x="3539625" y="3694875"/>
              <a:ext cx="476025" cy="438225"/>
            </a:xfrm>
            <a:custGeom>
              <a:avLst/>
              <a:gdLst/>
              <a:ahLst/>
              <a:cxnLst/>
              <a:rect l="l" t="t" r="r" b="b"/>
              <a:pathLst>
                <a:path w="19041" h="17529" extrusionOk="0">
                  <a:moveTo>
                    <a:pt x="17488" y="0"/>
                  </a:moveTo>
                  <a:cubicBezTo>
                    <a:pt x="16480" y="1090"/>
                    <a:pt x="13004" y="4267"/>
                    <a:pt x="7162" y="4267"/>
                  </a:cubicBezTo>
                  <a:cubicBezTo>
                    <a:pt x="5075" y="4267"/>
                    <a:pt x="2687" y="3861"/>
                    <a:pt x="1" y="2810"/>
                  </a:cubicBezTo>
                  <a:lnTo>
                    <a:pt x="1" y="2810"/>
                  </a:lnTo>
                  <a:cubicBezTo>
                    <a:pt x="1" y="2810"/>
                    <a:pt x="1258" y="8356"/>
                    <a:pt x="2995" y="14456"/>
                  </a:cubicBezTo>
                  <a:cubicBezTo>
                    <a:pt x="4854" y="15980"/>
                    <a:pt x="7543" y="17529"/>
                    <a:pt x="10729" y="17529"/>
                  </a:cubicBezTo>
                  <a:cubicBezTo>
                    <a:pt x="11407" y="17529"/>
                    <a:pt x="12109" y="17459"/>
                    <a:pt x="12829" y="17303"/>
                  </a:cubicBezTo>
                  <a:cubicBezTo>
                    <a:pt x="15565" y="16674"/>
                    <a:pt x="17599" y="15048"/>
                    <a:pt x="19040" y="13236"/>
                  </a:cubicBezTo>
                  <a:cubicBezTo>
                    <a:pt x="18893" y="8504"/>
                    <a:pt x="18042" y="1664"/>
                    <a:pt x="17857" y="37"/>
                  </a:cubicBezTo>
                  <a:lnTo>
                    <a:pt x="1748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3"/>
            <p:cNvSpPr/>
            <p:nvPr/>
          </p:nvSpPr>
          <p:spPr>
            <a:xfrm>
              <a:off x="3563650" y="3858475"/>
              <a:ext cx="452000" cy="274525"/>
            </a:xfrm>
            <a:custGeom>
              <a:avLst/>
              <a:gdLst/>
              <a:ahLst/>
              <a:cxnLst/>
              <a:rect l="l" t="t" r="r" b="b"/>
              <a:pathLst>
                <a:path w="18080" h="10981" extrusionOk="0">
                  <a:moveTo>
                    <a:pt x="17599" y="0"/>
                  </a:moveTo>
                  <a:cubicBezTo>
                    <a:pt x="15935" y="2440"/>
                    <a:pt x="14050" y="3993"/>
                    <a:pt x="12164" y="4511"/>
                  </a:cubicBezTo>
                  <a:cubicBezTo>
                    <a:pt x="11425" y="4733"/>
                    <a:pt x="10685" y="4806"/>
                    <a:pt x="9946" y="4806"/>
                  </a:cubicBezTo>
                  <a:cubicBezTo>
                    <a:pt x="6619" y="4806"/>
                    <a:pt x="3254" y="2921"/>
                    <a:pt x="1" y="296"/>
                  </a:cubicBezTo>
                  <a:lnTo>
                    <a:pt x="1" y="296"/>
                  </a:lnTo>
                  <a:cubicBezTo>
                    <a:pt x="555" y="2403"/>
                    <a:pt x="1258" y="5102"/>
                    <a:pt x="2034" y="7912"/>
                  </a:cubicBezTo>
                  <a:cubicBezTo>
                    <a:pt x="3920" y="9428"/>
                    <a:pt x="6582" y="10981"/>
                    <a:pt x="9761" y="10981"/>
                  </a:cubicBezTo>
                  <a:cubicBezTo>
                    <a:pt x="10427" y="10981"/>
                    <a:pt x="11129" y="10907"/>
                    <a:pt x="11868" y="10759"/>
                  </a:cubicBezTo>
                  <a:cubicBezTo>
                    <a:pt x="14604" y="10130"/>
                    <a:pt x="16638" y="8504"/>
                    <a:pt x="18079" y="6692"/>
                  </a:cubicBezTo>
                  <a:cubicBezTo>
                    <a:pt x="18006" y="4659"/>
                    <a:pt x="17821" y="2219"/>
                    <a:pt x="175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3"/>
            <p:cNvSpPr/>
            <p:nvPr/>
          </p:nvSpPr>
          <p:spPr>
            <a:xfrm>
              <a:off x="3531300" y="3678800"/>
              <a:ext cx="492675" cy="959775"/>
            </a:xfrm>
            <a:custGeom>
              <a:avLst/>
              <a:gdLst/>
              <a:ahLst/>
              <a:cxnLst/>
              <a:rect l="l" t="t" r="r" b="b"/>
              <a:pathLst>
                <a:path w="19707" h="38391" extrusionOk="0">
                  <a:moveTo>
                    <a:pt x="17898" y="995"/>
                  </a:moveTo>
                  <a:cubicBezTo>
                    <a:pt x="17927" y="1245"/>
                    <a:pt x="17964" y="1563"/>
                    <a:pt x="18006" y="1937"/>
                  </a:cubicBezTo>
                  <a:cubicBezTo>
                    <a:pt x="18375" y="4858"/>
                    <a:pt x="19078" y="11254"/>
                    <a:pt x="19078" y="15173"/>
                  </a:cubicBezTo>
                  <a:cubicBezTo>
                    <a:pt x="19078" y="17724"/>
                    <a:pt x="18301" y="22752"/>
                    <a:pt x="17377" y="27410"/>
                  </a:cubicBezTo>
                  <a:cubicBezTo>
                    <a:pt x="16933" y="29739"/>
                    <a:pt x="16416" y="31995"/>
                    <a:pt x="16009" y="33843"/>
                  </a:cubicBezTo>
                  <a:cubicBezTo>
                    <a:pt x="15565" y="35655"/>
                    <a:pt x="15159" y="37060"/>
                    <a:pt x="14900" y="37651"/>
                  </a:cubicBezTo>
                  <a:cubicBezTo>
                    <a:pt x="14863" y="37725"/>
                    <a:pt x="14863" y="37762"/>
                    <a:pt x="14826" y="37762"/>
                  </a:cubicBezTo>
                  <a:lnTo>
                    <a:pt x="14789" y="37799"/>
                  </a:lnTo>
                  <a:cubicBezTo>
                    <a:pt x="14715" y="37799"/>
                    <a:pt x="14456" y="37688"/>
                    <a:pt x="14124" y="37392"/>
                  </a:cubicBezTo>
                  <a:cubicBezTo>
                    <a:pt x="13569" y="36912"/>
                    <a:pt x="12867" y="35951"/>
                    <a:pt x="12090" y="34730"/>
                  </a:cubicBezTo>
                  <a:cubicBezTo>
                    <a:pt x="9687" y="31070"/>
                    <a:pt x="6730" y="24859"/>
                    <a:pt x="5251" y="20312"/>
                  </a:cubicBezTo>
                  <a:cubicBezTo>
                    <a:pt x="3994" y="16430"/>
                    <a:pt x="2848" y="12215"/>
                    <a:pt x="1997" y="8925"/>
                  </a:cubicBezTo>
                  <a:cubicBezTo>
                    <a:pt x="1591" y="7298"/>
                    <a:pt x="1221" y="5893"/>
                    <a:pt x="999" y="4932"/>
                  </a:cubicBezTo>
                  <a:cubicBezTo>
                    <a:pt x="906" y="4513"/>
                    <a:pt x="826" y="4172"/>
                    <a:pt x="764" y="3917"/>
                  </a:cubicBezTo>
                  <a:lnTo>
                    <a:pt x="764" y="3917"/>
                  </a:lnTo>
                  <a:cubicBezTo>
                    <a:pt x="3277" y="4836"/>
                    <a:pt x="5504" y="5191"/>
                    <a:pt x="7506" y="5191"/>
                  </a:cubicBezTo>
                  <a:cubicBezTo>
                    <a:pt x="11092" y="5191"/>
                    <a:pt x="13791" y="4045"/>
                    <a:pt x="15602" y="2862"/>
                  </a:cubicBezTo>
                  <a:cubicBezTo>
                    <a:pt x="16684" y="2155"/>
                    <a:pt x="17449" y="1449"/>
                    <a:pt x="17898" y="995"/>
                  </a:cubicBezTo>
                  <a:close/>
                  <a:moveTo>
                    <a:pt x="18102" y="0"/>
                  </a:moveTo>
                  <a:cubicBezTo>
                    <a:pt x="18023" y="0"/>
                    <a:pt x="17949" y="35"/>
                    <a:pt x="17895" y="89"/>
                  </a:cubicBezTo>
                  <a:lnTo>
                    <a:pt x="17858" y="126"/>
                  </a:lnTo>
                  <a:cubicBezTo>
                    <a:pt x="17784" y="237"/>
                    <a:pt x="16859" y="1346"/>
                    <a:pt x="15122" y="2455"/>
                  </a:cubicBezTo>
                  <a:cubicBezTo>
                    <a:pt x="13384" y="3527"/>
                    <a:pt x="10833" y="4599"/>
                    <a:pt x="7506" y="4599"/>
                  </a:cubicBezTo>
                  <a:cubicBezTo>
                    <a:pt x="5436" y="4599"/>
                    <a:pt x="3106" y="4193"/>
                    <a:pt x="445" y="3157"/>
                  </a:cubicBezTo>
                  <a:cubicBezTo>
                    <a:pt x="399" y="3142"/>
                    <a:pt x="353" y="3133"/>
                    <a:pt x="309" y="3133"/>
                  </a:cubicBezTo>
                  <a:cubicBezTo>
                    <a:pt x="248" y="3133"/>
                    <a:pt x="192" y="3151"/>
                    <a:pt x="149" y="3194"/>
                  </a:cubicBezTo>
                  <a:cubicBezTo>
                    <a:pt x="38" y="3268"/>
                    <a:pt x="1" y="3379"/>
                    <a:pt x="38" y="3490"/>
                  </a:cubicBezTo>
                  <a:cubicBezTo>
                    <a:pt x="38" y="3527"/>
                    <a:pt x="2145" y="12733"/>
                    <a:pt x="4659" y="20497"/>
                  </a:cubicBezTo>
                  <a:cubicBezTo>
                    <a:pt x="5805" y="24046"/>
                    <a:pt x="7802" y="28482"/>
                    <a:pt x="9761" y="32032"/>
                  </a:cubicBezTo>
                  <a:cubicBezTo>
                    <a:pt x="10759" y="33806"/>
                    <a:pt x="11721" y="35359"/>
                    <a:pt x="12534" y="36505"/>
                  </a:cubicBezTo>
                  <a:cubicBezTo>
                    <a:pt x="12978" y="37060"/>
                    <a:pt x="13347" y="37540"/>
                    <a:pt x="13717" y="37836"/>
                  </a:cubicBezTo>
                  <a:cubicBezTo>
                    <a:pt x="14087" y="38169"/>
                    <a:pt x="14382" y="38391"/>
                    <a:pt x="14789" y="38391"/>
                  </a:cubicBezTo>
                  <a:cubicBezTo>
                    <a:pt x="14937" y="38391"/>
                    <a:pt x="15085" y="38354"/>
                    <a:pt x="15196" y="38243"/>
                  </a:cubicBezTo>
                  <a:cubicBezTo>
                    <a:pt x="15344" y="38169"/>
                    <a:pt x="15418" y="38021"/>
                    <a:pt x="15492" y="37873"/>
                  </a:cubicBezTo>
                  <a:cubicBezTo>
                    <a:pt x="15750" y="37208"/>
                    <a:pt x="16157" y="35803"/>
                    <a:pt x="16601" y="33991"/>
                  </a:cubicBezTo>
                  <a:cubicBezTo>
                    <a:pt x="17266" y="31218"/>
                    <a:pt x="18043" y="27521"/>
                    <a:pt x="18634" y="24009"/>
                  </a:cubicBezTo>
                  <a:cubicBezTo>
                    <a:pt x="19263" y="20460"/>
                    <a:pt x="19706" y="17169"/>
                    <a:pt x="19706" y="15173"/>
                  </a:cubicBezTo>
                  <a:cubicBezTo>
                    <a:pt x="19706" y="9886"/>
                    <a:pt x="18449" y="274"/>
                    <a:pt x="18449" y="274"/>
                  </a:cubicBezTo>
                  <a:cubicBezTo>
                    <a:pt x="18412" y="126"/>
                    <a:pt x="18338" y="15"/>
                    <a:pt x="18190" y="15"/>
                  </a:cubicBezTo>
                  <a:cubicBezTo>
                    <a:pt x="18161" y="5"/>
                    <a:pt x="18131" y="0"/>
                    <a:pt x="18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3"/>
            <p:cNvSpPr/>
            <p:nvPr/>
          </p:nvSpPr>
          <p:spPr>
            <a:xfrm>
              <a:off x="3119075" y="2612625"/>
              <a:ext cx="1057400" cy="1366000"/>
            </a:xfrm>
            <a:custGeom>
              <a:avLst/>
              <a:gdLst/>
              <a:ahLst/>
              <a:cxnLst/>
              <a:rect l="l" t="t" r="r" b="b"/>
              <a:pathLst>
                <a:path w="42296" h="54640" extrusionOk="0">
                  <a:moveTo>
                    <a:pt x="23383" y="0"/>
                  </a:moveTo>
                  <a:cubicBezTo>
                    <a:pt x="17926" y="0"/>
                    <a:pt x="12571" y="2216"/>
                    <a:pt x="12571" y="2216"/>
                  </a:cubicBezTo>
                  <a:cubicBezTo>
                    <a:pt x="12571" y="2216"/>
                    <a:pt x="5473" y="4545"/>
                    <a:pt x="2737" y="15193"/>
                  </a:cubicBezTo>
                  <a:cubicBezTo>
                    <a:pt x="1" y="25877"/>
                    <a:pt x="6508" y="38632"/>
                    <a:pt x="11942" y="44511"/>
                  </a:cubicBezTo>
                  <a:cubicBezTo>
                    <a:pt x="16721" y="49647"/>
                    <a:pt x="22328" y="54640"/>
                    <a:pt x="27734" y="54640"/>
                  </a:cubicBezTo>
                  <a:cubicBezTo>
                    <a:pt x="28477" y="54640"/>
                    <a:pt x="29215" y="54546"/>
                    <a:pt x="29947" y="54345"/>
                  </a:cubicBezTo>
                  <a:cubicBezTo>
                    <a:pt x="36010" y="52681"/>
                    <a:pt x="42295" y="39889"/>
                    <a:pt x="40632" y="22957"/>
                  </a:cubicBezTo>
                  <a:cubicBezTo>
                    <a:pt x="38931" y="5987"/>
                    <a:pt x="34125" y="2438"/>
                    <a:pt x="27655" y="552"/>
                  </a:cubicBezTo>
                  <a:cubicBezTo>
                    <a:pt x="26289" y="157"/>
                    <a:pt x="24833" y="0"/>
                    <a:pt x="23383"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3"/>
            <p:cNvSpPr/>
            <p:nvPr/>
          </p:nvSpPr>
          <p:spPr>
            <a:xfrm>
              <a:off x="3221675" y="2796475"/>
              <a:ext cx="928925" cy="813400"/>
            </a:xfrm>
            <a:custGeom>
              <a:avLst/>
              <a:gdLst/>
              <a:ahLst/>
              <a:cxnLst/>
              <a:rect l="l" t="t" r="r" b="b"/>
              <a:pathLst>
                <a:path w="37157" h="32536" extrusionOk="0">
                  <a:moveTo>
                    <a:pt x="10759" y="1"/>
                  </a:moveTo>
                  <a:lnTo>
                    <a:pt x="1" y="23847"/>
                  </a:lnTo>
                  <a:cubicBezTo>
                    <a:pt x="149" y="24217"/>
                    <a:pt x="260" y="24549"/>
                    <a:pt x="407" y="24919"/>
                  </a:cubicBezTo>
                  <a:cubicBezTo>
                    <a:pt x="4178" y="21962"/>
                    <a:pt x="14345" y="12904"/>
                    <a:pt x="11979" y="3328"/>
                  </a:cubicBezTo>
                  <a:lnTo>
                    <a:pt x="11979" y="3328"/>
                  </a:lnTo>
                  <a:cubicBezTo>
                    <a:pt x="11980" y="3329"/>
                    <a:pt x="25252" y="23330"/>
                    <a:pt x="35492" y="32535"/>
                  </a:cubicBezTo>
                  <a:cubicBezTo>
                    <a:pt x="36639" y="27729"/>
                    <a:pt x="37156" y="21962"/>
                    <a:pt x="36528" y="15603"/>
                  </a:cubicBezTo>
                  <a:cubicBezTo>
                    <a:pt x="36417" y="14678"/>
                    <a:pt x="36343" y="13828"/>
                    <a:pt x="36232" y="12978"/>
                  </a:cubicBezTo>
                  <a:lnTo>
                    <a:pt x="1075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3"/>
            <p:cNvSpPr/>
            <p:nvPr/>
          </p:nvSpPr>
          <p:spPr>
            <a:xfrm>
              <a:off x="3221675" y="2796475"/>
              <a:ext cx="919675" cy="813400"/>
            </a:xfrm>
            <a:custGeom>
              <a:avLst/>
              <a:gdLst/>
              <a:ahLst/>
              <a:cxnLst/>
              <a:rect l="l" t="t" r="r" b="b"/>
              <a:pathLst>
                <a:path w="36787" h="32536" extrusionOk="0">
                  <a:moveTo>
                    <a:pt x="10759" y="1"/>
                  </a:moveTo>
                  <a:lnTo>
                    <a:pt x="1" y="23847"/>
                  </a:lnTo>
                  <a:cubicBezTo>
                    <a:pt x="149" y="24217"/>
                    <a:pt x="260" y="24549"/>
                    <a:pt x="407" y="24919"/>
                  </a:cubicBezTo>
                  <a:cubicBezTo>
                    <a:pt x="3809" y="22257"/>
                    <a:pt x="12312" y="14715"/>
                    <a:pt x="12312" y="6286"/>
                  </a:cubicBezTo>
                  <a:cubicBezTo>
                    <a:pt x="12312" y="5288"/>
                    <a:pt x="12201" y="4327"/>
                    <a:pt x="11979" y="3328"/>
                  </a:cubicBezTo>
                  <a:lnTo>
                    <a:pt x="11979" y="3328"/>
                  </a:lnTo>
                  <a:cubicBezTo>
                    <a:pt x="11980" y="3329"/>
                    <a:pt x="25252" y="23330"/>
                    <a:pt x="35492" y="32535"/>
                  </a:cubicBezTo>
                  <a:cubicBezTo>
                    <a:pt x="36306" y="29134"/>
                    <a:pt x="36786" y="25326"/>
                    <a:pt x="36786" y="21111"/>
                  </a:cubicBezTo>
                  <a:cubicBezTo>
                    <a:pt x="36786" y="19411"/>
                    <a:pt x="36713" y="17673"/>
                    <a:pt x="36528" y="15861"/>
                  </a:cubicBezTo>
                  <a:cubicBezTo>
                    <a:pt x="36528" y="15861"/>
                    <a:pt x="36528" y="15824"/>
                    <a:pt x="36528" y="15824"/>
                  </a:cubicBezTo>
                  <a:cubicBezTo>
                    <a:pt x="36528" y="15787"/>
                    <a:pt x="36528" y="15787"/>
                    <a:pt x="36528" y="15787"/>
                  </a:cubicBezTo>
                  <a:cubicBezTo>
                    <a:pt x="36528" y="15787"/>
                    <a:pt x="36528" y="15787"/>
                    <a:pt x="36528" y="15750"/>
                  </a:cubicBezTo>
                  <a:cubicBezTo>
                    <a:pt x="36528" y="15750"/>
                    <a:pt x="36528" y="15750"/>
                    <a:pt x="36528" y="15713"/>
                  </a:cubicBezTo>
                  <a:cubicBezTo>
                    <a:pt x="36528" y="15713"/>
                    <a:pt x="36528" y="15677"/>
                    <a:pt x="36528" y="15677"/>
                  </a:cubicBezTo>
                  <a:cubicBezTo>
                    <a:pt x="36528" y="15677"/>
                    <a:pt x="36528" y="15677"/>
                    <a:pt x="36528" y="15640"/>
                  </a:cubicBezTo>
                  <a:cubicBezTo>
                    <a:pt x="36528" y="15640"/>
                    <a:pt x="36528" y="15603"/>
                    <a:pt x="36528" y="15603"/>
                  </a:cubicBezTo>
                  <a:cubicBezTo>
                    <a:pt x="36417" y="14678"/>
                    <a:pt x="36343" y="13828"/>
                    <a:pt x="36232" y="12978"/>
                  </a:cubicBezTo>
                  <a:lnTo>
                    <a:pt x="10759" y="1"/>
                  </a:ln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3"/>
            <p:cNvSpPr/>
            <p:nvPr/>
          </p:nvSpPr>
          <p:spPr>
            <a:xfrm>
              <a:off x="3163450" y="2605150"/>
              <a:ext cx="985300" cy="1380900"/>
            </a:xfrm>
            <a:custGeom>
              <a:avLst/>
              <a:gdLst/>
              <a:ahLst/>
              <a:cxnLst/>
              <a:rect l="l" t="t" r="r" b="b"/>
              <a:pathLst>
                <a:path w="39412" h="55236" extrusionOk="0">
                  <a:moveTo>
                    <a:pt x="10727" y="2239"/>
                  </a:moveTo>
                  <a:cubicBezTo>
                    <a:pt x="10727" y="2239"/>
                    <a:pt x="10727" y="2239"/>
                    <a:pt x="10727" y="2239"/>
                  </a:cubicBezTo>
                  <a:lnTo>
                    <a:pt x="10727" y="2239"/>
                  </a:lnTo>
                  <a:lnTo>
                    <a:pt x="10727" y="2239"/>
                  </a:lnTo>
                  <a:close/>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78"/>
                    <a:pt x="38820" y="26990"/>
                    <a:pt x="38820" y="28764"/>
                  </a:cubicBezTo>
                  <a:cubicBezTo>
                    <a:pt x="38820" y="35789"/>
                    <a:pt x="37415" y="41852"/>
                    <a:pt x="35381" y="46325"/>
                  </a:cubicBezTo>
                  <a:cubicBezTo>
                    <a:pt x="33348" y="50799"/>
                    <a:pt x="30649" y="53646"/>
                    <a:pt x="28098" y="54348"/>
                  </a:cubicBezTo>
                  <a:cubicBezTo>
                    <a:pt x="27396" y="54533"/>
                    <a:pt x="26656" y="54644"/>
                    <a:pt x="25954" y="54644"/>
                  </a:cubicBezTo>
                  <a:cubicBezTo>
                    <a:pt x="23329" y="54644"/>
                    <a:pt x="20630" y="53424"/>
                    <a:pt x="18005" y="51538"/>
                  </a:cubicBezTo>
                  <a:cubicBezTo>
                    <a:pt x="15380" y="49690"/>
                    <a:pt x="12792" y="47176"/>
                    <a:pt x="10389" y="44588"/>
                  </a:cubicBezTo>
                  <a:cubicBezTo>
                    <a:pt x="5879" y="39745"/>
                    <a:pt x="629" y="30021"/>
                    <a:pt x="629" y="20852"/>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52"/>
                  </a:cubicBezTo>
                  <a:cubicBezTo>
                    <a:pt x="38" y="30280"/>
                    <a:pt x="5324" y="40040"/>
                    <a:pt x="9946" y="45031"/>
                  </a:cubicBezTo>
                  <a:cubicBezTo>
                    <a:pt x="12349" y="47582"/>
                    <a:pt x="14937" y="50133"/>
                    <a:pt x="17636" y="52056"/>
                  </a:cubicBezTo>
                  <a:cubicBezTo>
                    <a:pt x="20334" y="53978"/>
                    <a:pt x="23144" y="55235"/>
                    <a:pt x="25954" y="55235"/>
                  </a:cubicBezTo>
                  <a:cubicBezTo>
                    <a:pt x="26730" y="55235"/>
                    <a:pt x="27507" y="55161"/>
                    <a:pt x="28246" y="54939"/>
                  </a:cubicBezTo>
                  <a:cubicBezTo>
                    <a:pt x="31093" y="54163"/>
                    <a:pt x="33866" y="51131"/>
                    <a:pt x="35936" y="46584"/>
                  </a:cubicBezTo>
                  <a:cubicBezTo>
                    <a:pt x="38043" y="42037"/>
                    <a:pt x="39411" y="35863"/>
                    <a:pt x="39411" y="28764"/>
                  </a:cubicBezTo>
                  <a:cubicBezTo>
                    <a:pt x="39411" y="26990"/>
                    <a:pt x="39337" y="25141"/>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3"/>
            <p:cNvSpPr/>
            <p:nvPr/>
          </p:nvSpPr>
          <p:spPr>
            <a:xfrm>
              <a:off x="3453475" y="3386675"/>
              <a:ext cx="194325" cy="64750"/>
            </a:xfrm>
            <a:custGeom>
              <a:avLst/>
              <a:gdLst/>
              <a:ahLst/>
              <a:cxnLst/>
              <a:rect l="l" t="t" r="r" b="b"/>
              <a:pathLst>
                <a:path w="7773" h="2590" extrusionOk="0">
                  <a:moveTo>
                    <a:pt x="3347" y="1"/>
                  </a:moveTo>
                  <a:cubicBezTo>
                    <a:pt x="2202" y="1"/>
                    <a:pt x="1019" y="559"/>
                    <a:pt x="45" y="2235"/>
                  </a:cubicBezTo>
                  <a:cubicBezTo>
                    <a:pt x="0" y="2497"/>
                    <a:pt x="210" y="2589"/>
                    <a:pt x="609" y="2589"/>
                  </a:cubicBezTo>
                  <a:cubicBezTo>
                    <a:pt x="1560" y="2589"/>
                    <a:pt x="3583" y="2066"/>
                    <a:pt x="5776" y="2066"/>
                  </a:cubicBezTo>
                  <a:cubicBezTo>
                    <a:pt x="6434" y="2066"/>
                    <a:pt x="7108" y="2113"/>
                    <a:pt x="7772" y="2235"/>
                  </a:cubicBezTo>
                  <a:cubicBezTo>
                    <a:pt x="7772" y="2235"/>
                    <a:pt x="5636" y="1"/>
                    <a:pt x="334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3"/>
            <p:cNvSpPr/>
            <p:nvPr/>
          </p:nvSpPr>
          <p:spPr>
            <a:xfrm>
              <a:off x="3822450" y="3319600"/>
              <a:ext cx="191350" cy="102650"/>
            </a:xfrm>
            <a:custGeom>
              <a:avLst/>
              <a:gdLst/>
              <a:ahLst/>
              <a:cxnLst/>
              <a:rect l="l" t="t" r="r" b="b"/>
              <a:pathLst>
                <a:path w="7654" h="4106" extrusionOk="0">
                  <a:moveTo>
                    <a:pt x="4467" y="1"/>
                  </a:moveTo>
                  <a:cubicBezTo>
                    <a:pt x="1508" y="1"/>
                    <a:pt x="1" y="4105"/>
                    <a:pt x="1" y="4105"/>
                  </a:cubicBezTo>
                  <a:cubicBezTo>
                    <a:pt x="3217" y="1924"/>
                    <a:pt x="7654" y="1887"/>
                    <a:pt x="7099" y="1000"/>
                  </a:cubicBezTo>
                  <a:cubicBezTo>
                    <a:pt x="6122" y="284"/>
                    <a:pt x="5244" y="1"/>
                    <a:pt x="446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3"/>
            <p:cNvSpPr/>
            <p:nvPr/>
          </p:nvSpPr>
          <p:spPr>
            <a:xfrm>
              <a:off x="3781775" y="3303900"/>
              <a:ext cx="110950" cy="282850"/>
            </a:xfrm>
            <a:custGeom>
              <a:avLst/>
              <a:gdLst/>
              <a:ahLst/>
              <a:cxnLst/>
              <a:rect l="l" t="t" r="r" b="b"/>
              <a:pathLst>
                <a:path w="4438" h="11314" extrusionOk="0">
                  <a:moveTo>
                    <a:pt x="962" y="1"/>
                  </a:moveTo>
                  <a:cubicBezTo>
                    <a:pt x="777" y="1"/>
                    <a:pt x="629" y="112"/>
                    <a:pt x="629" y="297"/>
                  </a:cubicBezTo>
                  <a:cubicBezTo>
                    <a:pt x="629" y="297"/>
                    <a:pt x="408" y="2182"/>
                    <a:pt x="408" y="3846"/>
                  </a:cubicBezTo>
                  <a:cubicBezTo>
                    <a:pt x="408" y="4400"/>
                    <a:pt x="408" y="4955"/>
                    <a:pt x="482" y="5399"/>
                  </a:cubicBezTo>
                  <a:cubicBezTo>
                    <a:pt x="518" y="5620"/>
                    <a:pt x="555" y="5805"/>
                    <a:pt x="629" y="5990"/>
                  </a:cubicBezTo>
                  <a:cubicBezTo>
                    <a:pt x="703" y="6138"/>
                    <a:pt x="814" y="6323"/>
                    <a:pt x="962" y="6434"/>
                  </a:cubicBezTo>
                  <a:cubicBezTo>
                    <a:pt x="1369" y="6767"/>
                    <a:pt x="2108" y="7136"/>
                    <a:pt x="2737" y="7543"/>
                  </a:cubicBezTo>
                  <a:cubicBezTo>
                    <a:pt x="3069" y="7728"/>
                    <a:pt x="3328" y="7950"/>
                    <a:pt x="3550" y="8171"/>
                  </a:cubicBezTo>
                  <a:cubicBezTo>
                    <a:pt x="3735" y="8356"/>
                    <a:pt x="3809" y="8541"/>
                    <a:pt x="3809" y="8652"/>
                  </a:cubicBezTo>
                  <a:lnTo>
                    <a:pt x="3772" y="8800"/>
                  </a:lnTo>
                  <a:cubicBezTo>
                    <a:pt x="3698" y="8985"/>
                    <a:pt x="3513" y="9207"/>
                    <a:pt x="3254" y="9428"/>
                  </a:cubicBezTo>
                  <a:cubicBezTo>
                    <a:pt x="2848" y="9761"/>
                    <a:pt x="2293" y="10094"/>
                    <a:pt x="1739" y="10316"/>
                  </a:cubicBezTo>
                  <a:cubicBezTo>
                    <a:pt x="1184" y="10574"/>
                    <a:pt x="629" y="10685"/>
                    <a:pt x="297" y="10685"/>
                  </a:cubicBezTo>
                  <a:cubicBezTo>
                    <a:pt x="112" y="10685"/>
                    <a:pt x="1" y="10833"/>
                    <a:pt x="1" y="10981"/>
                  </a:cubicBezTo>
                  <a:cubicBezTo>
                    <a:pt x="1" y="11166"/>
                    <a:pt x="112" y="11314"/>
                    <a:pt x="297" y="11314"/>
                  </a:cubicBezTo>
                  <a:cubicBezTo>
                    <a:pt x="925" y="11314"/>
                    <a:pt x="1775" y="11018"/>
                    <a:pt x="2552" y="10611"/>
                  </a:cubicBezTo>
                  <a:cubicBezTo>
                    <a:pt x="2959" y="10427"/>
                    <a:pt x="3328" y="10168"/>
                    <a:pt x="3661" y="9909"/>
                  </a:cubicBezTo>
                  <a:cubicBezTo>
                    <a:pt x="3957" y="9650"/>
                    <a:pt x="4216" y="9354"/>
                    <a:pt x="4363" y="9022"/>
                  </a:cubicBezTo>
                  <a:cubicBezTo>
                    <a:pt x="4400" y="8911"/>
                    <a:pt x="4437" y="8800"/>
                    <a:pt x="4437" y="8652"/>
                  </a:cubicBezTo>
                  <a:cubicBezTo>
                    <a:pt x="4400" y="8319"/>
                    <a:pt x="4216" y="7987"/>
                    <a:pt x="3994" y="7728"/>
                  </a:cubicBezTo>
                  <a:cubicBezTo>
                    <a:pt x="3624" y="7358"/>
                    <a:pt x="3069" y="7025"/>
                    <a:pt x="2589" y="6693"/>
                  </a:cubicBezTo>
                  <a:cubicBezTo>
                    <a:pt x="2071" y="6397"/>
                    <a:pt x="1591" y="6138"/>
                    <a:pt x="1332" y="5953"/>
                  </a:cubicBezTo>
                  <a:cubicBezTo>
                    <a:pt x="1295" y="5916"/>
                    <a:pt x="1258" y="5879"/>
                    <a:pt x="1221" y="5768"/>
                  </a:cubicBezTo>
                  <a:cubicBezTo>
                    <a:pt x="1073" y="5399"/>
                    <a:pt x="999" y="4659"/>
                    <a:pt x="999" y="3846"/>
                  </a:cubicBezTo>
                  <a:cubicBezTo>
                    <a:pt x="999" y="3032"/>
                    <a:pt x="1073" y="2182"/>
                    <a:pt x="1110" y="1480"/>
                  </a:cubicBezTo>
                  <a:cubicBezTo>
                    <a:pt x="1147" y="1147"/>
                    <a:pt x="1184" y="888"/>
                    <a:pt x="1184" y="666"/>
                  </a:cubicBezTo>
                  <a:cubicBezTo>
                    <a:pt x="1221" y="481"/>
                    <a:pt x="1221" y="371"/>
                    <a:pt x="1221" y="371"/>
                  </a:cubicBezTo>
                  <a:cubicBezTo>
                    <a:pt x="1258" y="186"/>
                    <a:pt x="1147" y="38"/>
                    <a:pt x="96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3"/>
            <p:cNvSpPr/>
            <p:nvPr/>
          </p:nvSpPr>
          <p:spPr>
            <a:xfrm>
              <a:off x="3733725" y="3660000"/>
              <a:ext cx="153450" cy="58925"/>
            </a:xfrm>
            <a:custGeom>
              <a:avLst/>
              <a:gdLst/>
              <a:ahLst/>
              <a:cxnLst/>
              <a:rect l="l" t="t" r="r" b="b"/>
              <a:pathLst>
                <a:path w="6138" h="2357" extrusionOk="0">
                  <a:moveTo>
                    <a:pt x="5770" y="0"/>
                  </a:moveTo>
                  <a:cubicBezTo>
                    <a:pt x="5676" y="0"/>
                    <a:pt x="5591" y="49"/>
                    <a:pt x="5546" y="138"/>
                  </a:cubicBezTo>
                  <a:cubicBezTo>
                    <a:pt x="5472" y="175"/>
                    <a:pt x="4363" y="1728"/>
                    <a:pt x="1368" y="1728"/>
                  </a:cubicBezTo>
                  <a:cubicBezTo>
                    <a:pt x="1036" y="1728"/>
                    <a:pt x="703" y="1728"/>
                    <a:pt x="370" y="1691"/>
                  </a:cubicBezTo>
                  <a:cubicBezTo>
                    <a:pt x="351" y="1687"/>
                    <a:pt x="332" y="1685"/>
                    <a:pt x="313" y="1685"/>
                  </a:cubicBezTo>
                  <a:cubicBezTo>
                    <a:pt x="156" y="1685"/>
                    <a:pt x="37" y="1818"/>
                    <a:pt x="37" y="1950"/>
                  </a:cubicBezTo>
                  <a:cubicBezTo>
                    <a:pt x="0" y="2135"/>
                    <a:pt x="148" y="2283"/>
                    <a:pt x="296" y="2283"/>
                  </a:cubicBezTo>
                  <a:cubicBezTo>
                    <a:pt x="666" y="2320"/>
                    <a:pt x="1036" y="2357"/>
                    <a:pt x="1368" y="2357"/>
                  </a:cubicBezTo>
                  <a:cubicBezTo>
                    <a:pt x="4696" y="2357"/>
                    <a:pt x="5990" y="545"/>
                    <a:pt x="6027" y="471"/>
                  </a:cubicBezTo>
                  <a:cubicBezTo>
                    <a:pt x="6138" y="360"/>
                    <a:pt x="6101" y="175"/>
                    <a:pt x="5953" y="65"/>
                  </a:cubicBezTo>
                  <a:cubicBezTo>
                    <a:pt x="5894" y="21"/>
                    <a:pt x="5830" y="0"/>
                    <a:pt x="577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3"/>
            <p:cNvSpPr/>
            <p:nvPr/>
          </p:nvSpPr>
          <p:spPr>
            <a:xfrm>
              <a:off x="3377875" y="3247525"/>
              <a:ext cx="252350" cy="93150"/>
            </a:xfrm>
            <a:custGeom>
              <a:avLst/>
              <a:gdLst/>
              <a:ahLst/>
              <a:cxnLst/>
              <a:rect l="l" t="t" r="r" b="b"/>
              <a:pathLst>
                <a:path w="10094" h="3726" extrusionOk="0">
                  <a:moveTo>
                    <a:pt x="5953" y="1"/>
                  </a:moveTo>
                  <a:cubicBezTo>
                    <a:pt x="4104" y="1"/>
                    <a:pt x="1923" y="703"/>
                    <a:pt x="75" y="3217"/>
                  </a:cubicBezTo>
                  <a:cubicBezTo>
                    <a:pt x="1" y="3365"/>
                    <a:pt x="38" y="3550"/>
                    <a:pt x="149" y="3661"/>
                  </a:cubicBezTo>
                  <a:cubicBezTo>
                    <a:pt x="207" y="3704"/>
                    <a:pt x="271" y="3725"/>
                    <a:pt x="334" y="3725"/>
                  </a:cubicBezTo>
                  <a:cubicBezTo>
                    <a:pt x="431" y="3725"/>
                    <a:pt x="525" y="3676"/>
                    <a:pt x="592" y="3587"/>
                  </a:cubicBezTo>
                  <a:cubicBezTo>
                    <a:pt x="2330" y="1221"/>
                    <a:pt x="4289" y="629"/>
                    <a:pt x="5953" y="629"/>
                  </a:cubicBezTo>
                  <a:cubicBezTo>
                    <a:pt x="6988" y="629"/>
                    <a:pt x="7912" y="851"/>
                    <a:pt x="8541" y="1110"/>
                  </a:cubicBezTo>
                  <a:cubicBezTo>
                    <a:pt x="8874" y="1221"/>
                    <a:pt x="9132" y="1332"/>
                    <a:pt x="9317" y="1443"/>
                  </a:cubicBezTo>
                  <a:cubicBezTo>
                    <a:pt x="9428" y="1479"/>
                    <a:pt x="9502" y="1516"/>
                    <a:pt x="9539" y="1553"/>
                  </a:cubicBezTo>
                  <a:lnTo>
                    <a:pt x="9576" y="1590"/>
                  </a:lnTo>
                  <a:lnTo>
                    <a:pt x="9613" y="1590"/>
                  </a:lnTo>
                  <a:cubicBezTo>
                    <a:pt x="9650" y="1615"/>
                    <a:pt x="9699" y="1627"/>
                    <a:pt x="9751" y="1627"/>
                  </a:cubicBezTo>
                  <a:cubicBezTo>
                    <a:pt x="9855" y="1627"/>
                    <a:pt x="9970" y="1578"/>
                    <a:pt x="10020" y="1479"/>
                  </a:cubicBezTo>
                  <a:cubicBezTo>
                    <a:pt x="10094" y="1332"/>
                    <a:pt x="10057" y="1147"/>
                    <a:pt x="9909" y="1073"/>
                  </a:cubicBezTo>
                  <a:cubicBezTo>
                    <a:pt x="9909" y="1036"/>
                    <a:pt x="8208" y="1"/>
                    <a:pt x="595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3"/>
            <p:cNvSpPr/>
            <p:nvPr/>
          </p:nvSpPr>
          <p:spPr>
            <a:xfrm>
              <a:off x="3786400" y="3214250"/>
              <a:ext cx="126650" cy="52900"/>
            </a:xfrm>
            <a:custGeom>
              <a:avLst/>
              <a:gdLst/>
              <a:ahLst/>
              <a:cxnLst/>
              <a:rect l="l" t="t" r="r" b="b"/>
              <a:pathLst>
                <a:path w="5066" h="2116" extrusionOk="0">
                  <a:moveTo>
                    <a:pt x="2293" y="1"/>
                  </a:moveTo>
                  <a:cubicBezTo>
                    <a:pt x="1332" y="1"/>
                    <a:pt x="740" y="444"/>
                    <a:pt x="407" y="888"/>
                  </a:cubicBezTo>
                  <a:cubicBezTo>
                    <a:pt x="75" y="1332"/>
                    <a:pt x="38" y="1738"/>
                    <a:pt x="38" y="1775"/>
                  </a:cubicBezTo>
                  <a:cubicBezTo>
                    <a:pt x="1" y="1923"/>
                    <a:pt x="112" y="2108"/>
                    <a:pt x="260" y="2108"/>
                  </a:cubicBezTo>
                  <a:cubicBezTo>
                    <a:pt x="283" y="2113"/>
                    <a:pt x="307" y="2115"/>
                    <a:pt x="329" y="2115"/>
                  </a:cubicBezTo>
                  <a:cubicBezTo>
                    <a:pt x="481" y="2115"/>
                    <a:pt x="597" y="2010"/>
                    <a:pt x="629" y="1849"/>
                  </a:cubicBezTo>
                  <a:cubicBezTo>
                    <a:pt x="629" y="1849"/>
                    <a:pt x="703" y="1516"/>
                    <a:pt x="925" y="1221"/>
                  </a:cubicBezTo>
                  <a:cubicBezTo>
                    <a:pt x="1184" y="925"/>
                    <a:pt x="1554" y="629"/>
                    <a:pt x="2293" y="629"/>
                  </a:cubicBezTo>
                  <a:cubicBezTo>
                    <a:pt x="2847" y="629"/>
                    <a:pt x="3587" y="777"/>
                    <a:pt x="4585" y="1258"/>
                  </a:cubicBezTo>
                  <a:cubicBezTo>
                    <a:pt x="4625" y="1278"/>
                    <a:pt x="4667" y="1287"/>
                    <a:pt x="4709" y="1287"/>
                  </a:cubicBezTo>
                  <a:cubicBezTo>
                    <a:pt x="4824" y="1287"/>
                    <a:pt x="4938" y="1218"/>
                    <a:pt x="4992" y="1110"/>
                  </a:cubicBezTo>
                  <a:cubicBezTo>
                    <a:pt x="5066" y="962"/>
                    <a:pt x="4992" y="777"/>
                    <a:pt x="4844" y="703"/>
                  </a:cubicBezTo>
                  <a:cubicBezTo>
                    <a:pt x="3809" y="186"/>
                    <a:pt x="2958" y="1"/>
                    <a:pt x="22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3"/>
            <p:cNvSpPr/>
            <p:nvPr/>
          </p:nvSpPr>
          <p:spPr>
            <a:xfrm>
              <a:off x="3152350" y="2612625"/>
              <a:ext cx="993625" cy="888175"/>
            </a:xfrm>
            <a:custGeom>
              <a:avLst/>
              <a:gdLst/>
              <a:ahLst/>
              <a:cxnLst/>
              <a:rect l="l" t="t" r="r" b="b"/>
              <a:pathLst>
                <a:path w="39745" h="35527" extrusionOk="0">
                  <a:moveTo>
                    <a:pt x="22052" y="0"/>
                  </a:moveTo>
                  <a:cubicBezTo>
                    <a:pt x="16595" y="0"/>
                    <a:pt x="11240" y="2216"/>
                    <a:pt x="11240" y="2216"/>
                  </a:cubicBezTo>
                  <a:cubicBezTo>
                    <a:pt x="11240" y="2216"/>
                    <a:pt x="4142" y="4545"/>
                    <a:pt x="1406" y="15193"/>
                  </a:cubicBezTo>
                  <a:cubicBezTo>
                    <a:pt x="1" y="20775"/>
                    <a:pt x="1073" y="26912"/>
                    <a:pt x="3217" y="32310"/>
                  </a:cubicBezTo>
                  <a:cubicBezTo>
                    <a:pt x="5990" y="29094"/>
                    <a:pt x="13976" y="19149"/>
                    <a:pt x="15011" y="10202"/>
                  </a:cubicBezTo>
                  <a:cubicBezTo>
                    <a:pt x="15011" y="10202"/>
                    <a:pt x="30243" y="27615"/>
                    <a:pt x="39079" y="35527"/>
                  </a:cubicBezTo>
                  <a:cubicBezTo>
                    <a:pt x="39596" y="31719"/>
                    <a:pt x="39744" y="27504"/>
                    <a:pt x="39301" y="22957"/>
                  </a:cubicBezTo>
                  <a:cubicBezTo>
                    <a:pt x="37600" y="5987"/>
                    <a:pt x="32794" y="2438"/>
                    <a:pt x="26324" y="552"/>
                  </a:cubicBezTo>
                  <a:cubicBezTo>
                    <a:pt x="24958" y="157"/>
                    <a:pt x="23502" y="0"/>
                    <a:pt x="2205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7" name="Google Shape;3107;p53"/>
            <p:cNvSpPr/>
            <p:nvPr/>
          </p:nvSpPr>
          <p:spPr>
            <a:xfrm>
              <a:off x="3163450" y="2605150"/>
              <a:ext cx="985300" cy="903600"/>
            </a:xfrm>
            <a:custGeom>
              <a:avLst/>
              <a:gdLst/>
              <a:ahLst/>
              <a:cxnLst/>
              <a:rect l="l" t="t" r="r" b="b"/>
              <a:pathLst>
                <a:path w="39412" h="36144" extrusionOk="0">
                  <a:moveTo>
                    <a:pt x="21628" y="630"/>
                  </a:moveTo>
                  <a:cubicBezTo>
                    <a:pt x="23033" y="630"/>
                    <a:pt x="24475" y="777"/>
                    <a:pt x="25769" y="1147"/>
                  </a:cubicBezTo>
                  <a:cubicBezTo>
                    <a:pt x="28986" y="2108"/>
                    <a:pt x="31721" y="3402"/>
                    <a:pt x="33903" y="6582"/>
                  </a:cubicBezTo>
                  <a:cubicBezTo>
                    <a:pt x="36084" y="9761"/>
                    <a:pt x="37711" y="14826"/>
                    <a:pt x="38524" y="23293"/>
                  </a:cubicBezTo>
                  <a:cubicBezTo>
                    <a:pt x="38709" y="25141"/>
                    <a:pt x="38820" y="26990"/>
                    <a:pt x="38820" y="28727"/>
                  </a:cubicBezTo>
                  <a:cubicBezTo>
                    <a:pt x="38820" y="30999"/>
                    <a:pt x="38664" y="33177"/>
                    <a:pt x="38410" y="35233"/>
                  </a:cubicBezTo>
                  <a:lnTo>
                    <a:pt x="38410" y="35233"/>
                  </a:lnTo>
                  <a:cubicBezTo>
                    <a:pt x="34054" y="31261"/>
                    <a:pt x="28280" y="25161"/>
                    <a:pt x="23514" y="19965"/>
                  </a:cubicBezTo>
                  <a:cubicBezTo>
                    <a:pt x="21074" y="17303"/>
                    <a:pt x="18893" y="14863"/>
                    <a:pt x="17303" y="13126"/>
                  </a:cubicBezTo>
                  <a:cubicBezTo>
                    <a:pt x="16526" y="12238"/>
                    <a:pt x="15898" y="11536"/>
                    <a:pt x="15454" y="11055"/>
                  </a:cubicBezTo>
                  <a:cubicBezTo>
                    <a:pt x="15048" y="10538"/>
                    <a:pt x="14789" y="10279"/>
                    <a:pt x="14789" y="10279"/>
                  </a:cubicBezTo>
                  <a:cubicBezTo>
                    <a:pt x="14735" y="10225"/>
                    <a:pt x="14661" y="10190"/>
                    <a:pt x="14581" y="10190"/>
                  </a:cubicBezTo>
                  <a:cubicBezTo>
                    <a:pt x="14552" y="10190"/>
                    <a:pt x="14523" y="10195"/>
                    <a:pt x="14493" y="10205"/>
                  </a:cubicBezTo>
                  <a:cubicBezTo>
                    <a:pt x="14345" y="10242"/>
                    <a:pt x="14271" y="10316"/>
                    <a:pt x="14271" y="10464"/>
                  </a:cubicBezTo>
                  <a:cubicBezTo>
                    <a:pt x="13754" y="14863"/>
                    <a:pt x="11535" y="19559"/>
                    <a:pt x="9058" y="23551"/>
                  </a:cubicBezTo>
                  <a:cubicBezTo>
                    <a:pt x="6813" y="27225"/>
                    <a:pt x="4349" y="30273"/>
                    <a:pt x="2875" y="32004"/>
                  </a:cubicBezTo>
                  <a:lnTo>
                    <a:pt x="2875" y="32004"/>
                  </a:lnTo>
                  <a:cubicBezTo>
                    <a:pt x="1507" y="28443"/>
                    <a:pt x="629" y="24596"/>
                    <a:pt x="629" y="20816"/>
                  </a:cubicBezTo>
                  <a:cubicBezTo>
                    <a:pt x="629" y="19041"/>
                    <a:pt x="814" y="17303"/>
                    <a:pt x="1258" y="15566"/>
                  </a:cubicBezTo>
                  <a:cubicBezTo>
                    <a:pt x="2625" y="10316"/>
                    <a:pt x="5029" y="7136"/>
                    <a:pt x="7099" y="5251"/>
                  </a:cubicBezTo>
                  <a:cubicBezTo>
                    <a:pt x="8134" y="4327"/>
                    <a:pt x="9095" y="3698"/>
                    <a:pt x="9798" y="3328"/>
                  </a:cubicBezTo>
                  <a:cubicBezTo>
                    <a:pt x="10131" y="3144"/>
                    <a:pt x="10426" y="3033"/>
                    <a:pt x="10611" y="2922"/>
                  </a:cubicBezTo>
                  <a:cubicBezTo>
                    <a:pt x="10722" y="2885"/>
                    <a:pt x="10796" y="2885"/>
                    <a:pt x="10833" y="2848"/>
                  </a:cubicBezTo>
                  <a:lnTo>
                    <a:pt x="10870" y="2811"/>
                  </a:lnTo>
                  <a:lnTo>
                    <a:pt x="10907" y="2811"/>
                  </a:lnTo>
                  <a:cubicBezTo>
                    <a:pt x="10907" y="2811"/>
                    <a:pt x="10981" y="2774"/>
                    <a:pt x="11166" y="2737"/>
                  </a:cubicBezTo>
                  <a:cubicBezTo>
                    <a:pt x="12238" y="2293"/>
                    <a:pt x="16933" y="630"/>
                    <a:pt x="21628" y="630"/>
                  </a:cubicBezTo>
                  <a:close/>
                  <a:moveTo>
                    <a:pt x="21628" y="1"/>
                  </a:moveTo>
                  <a:cubicBezTo>
                    <a:pt x="16367" y="1"/>
                    <a:pt x="11239" y="2031"/>
                    <a:pt x="10727" y="2239"/>
                  </a:cubicBezTo>
                  <a:lnTo>
                    <a:pt x="10727" y="2239"/>
                  </a:lnTo>
                  <a:lnTo>
                    <a:pt x="10722" y="2219"/>
                  </a:lnTo>
                  <a:cubicBezTo>
                    <a:pt x="10685" y="2256"/>
                    <a:pt x="8874" y="2848"/>
                    <a:pt x="6692" y="4770"/>
                  </a:cubicBezTo>
                  <a:cubicBezTo>
                    <a:pt x="4548" y="6730"/>
                    <a:pt x="2034" y="10020"/>
                    <a:pt x="666" y="15418"/>
                  </a:cubicBezTo>
                  <a:cubicBezTo>
                    <a:pt x="222" y="17192"/>
                    <a:pt x="1" y="19004"/>
                    <a:pt x="1" y="20816"/>
                  </a:cubicBezTo>
                  <a:cubicBezTo>
                    <a:pt x="1" y="24882"/>
                    <a:pt x="999" y="28986"/>
                    <a:pt x="2478" y="32757"/>
                  </a:cubicBezTo>
                  <a:cubicBezTo>
                    <a:pt x="2515" y="32831"/>
                    <a:pt x="2625" y="32905"/>
                    <a:pt x="2699" y="32942"/>
                  </a:cubicBezTo>
                  <a:cubicBezTo>
                    <a:pt x="2810" y="32942"/>
                    <a:pt x="2921" y="32905"/>
                    <a:pt x="2995" y="32831"/>
                  </a:cubicBezTo>
                  <a:cubicBezTo>
                    <a:pt x="4400" y="31204"/>
                    <a:pt x="7099" y="27877"/>
                    <a:pt x="9576" y="23847"/>
                  </a:cubicBezTo>
                  <a:cubicBezTo>
                    <a:pt x="11972" y="20006"/>
                    <a:pt x="14133" y="15528"/>
                    <a:pt x="14779" y="11179"/>
                  </a:cubicBezTo>
                  <a:lnTo>
                    <a:pt x="14779" y="11179"/>
                  </a:lnTo>
                  <a:cubicBezTo>
                    <a:pt x="17321" y="14066"/>
                    <a:pt x="30459" y="28892"/>
                    <a:pt x="38413" y="36047"/>
                  </a:cubicBezTo>
                  <a:cubicBezTo>
                    <a:pt x="38483" y="36118"/>
                    <a:pt x="38554" y="36144"/>
                    <a:pt x="38624" y="36144"/>
                  </a:cubicBezTo>
                  <a:cubicBezTo>
                    <a:pt x="38665" y="36144"/>
                    <a:pt x="38705" y="36135"/>
                    <a:pt x="38746" y="36121"/>
                  </a:cubicBezTo>
                  <a:cubicBezTo>
                    <a:pt x="38857" y="36084"/>
                    <a:pt x="38931" y="35974"/>
                    <a:pt x="38931" y="35863"/>
                  </a:cubicBezTo>
                  <a:cubicBezTo>
                    <a:pt x="39263" y="33644"/>
                    <a:pt x="39411" y="31241"/>
                    <a:pt x="39411" y="28727"/>
                  </a:cubicBezTo>
                  <a:cubicBezTo>
                    <a:pt x="39411" y="26953"/>
                    <a:pt x="39337" y="25104"/>
                    <a:pt x="39152" y="23219"/>
                  </a:cubicBezTo>
                  <a:cubicBezTo>
                    <a:pt x="38302" y="14715"/>
                    <a:pt x="36675" y="9539"/>
                    <a:pt x="34420" y="6212"/>
                  </a:cubicBezTo>
                  <a:cubicBezTo>
                    <a:pt x="32165" y="2922"/>
                    <a:pt x="29244" y="1517"/>
                    <a:pt x="25954" y="556"/>
                  </a:cubicBezTo>
                  <a:cubicBezTo>
                    <a:pt x="24549" y="149"/>
                    <a:pt x="23070" y="1"/>
                    <a:pt x="216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8" name="Google Shape;3108;p53"/>
            <p:cNvSpPr/>
            <p:nvPr/>
          </p:nvSpPr>
          <p:spPr>
            <a:xfrm>
              <a:off x="3529450" y="2791150"/>
              <a:ext cx="720050" cy="688850"/>
            </a:xfrm>
            <a:custGeom>
              <a:avLst/>
              <a:gdLst/>
              <a:ahLst/>
              <a:cxnLst/>
              <a:rect l="l" t="t" r="r" b="b"/>
              <a:pathLst>
                <a:path w="28802" h="27554" extrusionOk="0">
                  <a:moveTo>
                    <a:pt x="358" y="0"/>
                  </a:moveTo>
                  <a:cubicBezTo>
                    <a:pt x="243" y="0"/>
                    <a:pt x="129" y="69"/>
                    <a:pt x="75" y="177"/>
                  </a:cubicBezTo>
                  <a:cubicBezTo>
                    <a:pt x="1" y="325"/>
                    <a:pt x="38" y="510"/>
                    <a:pt x="186" y="584"/>
                  </a:cubicBezTo>
                  <a:cubicBezTo>
                    <a:pt x="186" y="584"/>
                    <a:pt x="260" y="621"/>
                    <a:pt x="371" y="695"/>
                  </a:cubicBezTo>
                  <a:cubicBezTo>
                    <a:pt x="2256" y="1730"/>
                    <a:pt x="17858" y="10751"/>
                    <a:pt x="28173" y="27424"/>
                  </a:cubicBezTo>
                  <a:cubicBezTo>
                    <a:pt x="28245" y="27497"/>
                    <a:pt x="28348" y="27553"/>
                    <a:pt x="28453" y="27553"/>
                  </a:cubicBezTo>
                  <a:cubicBezTo>
                    <a:pt x="28509" y="27553"/>
                    <a:pt x="28565" y="27537"/>
                    <a:pt x="28616" y="27498"/>
                  </a:cubicBezTo>
                  <a:cubicBezTo>
                    <a:pt x="28727" y="27424"/>
                    <a:pt x="28801" y="27240"/>
                    <a:pt x="28690" y="27092"/>
                  </a:cubicBezTo>
                  <a:cubicBezTo>
                    <a:pt x="17562" y="9161"/>
                    <a:pt x="519" y="66"/>
                    <a:pt x="482" y="29"/>
                  </a:cubicBezTo>
                  <a:cubicBezTo>
                    <a:pt x="442" y="9"/>
                    <a:pt x="400" y="0"/>
                    <a:pt x="35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9" name="Google Shape;3109;p53"/>
            <p:cNvSpPr/>
            <p:nvPr/>
          </p:nvSpPr>
          <p:spPr>
            <a:xfrm>
              <a:off x="4136700" y="3509800"/>
              <a:ext cx="248650" cy="242625"/>
            </a:xfrm>
            <a:custGeom>
              <a:avLst/>
              <a:gdLst/>
              <a:ahLst/>
              <a:cxnLst/>
              <a:rect l="l" t="t" r="r" b="b"/>
              <a:pathLst>
                <a:path w="9946" h="9705" extrusionOk="0">
                  <a:moveTo>
                    <a:pt x="347" y="0"/>
                  </a:moveTo>
                  <a:cubicBezTo>
                    <a:pt x="269" y="0"/>
                    <a:pt x="185" y="28"/>
                    <a:pt x="112" y="83"/>
                  </a:cubicBezTo>
                  <a:cubicBezTo>
                    <a:pt x="1" y="231"/>
                    <a:pt x="1" y="416"/>
                    <a:pt x="148" y="527"/>
                  </a:cubicBezTo>
                  <a:lnTo>
                    <a:pt x="9391" y="9622"/>
                  </a:lnTo>
                  <a:cubicBezTo>
                    <a:pt x="9447" y="9677"/>
                    <a:pt x="9521" y="9705"/>
                    <a:pt x="9599" y="9705"/>
                  </a:cubicBezTo>
                  <a:cubicBezTo>
                    <a:pt x="9678" y="9705"/>
                    <a:pt x="9761" y="9677"/>
                    <a:pt x="9835" y="9622"/>
                  </a:cubicBezTo>
                  <a:cubicBezTo>
                    <a:pt x="9946" y="9511"/>
                    <a:pt x="9946" y="9289"/>
                    <a:pt x="9835" y="9178"/>
                  </a:cubicBezTo>
                  <a:lnTo>
                    <a:pt x="555" y="83"/>
                  </a:lnTo>
                  <a:cubicBezTo>
                    <a:pt x="500" y="28"/>
                    <a:pt x="426" y="0"/>
                    <a:pt x="34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0" name="Google Shape;3110;p53"/>
            <p:cNvSpPr/>
            <p:nvPr/>
          </p:nvSpPr>
          <p:spPr>
            <a:xfrm>
              <a:off x="3141275" y="2787075"/>
              <a:ext cx="342925" cy="519425"/>
            </a:xfrm>
            <a:custGeom>
              <a:avLst/>
              <a:gdLst/>
              <a:ahLst/>
              <a:cxnLst/>
              <a:rect l="l" t="t" r="r" b="b"/>
              <a:pathLst>
                <a:path w="13717" h="20777" extrusionOk="0">
                  <a:moveTo>
                    <a:pt x="13364" y="0"/>
                  </a:moveTo>
                  <a:cubicBezTo>
                    <a:pt x="13236" y="0"/>
                    <a:pt x="13120" y="105"/>
                    <a:pt x="13088" y="266"/>
                  </a:cubicBezTo>
                  <a:cubicBezTo>
                    <a:pt x="13088" y="266"/>
                    <a:pt x="13088" y="303"/>
                    <a:pt x="13051" y="451"/>
                  </a:cubicBezTo>
                  <a:cubicBezTo>
                    <a:pt x="12903" y="1301"/>
                    <a:pt x="12127" y="5294"/>
                    <a:pt x="10167" y="9546"/>
                  </a:cubicBezTo>
                  <a:cubicBezTo>
                    <a:pt x="8208" y="13834"/>
                    <a:pt x="5065" y="18308"/>
                    <a:pt x="222" y="20193"/>
                  </a:cubicBezTo>
                  <a:cubicBezTo>
                    <a:pt x="74" y="20230"/>
                    <a:pt x="0" y="20415"/>
                    <a:pt x="37" y="20563"/>
                  </a:cubicBezTo>
                  <a:cubicBezTo>
                    <a:pt x="92" y="20700"/>
                    <a:pt x="208" y="20776"/>
                    <a:pt x="324" y="20776"/>
                  </a:cubicBezTo>
                  <a:cubicBezTo>
                    <a:pt x="365" y="20776"/>
                    <a:pt x="406" y="20767"/>
                    <a:pt x="444" y="20748"/>
                  </a:cubicBezTo>
                  <a:cubicBezTo>
                    <a:pt x="5842" y="18640"/>
                    <a:pt x="9169" y="13502"/>
                    <a:pt x="11128" y="8954"/>
                  </a:cubicBezTo>
                  <a:cubicBezTo>
                    <a:pt x="13088" y="4407"/>
                    <a:pt x="13679" y="377"/>
                    <a:pt x="13679" y="340"/>
                  </a:cubicBezTo>
                  <a:cubicBezTo>
                    <a:pt x="13716" y="192"/>
                    <a:pt x="13605" y="44"/>
                    <a:pt x="13421" y="7"/>
                  </a:cubicBezTo>
                  <a:cubicBezTo>
                    <a:pt x="13402" y="2"/>
                    <a:pt x="13382" y="0"/>
                    <a:pt x="1336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1" name="Google Shape;3111;p53"/>
            <p:cNvSpPr/>
            <p:nvPr/>
          </p:nvSpPr>
          <p:spPr>
            <a:xfrm>
              <a:off x="3546100" y="2738250"/>
              <a:ext cx="603575" cy="246025"/>
            </a:xfrm>
            <a:custGeom>
              <a:avLst/>
              <a:gdLst/>
              <a:ahLst/>
              <a:cxnLst/>
              <a:rect l="l" t="t" r="r" b="b"/>
              <a:pathLst>
                <a:path w="24143" h="9841" extrusionOk="0">
                  <a:moveTo>
                    <a:pt x="2810" y="1"/>
                  </a:moveTo>
                  <a:cubicBezTo>
                    <a:pt x="1257" y="1"/>
                    <a:pt x="296" y="149"/>
                    <a:pt x="296" y="149"/>
                  </a:cubicBezTo>
                  <a:cubicBezTo>
                    <a:pt x="148" y="149"/>
                    <a:pt x="0" y="297"/>
                    <a:pt x="37" y="481"/>
                  </a:cubicBezTo>
                  <a:cubicBezTo>
                    <a:pt x="37" y="614"/>
                    <a:pt x="185" y="746"/>
                    <a:pt x="322" y="746"/>
                  </a:cubicBezTo>
                  <a:cubicBezTo>
                    <a:pt x="338" y="746"/>
                    <a:pt x="354" y="744"/>
                    <a:pt x="370" y="740"/>
                  </a:cubicBezTo>
                  <a:lnTo>
                    <a:pt x="555" y="740"/>
                  </a:lnTo>
                  <a:cubicBezTo>
                    <a:pt x="851" y="703"/>
                    <a:pt x="1664" y="629"/>
                    <a:pt x="2810" y="629"/>
                  </a:cubicBezTo>
                  <a:cubicBezTo>
                    <a:pt x="5102" y="629"/>
                    <a:pt x="8762" y="888"/>
                    <a:pt x="12570" y="2145"/>
                  </a:cubicBezTo>
                  <a:cubicBezTo>
                    <a:pt x="16415" y="3402"/>
                    <a:pt x="20445" y="5694"/>
                    <a:pt x="23551" y="9724"/>
                  </a:cubicBezTo>
                  <a:cubicBezTo>
                    <a:pt x="23610" y="9803"/>
                    <a:pt x="23691" y="9840"/>
                    <a:pt x="23776" y="9840"/>
                  </a:cubicBezTo>
                  <a:cubicBezTo>
                    <a:pt x="23849" y="9840"/>
                    <a:pt x="23926" y="9813"/>
                    <a:pt x="23994" y="9761"/>
                  </a:cubicBezTo>
                  <a:cubicBezTo>
                    <a:pt x="24142" y="9687"/>
                    <a:pt x="24142" y="9465"/>
                    <a:pt x="24031" y="9354"/>
                  </a:cubicBezTo>
                  <a:cubicBezTo>
                    <a:pt x="20852" y="5177"/>
                    <a:pt x="16674" y="2848"/>
                    <a:pt x="12755" y="1554"/>
                  </a:cubicBezTo>
                  <a:cubicBezTo>
                    <a:pt x="8836" y="260"/>
                    <a:pt x="5139" y="38"/>
                    <a:pt x="281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2" name="Google Shape;3112;p53"/>
            <p:cNvSpPr/>
            <p:nvPr/>
          </p:nvSpPr>
          <p:spPr>
            <a:xfrm>
              <a:off x="4974075" y="1207325"/>
              <a:ext cx="1045375" cy="1662200"/>
            </a:xfrm>
            <a:custGeom>
              <a:avLst/>
              <a:gdLst/>
              <a:ahLst/>
              <a:cxnLst/>
              <a:rect l="l" t="t" r="r" b="b"/>
              <a:pathLst>
                <a:path w="41815" h="66488" extrusionOk="0">
                  <a:moveTo>
                    <a:pt x="20208" y="0"/>
                  </a:moveTo>
                  <a:cubicBezTo>
                    <a:pt x="17407" y="0"/>
                    <a:pt x="14564" y="635"/>
                    <a:pt x="11795" y="2122"/>
                  </a:cubicBezTo>
                  <a:cubicBezTo>
                    <a:pt x="3735" y="6484"/>
                    <a:pt x="2071" y="17464"/>
                    <a:pt x="2071" y="17464"/>
                  </a:cubicBezTo>
                  <a:lnTo>
                    <a:pt x="1" y="66081"/>
                  </a:lnTo>
                  <a:lnTo>
                    <a:pt x="32091" y="66488"/>
                  </a:lnTo>
                  <a:cubicBezTo>
                    <a:pt x="32091" y="66488"/>
                    <a:pt x="39301" y="32955"/>
                    <a:pt x="40558" y="26744"/>
                  </a:cubicBezTo>
                  <a:cubicBezTo>
                    <a:pt x="41815" y="20533"/>
                    <a:pt x="41371" y="10218"/>
                    <a:pt x="34975" y="5449"/>
                  </a:cubicBezTo>
                  <a:cubicBezTo>
                    <a:pt x="30753" y="2318"/>
                    <a:pt x="25558" y="0"/>
                    <a:pt x="202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3" name="Google Shape;3113;p53"/>
            <p:cNvSpPr/>
            <p:nvPr/>
          </p:nvSpPr>
          <p:spPr>
            <a:xfrm>
              <a:off x="4966700" y="1199350"/>
              <a:ext cx="1042575" cy="1677575"/>
            </a:xfrm>
            <a:custGeom>
              <a:avLst/>
              <a:gdLst/>
              <a:ahLst/>
              <a:cxnLst/>
              <a:rect l="l" t="t" r="r" b="b"/>
              <a:pathLst>
                <a:path w="41703" h="67103" extrusionOk="0">
                  <a:moveTo>
                    <a:pt x="20519" y="629"/>
                  </a:moveTo>
                  <a:cubicBezTo>
                    <a:pt x="25769" y="629"/>
                    <a:pt x="30908" y="2921"/>
                    <a:pt x="35085" y="6027"/>
                  </a:cubicBezTo>
                  <a:cubicBezTo>
                    <a:pt x="37340" y="7690"/>
                    <a:pt x="38856" y="10094"/>
                    <a:pt x="39781" y="12792"/>
                  </a:cubicBezTo>
                  <a:cubicBezTo>
                    <a:pt x="40742" y="15454"/>
                    <a:pt x="41111" y="18412"/>
                    <a:pt x="41111" y="21222"/>
                  </a:cubicBezTo>
                  <a:cubicBezTo>
                    <a:pt x="41111" y="23329"/>
                    <a:pt x="40890" y="25325"/>
                    <a:pt x="40557" y="27026"/>
                  </a:cubicBezTo>
                  <a:cubicBezTo>
                    <a:pt x="39928" y="30095"/>
                    <a:pt x="37821" y="40040"/>
                    <a:pt x="35825" y="49209"/>
                  </a:cubicBezTo>
                  <a:cubicBezTo>
                    <a:pt x="34863" y="53793"/>
                    <a:pt x="33902" y="58155"/>
                    <a:pt x="33200" y="61409"/>
                  </a:cubicBezTo>
                  <a:cubicBezTo>
                    <a:pt x="32867" y="63036"/>
                    <a:pt x="32571" y="64367"/>
                    <a:pt x="32386" y="65291"/>
                  </a:cubicBezTo>
                  <a:cubicBezTo>
                    <a:pt x="32257" y="65829"/>
                    <a:pt x="32166" y="66230"/>
                    <a:pt x="32112" y="66470"/>
                  </a:cubicBezTo>
                  <a:lnTo>
                    <a:pt x="32112" y="66470"/>
                  </a:lnTo>
                  <a:lnTo>
                    <a:pt x="629" y="66067"/>
                  </a:lnTo>
                  <a:lnTo>
                    <a:pt x="2661" y="17820"/>
                  </a:lnTo>
                  <a:lnTo>
                    <a:pt x="2661" y="17820"/>
                  </a:lnTo>
                  <a:lnTo>
                    <a:pt x="2662" y="17820"/>
                  </a:lnTo>
                  <a:cubicBezTo>
                    <a:pt x="2662" y="17820"/>
                    <a:pt x="2662" y="17783"/>
                    <a:pt x="2699" y="17710"/>
                  </a:cubicBezTo>
                  <a:cubicBezTo>
                    <a:pt x="2810" y="17118"/>
                    <a:pt x="3328" y="14345"/>
                    <a:pt x="4769" y="11240"/>
                  </a:cubicBezTo>
                  <a:cubicBezTo>
                    <a:pt x="6211" y="8134"/>
                    <a:pt x="8540" y="4733"/>
                    <a:pt x="12237" y="2736"/>
                  </a:cubicBezTo>
                  <a:cubicBezTo>
                    <a:pt x="14973" y="1258"/>
                    <a:pt x="17746" y="629"/>
                    <a:pt x="20519" y="629"/>
                  </a:cubicBezTo>
                  <a:close/>
                  <a:moveTo>
                    <a:pt x="20519" y="1"/>
                  </a:moveTo>
                  <a:cubicBezTo>
                    <a:pt x="17672" y="1"/>
                    <a:pt x="14751" y="666"/>
                    <a:pt x="11942" y="2182"/>
                  </a:cubicBezTo>
                  <a:cubicBezTo>
                    <a:pt x="7838" y="4400"/>
                    <a:pt x="5361" y="8282"/>
                    <a:pt x="3919" y="11609"/>
                  </a:cubicBezTo>
                  <a:cubicBezTo>
                    <a:pt x="2477" y="14937"/>
                    <a:pt x="2071" y="17710"/>
                    <a:pt x="2071" y="17710"/>
                  </a:cubicBezTo>
                  <a:lnTo>
                    <a:pt x="2071" y="17746"/>
                  </a:lnTo>
                  <a:lnTo>
                    <a:pt x="0" y="66363"/>
                  </a:lnTo>
                  <a:cubicBezTo>
                    <a:pt x="0" y="66474"/>
                    <a:pt x="0" y="66548"/>
                    <a:pt x="74" y="66585"/>
                  </a:cubicBezTo>
                  <a:cubicBezTo>
                    <a:pt x="148" y="66659"/>
                    <a:pt x="222" y="66696"/>
                    <a:pt x="296" y="66696"/>
                  </a:cubicBezTo>
                  <a:lnTo>
                    <a:pt x="32349" y="67102"/>
                  </a:lnTo>
                  <a:cubicBezTo>
                    <a:pt x="32497" y="67102"/>
                    <a:pt x="32645" y="66991"/>
                    <a:pt x="32682" y="66881"/>
                  </a:cubicBezTo>
                  <a:cubicBezTo>
                    <a:pt x="32682" y="66881"/>
                    <a:pt x="39891" y="33348"/>
                    <a:pt x="41148" y="27137"/>
                  </a:cubicBezTo>
                  <a:cubicBezTo>
                    <a:pt x="41481" y="25399"/>
                    <a:pt x="41703" y="23366"/>
                    <a:pt x="41703" y="21222"/>
                  </a:cubicBezTo>
                  <a:cubicBezTo>
                    <a:pt x="41703" y="18375"/>
                    <a:pt x="41333" y="15343"/>
                    <a:pt x="40372" y="12571"/>
                  </a:cubicBezTo>
                  <a:cubicBezTo>
                    <a:pt x="39411" y="9798"/>
                    <a:pt x="37821" y="7284"/>
                    <a:pt x="35455" y="5509"/>
                  </a:cubicBezTo>
                  <a:cubicBezTo>
                    <a:pt x="31203" y="2367"/>
                    <a:pt x="25954" y="1"/>
                    <a:pt x="205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4" name="Google Shape;3114;p53"/>
            <p:cNvSpPr/>
            <p:nvPr/>
          </p:nvSpPr>
          <p:spPr>
            <a:xfrm>
              <a:off x="5233800" y="1302875"/>
              <a:ext cx="183025" cy="263600"/>
            </a:xfrm>
            <a:custGeom>
              <a:avLst/>
              <a:gdLst/>
              <a:ahLst/>
              <a:cxnLst/>
              <a:rect l="l" t="t" r="r" b="b"/>
              <a:pathLst>
                <a:path w="7321" h="10544" extrusionOk="0">
                  <a:moveTo>
                    <a:pt x="6959" y="0"/>
                  </a:moveTo>
                  <a:cubicBezTo>
                    <a:pt x="6906" y="0"/>
                    <a:pt x="6853" y="13"/>
                    <a:pt x="6803" y="37"/>
                  </a:cubicBezTo>
                  <a:cubicBezTo>
                    <a:pt x="6803" y="37"/>
                    <a:pt x="5472" y="777"/>
                    <a:pt x="3994" y="2403"/>
                  </a:cubicBezTo>
                  <a:cubicBezTo>
                    <a:pt x="2478" y="4030"/>
                    <a:pt x="814" y="6544"/>
                    <a:pt x="38" y="10167"/>
                  </a:cubicBezTo>
                  <a:cubicBezTo>
                    <a:pt x="1" y="10315"/>
                    <a:pt x="112" y="10500"/>
                    <a:pt x="296" y="10537"/>
                  </a:cubicBezTo>
                  <a:cubicBezTo>
                    <a:pt x="316" y="10542"/>
                    <a:pt x="335" y="10544"/>
                    <a:pt x="355" y="10544"/>
                  </a:cubicBezTo>
                  <a:cubicBezTo>
                    <a:pt x="490" y="10544"/>
                    <a:pt x="634" y="10439"/>
                    <a:pt x="666" y="10278"/>
                  </a:cubicBezTo>
                  <a:cubicBezTo>
                    <a:pt x="1369" y="6803"/>
                    <a:pt x="2995" y="4363"/>
                    <a:pt x="4437" y="2810"/>
                  </a:cubicBezTo>
                  <a:cubicBezTo>
                    <a:pt x="5140" y="2034"/>
                    <a:pt x="5842" y="1479"/>
                    <a:pt x="6323" y="1109"/>
                  </a:cubicBezTo>
                  <a:cubicBezTo>
                    <a:pt x="6581" y="925"/>
                    <a:pt x="6766" y="777"/>
                    <a:pt x="6914" y="703"/>
                  </a:cubicBezTo>
                  <a:cubicBezTo>
                    <a:pt x="6988" y="666"/>
                    <a:pt x="7025" y="629"/>
                    <a:pt x="7062" y="629"/>
                  </a:cubicBezTo>
                  <a:lnTo>
                    <a:pt x="7099" y="592"/>
                  </a:lnTo>
                  <a:cubicBezTo>
                    <a:pt x="7247" y="518"/>
                    <a:pt x="7321" y="296"/>
                    <a:pt x="7247" y="148"/>
                  </a:cubicBezTo>
                  <a:cubicBezTo>
                    <a:pt x="7173" y="50"/>
                    <a:pt x="7066" y="0"/>
                    <a:pt x="695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5" name="Google Shape;3115;p53"/>
            <p:cNvSpPr/>
            <p:nvPr/>
          </p:nvSpPr>
          <p:spPr>
            <a:xfrm>
              <a:off x="5395550" y="1619900"/>
              <a:ext cx="20350" cy="70250"/>
            </a:xfrm>
            <a:custGeom>
              <a:avLst/>
              <a:gdLst/>
              <a:ahLst/>
              <a:cxnLst/>
              <a:rect l="l" t="t" r="r" b="b"/>
              <a:pathLst>
                <a:path w="814" h="2810" extrusionOk="0">
                  <a:moveTo>
                    <a:pt x="555" y="0"/>
                  </a:moveTo>
                  <a:cubicBezTo>
                    <a:pt x="370" y="0"/>
                    <a:pt x="222" y="111"/>
                    <a:pt x="185" y="259"/>
                  </a:cubicBezTo>
                  <a:cubicBezTo>
                    <a:pt x="74" y="1072"/>
                    <a:pt x="1" y="1812"/>
                    <a:pt x="1" y="2514"/>
                  </a:cubicBezTo>
                  <a:cubicBezTo>
                    <a:pt x="1" y="2662"/>
                    <a:pt x="148" y="2810"/>
                    <a:pt x="333" y="2810"/>
                  </a:cubicBezTo>
                  <a:cubicBezTo>
                    <a:pt x="481" y="2810"/>
                    <a:pt x="629" y="2662"/>
                    <a:pt x="629" y="2514"/>
                  </a:cubicBezTo>
                  <a:cubicBezTo>
                    <a:pt x="629" y="1849"/>
                    <a:pt x="703" y="1109"/>
                    <a:pt x="814" y="370"/>
                  </a:cubicBezTo>
                  <a:cubicBezTo>
                    <a:pt x="814" y="185"/>
                    <a:pt x="703" y="37"/>
                    <a:pt x="5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6" name="Google Shape;3116;p53"/>
            <p:cNvSpPr/>
            <p:nvPr/>
          </p:nvSpPr>
          <p:spPr>
            <a:xfrm>
              <a:off x="5410350" y="1315075"/>
              <a:ext cx="105375" cy="267125"/>
            </a:xfrm>
            <a:custGeom>
              <a:avLst/>
              <a:gdLst/>
              <a:ahLst/>
              <a:cxnLst/>
              <a:rect l="l" t="t" r="r" b="b"/>
              <a:pathLst>
                <a:path w="4215" h="10685" extrusionOk="0">
                  <a:moveTo>
                    <a:pt x="3869" y="1"/>
                  </a:moveTo>
                  <a:cubicBezTo>
                    <a:pt x="3754" y="1"/>
                    <a:pt x="3640" y="69"/>
                    <a:pt x="3586" y="178"/>
                  </a:cubicBezTo>
                  <a:cubicBezTo>
                    <a:pt x="3586" y="215"/>
                    <a:pt x="1183" y="5391"/>
                    <a:pt x="37" y="10308"/>
                  </a:cubicBezTo>
                  <a:cubicBezTo>
                    <a:pt x="0" y="10493"/>
                    <a:pt x="74" y="10640"/>
                    <a:pt x="259" y="10677"/>
                  </a:cubicBezTo>
                  <a:cubicBezTo>
                    <a:pt x="278" y="10682"/>
                    <a:pt x="298" y="10685"/>
                    <a:pt x="319" y="10685"/>
                  </a:cubicBezTo>
                  <a:cubicBezTo>
                    <a:pt x="453" y="10685"/>
                    <a:pt x="596" y="10584"/>
                    <a:pt x="629" y="10456"/>
                  </a:cubicBezTo>
                  <a:cubicBezTo>
                    <a:pt x="1183" y="8052"/>
                    <a:pt x="2070" y="5538"/>
                    <a:pt x="2810" y="3616"/>
                  </a:cubicBezTo>
                  <a:cubicBezTo>
                    <a:pt x="3180" y="2692"/>
                    <a:pt x="3512" y="1878"/>
                    <a:pt x="3771" y="1324"/>
                  </a:cubicBezTo>
                  <a:cubicBezTo>
                    <a:pt x="3882" y="1065"/>
                    <a:pt x="3956" y="843"/>
                    <a:pt x="4030" y="695"/>
                  </a:cubicBezTo>
                  <a:cubicBezTo>
                    <a:pt x="4104" y="510"/>
                    <a:pt x="4141" y="437"/>
                    <a:pt x="4141" y="437"/>
                  </a:cubicBezTo>
                  <a:cubicBezTo>
                    <a:pt x="4215" y="289"/>
                    <a:pt x="4141" y="104"/>
                    <a:pt x="3993" y="30"/>
                  </a:cubicBezTo>
                  <a:cubicBezTo>
                    <a:pt x="3953" y="10"/>
                    <a:pt x="3911" y="1"/>
                    <a:pt x="386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7" name="Google Shape;3117;p53"/>
            <p:cNvSpPr/>
            <p:nvPr/>
          </p:nvSpPr>
          <p:spPr>
            <a:xfrm>
              <a:off x="5622925" y="1315675"/>
              <a:ext cx="36075" cy="432025"/>
            </a:xfrm>
            <a:custGeom>
              <a:avLst/>
              <a:gdLst/>
              <a:ahLst/>
              <a:cxnLst/>
              <a:rect l="l" t="t" r="r" b="b"/>
              <a:pathLst>
                <a:path w="1443" h="17281" extrusionOk="0">
                  <a:moveTo>
                    <a:pt x="1019" y="0"/>
                  </a:moveTo>
                  <a:cubicBezTo>
                    <a:pt x="1000" y="0"/>
                    <a:pt x="981" y="2"/>
                    <a:pt x="962" y="6"/>
                  </a:cubicBezTo>
                  <a:cubicBezTo>
                    <a:pt x="777" y="6"/>
                    <a:pt x="666" y="154"/>
                    <a:pt x="666" y="302"/>
                  </a:cubicBezTo>
                  <a:cubicBezTo>
                    <a:pt x="666" y="302"/>
                    <a:pt x="666" y="486"/>
                    <a:pt x="703" y="782"/>
                  </a:cubicBezTo>
                  <a:cubicBezTo>
                    <a:pt x="740" y="1670"/>
                    <a:pt x="851" y="3814"/>
                    <a:pt x="851" y="6365"/>
                  </a:cubicBezTo>
                  <a:cubicBezTo>
                    <a:pt x="851" y="9766"/>
                    <a:pt x="666" y="13907"/>
                    <a:pt x="37" y="16938"/>
                  </a:cubicBezTo>
                  <a:cubicBezTo>
                    <a:pt x="0" y="17086"/>
                    <a:pt x="74" y="17271"/>
                    <a:pt x="259" y="17271"/>
                  </a:cubicBezTo>
                  <a:cubicBezTo>
                    <a:pt x="284" y="17277"/>
                    <a:pt x="309" y="17280"/>
                    <a:pt x="335" y="17280"/>
                  </a:cubicBezTo>
                  <a:cubicBezTo>
                    <a:pt x="464" y="17280"/>
                    <a:pt x="598" y="17203"/>
                    <a:pt x="629" y="17049"/>
                  </a:cubicBezTo>
                  <a:cubicBezTo>
                    <a:pt x="1294" y="13944"/>
                    <a:pt x="1442" y="9766"/>
                    <a:pt x="1442" y="6365"/>
                  </a:cubicBezTo>
                  <a:cubicBezTo>
                    <a:pt x="1442" y="2927"/>
                    <a:pt x="1294" y="265"/>
                    <a:pt x="1294" y="265"/>
                  </a:cubicBezTo>
                  <a:cubicBezTo>
                    <a:pt x="1294" y="132"/>
                    <a:pt x="1176" y="0"/>
                    <a:pt x="1019"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8" name="Google Shape;3118;p53"/>
            <p:cNvSpPr/>
            <p:nvPr/>
          </p:nvSpPr>
          <p:spPr>
            <a:xfrm>
              <a:off x="5800375" y="1685525"/>
              <a:ext cx="26825" cy="66750"/>
            </a:xfrm>
            <a:custGeom>
              <a:avLst/>
              <a:gdLst/>
              <a:ahLst/>
              <a:cxnLst/>
              <a:rect l="l" t="t" r="r" b="b"/>
              <a:pathLst>
                <a:path w="1073" h="2670" extrusionOk="0">
                  <a:moveTo>
                    <a:pt x="777" y="0"/>
                  </a:moveTo>
                  <a:cubicBezTo>
                    <a:pt x="629" y="0"/>
                    <a:pt x="444" y="111"/>
                    <a:pt x="444" y="259"/>
                  </a:cubicBezTo>
                  <a:cubicBezTo>
                    <a:pt x="333" y="924"/>
                    <a:pt x="222" y="1590"/>
                    <a:pt x="38" y="2292"/>
                  </a:cubicBezTo>
                  <a:cubicBezTo>
                    <a:pt x="1" y="2440"/>
                    <a:pt x="75" y="2625"/>
                    <a:pt x="259" y="2662"/>
                  </a:cubicBezTo>
                  <a:cubicBezTo>
                    <a:pt x="279" y="2667"/>
                    <a:pt x="299" y="2669"/>
                    <a:pt x="319" y="2669"/>
                  </a:cubicBezTo>
                  <a:cubicBezTo>
                    <a:pt x="453" y="2669"/>
                    <a:pt x="597" y="2569"/>
                    <a:pt x="629" y="2440"/>
                  </a:cubicBezTo>
                  <a:cubicBezTo>
                    <a:pt x="814" y="1738"/>
                    <a:pt x="962" y="1035"/>
                    <a:pt x="1036" y="370"/>
                  </a:cubicBezTo>
                  <a:cubicBezTo>
                    <a:pt x="1073" y="185"/>
                    <a:pt x="962" y="37"/>
                    <a:pt x="7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9" name="Google Shape;3119;p53"/>
            <p:cNvSpPr/>
            <p:nvPr/>
          </p:nvSpPr>
          <p:spPr>
            <a:xfrm>
              <a:off x="5754175" y="1336150"/>
              <a:ext cx="77650" cy="296700"/>
            </a:xfrm>
            <a:custGeom>
              <a:avLst/>
              <a:gdLst/>
              <a:ahLst/>
              <a:cxnLst/>
              <a:rect l="l" t="t" r="r" b="b"/>
              <a:pathLst>
                <a:path w="3106" h="11868" extrusionOk="0">
                  <a:moveTo>
                    <a:pt x="377" y="0"/>
                  </a:moveTo>
                  <a:cubicBezTo>
                    <a:pt x="325" y="0"/>
                    <a:pt x="271" y="13"/>
                    <a:pt x="222" y="37"/>
                  </a:cubicBezTo>
                  <a:cubicBezTo>
                    <a:pt x="74" y="111"/>
                    <a:pt x="0" y="296"/>
                    <a:pt x="74" y="444"/>
                  </a:cubicBezTo>
                  <a:lnTo>
                    <a:pt x="111" y="481"/>
                  </a:lnTo>
                  <a:cubicBezTo>
                    <a:pt x="370" y="1035"/>
                    <a:pt x="2514" y="5583"/>
                    <a:pt x="2514" y="11202"/>
                  </a:cubicBezTo>
                  <a:cubicBezTo>
                    <a:pt x="2514" y="11313"/>
                    <a:pt x="2514" y="11424"/>
                    <a:pt x="2514" y="11535"/>
                  </a:cubicBezTo>
                  <a:cubicBezTo>
                    <a:pt x="2514" y="11720"/>
                    <a:pt x="2625" y="11868"/>
                    <a:pt x="2810" y="11868"/>
                  </a:cubicBezTo>
                  <a:cubicBezTo>
                    <a:pt x="2995" y="11868"/>
                    <a:pt x="3106" y="11720"/>
                    <a:pt x="3106" y="11535"/>
                  </a:cubicBezTo>
                  <a:cubicBezTo>
                    <a:pt x="3106" y="11424"/>
                    <a:pt x="3106" y="11313"/>
                    <a:pt x="3106" y="11202"/>
                  </a:cubicBezTo>
                  <a:cubicBezTo>
                    <a:pt x="3106" y="5028"/>
                    <a:pt x="629" y="185"/>
                    <a:pt x="629" y="148"/>
                  </a:cubicBezTo>
                  <a:cubicBezTo>
                    <a:pt x="579" y="50"/>
                    <a:pt x="481" y="0"/>
                    <a:pt x="37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0" name="Google Shape;3120;p53"/>
            <p:cNvSpPr/>
            <p:nvPr/>
          </p:nvSpPr>
          <p:spPr>
            <a:xfrm>
              <a:off x="4617325" y="2545375"/>
              <a:ext cx="1541700" cy="1176325"/>
            </a:xfrm>
            <a:custGeom>
              <a:avLst/>
              <a:gdLst/>
              <a:ahLst/>
              <a:cxnLst/>
              <a:rect l="l" t="t" r="r" b="b"/>
              <a:pathLst>
                <a:path w="61668" h="47053" extrusionOk="0">
                  <a:moveTo>
                    <a:pt x="29743" y="0"/>
                  </a:moveTo>
                  <a:cubicBezTo>
                    <a:pt x="28951" y="0"/>
                    <a:pt x="28542" y="137"/>
                    <a:pt x="28542" y="137"/>
                  </a:cubicBezTo>
                  <a:cubicBezTo>
                    <a:pt x="28542" y="137"/>
                    <a:pt x="5990" y="9010"/>
                    <a:pt x="4326" y="11524"/>
                  </a:cubicBezTo>
                  <a:cubicBezTo>
                    <a:pt x="2699" y="14001"/>
                    <a:pt x="0" y="23243"/>
                    <a:pt x="0" y="23243"/>
                  </a:cubicBezTo>
                  <a:lnTo>
                    <a:pt x="58451" y="47053"/>
                  </a:lnTo>
                  <a:lnTo>
                    <a:pt x="61667" y="37292"/>
                  </a:lnTo>
                  <a:cubicBezTo>
                    <a:pt x="61667" y="37292"/>
                    <a:pt x="58340" y="18142"/>
                    <a:pt x="56270" y="14814"/>
                  </a:cubicBezTo>
                  <a:cubicBezTo>
                    <a:pt x="54199" y="11524"/>
                    <a:pt x="37452" y="2392"/>
                    <a:pt x="33939" y="950"/>
                  </a:cubicBezTo>
                  <a:cubicBezTo>
                    <a:pt x="32063" y="180"/>
                    <a:pt x="30651" y="0"/>
                    <a:pt x="2974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1" name="Google Shape;3121;p53"/>
            <p:cNvSpPr/>
            <p:nvPr/>
          </p:nvSpPr>
          <p:spPr>
            <a:xfrm>
              <a:off x="4608075" y="2537700"/>
              <a:ext cx="1558325" cy="1192100"/>
            </a:xfrm>
            <a:custGeom>
              <a:avLst/>
              <a:gdLst/>
              <a:ahLst/>
              <a:cxnLst/>
              <a:rect l="l" t="t" r="r" b="b"/>
              <a:pathLst>
                <a:path w="62333" h="47684" extrusionOk="0">
                  <a:moveTo>
                    <a:pt x="30095" y="629"/>
                  </a:moveTo>
                  <a:cubicBezTo>
                    <a:pt x="30945" y="629"/>
                    <a:pt x="32313" y="777"/>
                    <a:pt x="34198" y="1553"/>
                  </a:cubicBezTo>
                  <a:cubicBezTo>
                    <a:pt x="35049" y="1886"/>
                    <a:pt x="36749" y="2736"/>
                    <a:pt x="38857" y="3845"/>
                  </a:cubicBezTo>
                  <a:cubicBezTo>
                    <a:pt x="41962" y="5509"/>
                    <a:pt x="45992" y="7764"/>
                    <a:pt x="49430" y="9945"/>
                  </a:cubicBezTo>
                  <a:cubicBezTo>
                    <a:pt x="51131" y="11017"/>
                    <a:pt x="52721" y="12053"/>
                    <a:pt x="53941" y="12977"/>
                  </a:cubicBezTo>
                  <a:cubicBezTo>
                    <a:pt x="55161" y="13901"/>
                    <a:pt x="56048" y="14751"/>
                    <a:pt x="56381" y="15306"/>
                  </a:cubicBezTo>
                  <a:cubicBezTo>
                    <a:pt x="56603" y="15676"/>
                    <a:pt x="56898" y="16304"/>
                    <a:pt x="57194" y="17155"/>
                  </a:cubicBezTo>
                  <a:cubicBezTo>
                    <a:pt x="58192" y="20038"/>
                    <a:pt x="59301" y="25177"/>
                    <a:pt x="60189" y="29577"/>
                  </a:cubicBezTo>
                  <a:cubicBezTo>
                    <a:pt x="60632" y="31795"/>
                    <a:pt x="61039" y="33791"/>
                    <a:pt x="61298" y="35270"/>
                  </a:cubicBezTo>
                  <a:cubicBezTo>
                    <a:pt x="61532" y="36610"/>
                    <a:pt x="61676" y="37464"/>
                    <a:pt x="61701" y="37613"/>
                  </a:cubicBezTo>
                  <a:lnTo>
                    <a:pt x="61701" y="37613"/>
                  </a:lnTo>
                  <a:lnTo>
                    <a:pt x="58636" y="46953"/>
                  </a:lnTo>
                  <a:lnTo>
                    <a:pt x="740" y="23360"/>
                  </a:lnTo>
                  <a:lnTo>
                    <a:pt x="740" y="23360"/>
                  </a:lnTo>
                  <a:cubicBezTo>
                    <a:pt x="811" y="23110"/>
                    <a:pt x="935" y="22693"/>
                    <a:pt x="1110" y="22146"/>
                  </a:cubicBezTo>
                  <a:cubicBezTo>
                    <a:pt x="1516" y="20815"/>
                    <a:pt x="2182" y="18707"/>
                    <a:pt x="2884" y="16711"/>
                  </a:cubicBezTo>
                  <a:cubicBezTo>
                    <a:pt x="3624" y="14751"/>
                    <a:pt x="4400" y="12866"/>
                    <a:pt x="4955" y="11979"/>
                  </a:cubicBezTo>
                  <a:cubicBezTo>
                    <a:pt x="5029" y="11868"/>
                    <a:pt x="5213" y="11720"/>
                    <a:pt x="5435" y="11535"/>
                  </a:cubicBezTo>
                  <a:cubicBezTo>
                    <a:pt x="6360" y="10796"/>
                    <a:pt x="8319" y="9723"/>
                    <a:pt x="10722" y="8577"/>
                  </a:cubicBezTo>
                  <a:cubicBezTo>
                    <a:pt x="14308" y="6840"/>
                    <a:pt x="18893" y="4880"/>
                    <a:pt x="22553" y="3364"/>
                  </a:cubicBezTo>
                  <a:cubicBezTo>
                    <a:pt x="24401" y="2588"/>
                    <a:pt x="26028" y="1923"/>
                    <a:pt x="27174" y="1479"/>
                  </a:cubicBezTo>
                  <a:cubicBezTo>
                    <a:pt x="28320" y="998"/>
                    <a:pt x="29023" y="740"/>
                    <a:pt x="29023" y="740"/>
                  </a:cubicBezTo>
                  <a:cubicBezTo>
                    <a:pt x="29023" y="740"/>
                    <a:pt x="29392" y="629"/>
                    <a:pt x="30095" y="629"/>
                  </a:cubicBezTo>
                  <a:close/>
                  <a:moveTo>
                    <a:pt x="30095" y="0"/>
                  </a:moveTo>
                  <a:cubicBezTo>
                    <a:pt x="29281" y="0"/>
                    <a:pt x="28838" y="148"/>
                    <a:pt x="28838" y="148"/>
                  </a:cubicBezTo>
                  <a:lnTo>
                    <a:pt x="28801" y="148"/>
                  </a:lnTo>
                  <a:cubicBezTo>
                    <a:pt x="28801" y="148"/>
                    <a:pt x="23181" y="2366"/>
                    <a:pt x="17303" y="4917"/>
                  </a:cubicBezTo>
                  <a:cubicBezTo>
                    <a:pt x="14382" y="6174"/>
                    <a:pt x="11425" y="7542"/>
                    <a:pt x="9058" y="8725"/>
                  </a:cubicBezTo>
                  <a:cubicBezTo>
                    <a:pt x="7875" y="9317"/>
                    <a:pt x="6840" y="9871"/>
                    <a:pt x="6064" y="10352"/>
                  </a:cubicBezTo>
                  <a:cubicBezTo>
                    <a:pt x="5657" y="10611"/>
                    <a:pt x="5324" y="10833"/>
                    <a:pt x="5066" y="11054"/>
                  </a:cubicBezTo>
                  <a:cubicBezTo>
                    <a:pt x="4807" y="11239"/>
                    <a:pt x="4585" y="11461"/>
                    <a:pt x="4474" y="11646"/>
                  </a:cubicBezTo>
                  <a:cubicBezTo>
                    <a:pt x="4030" y="12311"/>
                    <a:pt x="3550" y="13347"/>
                    <a:pt x="3032" y="14567"/>
                  </a:cubicBezTo>
                  <a:cubicBezTo>
                    <a:pt x="1590" y="18264"/>
                    <a:pt x="75" y="23477"/>
                    <a:pt x="75" y="23477"/>
                  </a:cubicBezTo>
                  <a:cubicBezTo>
                    <a:pt x="1" y="23624"/>
                    <a:pt x="75" y="23772"/>
                    <a:pt x="222" y="23846"/>
                  </a:cubicBezTo>
                  <a:lnTo>
                    <a:pt x="58673" y="47655"/>
                  </a:lnTo>
                  <a:cubicBezTo>
                    <a:pt x="58728" y="47674"/>
                    <a:pt x="58775" y="47683"/>
                    <a:pt x="58816" y="47683"/>
                  </a:cubicBezTo>
                  <a:cubicBezTo>
                    <a:pt x="58858" y="47683"/>
                    <a:pt x="58895" y="47674"/>
                    <a:pt x="58932" y="47655"/>
                  </a:cubicBezTo>
                  <a:cubicBezTo>
                    <a:pt x="59006" y="47618"/>
                    <a:pt x="59080" y="47544"/>
                    <a:pt x="59117" y="47471"/>
                  </a:cubicBezTo>
                  <a:lnTo>
                    <a:pt x="62333" y="37710"/>
                  </a:lnTo>
                  <a:lnTo>
                    <a:pt x="62333" y="37562"/>
                  </a:lnTo>
                  <a:cubicBezTo>
                    <a:pt x="62333" y="37562"/>
                    <a:pt x="61483" y="32756"/>
                    <a:pt x="60411" y="27543"/>
                  </a:cubicBezTo>
                  <a:cubicBezTo>
                    <a:pt x="59856" y="24918"/>
                    <a:pt x="59264" y="22220"/>
                    <a:pt x="58673" y="19964"/>
                  </a:cubicBezTo>
                  <a:cubicBezTo>
                    <a:pt x="58340" y="18818"/>
                    <a:pt x="58044" y="17783"/>
                    <a:pt x="57749" y="16933"/>
                  </a:cubicBezTo>
                  <a:cubicBezTo>
                    <a:pt x="57453" y="16082"/>
                    <a:pt x="57194" y="15417"/>
                    <a:pt x="56898" y="14973"/>
                  </a:cubicBezTo>
                  <a:cubicBezTo>
                    <a:pt x="56603" y="14493"/>
                    <a:pt x="56122" y="13975"/>
                    <a:pt x="55420" y="13421"/>
                  </a:cubicBezTo>
                  <a:cubicBezTo>
                    <a:pt x="53090" y="11387"/>
                    <a:pt x="48617" y="8614"/>
                    <a:pt x="44328" y="6174"/>
                  </a:cubicBezTo>
                  <a:cubicBezTo>
                    <a:pt x="40040" y="3734"/>
                    <a:pt x="35973" y="1627"/>
                    <a:pt x="34420" y="998"/>
                  </a:cubicBezTo>
                  <a:cubicBezTo>
                    <a:pt x="32498" y="185"/>
                    <a:pt x="31019" y="0"/>
                    <a:pt x="3009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2" name="Google Shape;3122;p53"/>
            <p:cNvSpPr/>
            <p:nvPr/>
          </p:nvSpPr>
          <p:spPr>
            <a:xfrm>
              <a:off x="5740300" y="3100400"/>
              <a:ext cx="98925" cy="490225"/>
            </a:xfrm>
            <a:custGeom>
              <a:avLst/>
              <a:gdLst/>
              <a:ahLst/>
              <a:cxnLst/>
              <a:rect l="l" t="t" r="r" b="b"/>
              <a:pathLst>
                <a:path w="3957" h="19609" extrusionOk="0">
                  <a:moveTo>
                    <a:pt x="3628" y="0"/>
                  </a:moveTo>
                  <a:cubicBezTo>
                    <a:pt x="3476" y="0"/>
                    <a:pt x="3360" y="105"/>
                    <a:pt x="3328" y="266"/>
                  </a:cubicBezTo>
                  <a:lnTo>
                    <a:pt x="38" y="19269"/>
                  </a:lnTo>
                  <a:cubicBezTo>
                    <a:pt x="1" y="19417"/>
                    <a:pt x="111" y="19565"/>
                    <a:pt x="259" y="19602"/>
                  </a:cubicBezTo>
                  <a:cubicBezTo>
                    <a:pt x="283" y="19607"/>
                    <a:pt x="307" y="19609"/>
                    <a:pt x="329" y="19609"/>
                  </a:cubicBezTo>
                  <a:cubicBezTo>
                    <a:pt x="481" y="19609"/>
                    <a:pt x="597" y="19504"/>
                    <a:pt x="629" y="19343"/>
                  </a:cubicBezTo>
                  <a:lnTo>
                    <a:pt x="3919" y="377"/>
                  </a:lnTo>
                  <a:cubicBezTo>
                    <a:pt x="3956" y="192"/>
                    <a:pt x="3846" y="44"/>
                    <a:pt x="3698" y="7"/>
                  </a:cubicBezTo>
                  <a:cubicBezTo>
                    <a:pt x="3674" y="3"/>
                    <a:pt x="3650" y="0"/>
                    <a:pt x="362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3" name="Google Shape;3123;p53"/>
            <p:cNvSpPr/>
            <p:nvPr/>
          </p:nvSpPr>
          <p:spPr>
            <a:xfrm>
              <a:off x="4761500" y="2545375"/>
              <a:ext cx="1016725" cy="1045075"/>
            </a:xfrm>
            <a:custGeom>
              <a:avLst/>
              <a:gdLst/>
              <a:ahLst/>
              <a:cxnLst/>
              <a:rect l="l" t="t" r="r" b="b"/>
              <a:pathLst>
                <a:path w="40669" h="41803" extrusionOk="0">
                  <a:moveTo>
                    <a:pt x="23976" y="0"/>
                  </a:moveTo>
                  <a:cubicBezTo>
                    <a:pt x="23184" y="0"/>
                    <a:pt x="22775" y="137"/>
                    <a:pt x="22775" y="137"/>
                  </a:cubicBezTo>
                  <a:cubicBezTo>
                    <a:pt x="22775" y="137"/>
                    <a:pt x="15307" y="3094"/>
                    <a:pt x="8652" y="6052"/>
                  </a:cubicBezTo>
                  <a:cubicBezTo>
                    <a:pt x="7617" y="9638"/>
                    <a:pt x="5435" y="16219"/>
                    <a:pt x="1886" y="22060"/>
                  </a:cubicBezTo>
                  <a:cubicBezTo>
                    <a:pt x="1147" y="23243"/>
                    <a:pt x="518" y="24427"/>
                    <a:pt x="1" y="25610"/>
                  </a:cubicBezTo>
                  <a:lnTo>
                    <a:pt x="39707" y="41803"/>
                  </a:lnTo>
                  <a:cubicBezTo>
                    <a:pt x="39929" y="36442"/>
                    <a:pt x="40188" y="26978"/>
                    <a:pt x="39744" y="20212"/>
                  </a:cubicBezTo>
                  <a:cubicBezTo>
                    <a:pt x="39411" y="14592"/>
                    <a:pt x="40040" y="10341"/>
                    <a:pt x="40668" y="7642"/>
                  </a:cubicBezTo>
                  <a:cubicBezTo>
                    <a:pt x="35529" y="4610"/>
                    <a:pt x="30021" y="1727"/>
                    <a:pt x="28172" y="950"/>
                  </a:cubicBezTo>
                  <a:cubicBezTo>
                    <a:pt x="26296" y="180"/>
                    <a:pt x="24884" y="0"/>
                    <a:pt x="2397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4" name="Google Shape;3124;p53"/>
            <p:cNvSpPr/>
            <p:nvPr/>
          </p:nvSpPr>
          <p:spPr>
            <a:xfrm>
              <a:off x="4752275" y="2537700"/>
              <a:ext cx="1034275" cy="1060150"/>
            </a:xfrm>
            <a:custGeom>
              <a:avLst/>
              <a:gdLst/>
              <a:ahLst/>
              <a:cxnLst/>
              <a:rect l="l" t="t" r="r" b="b"/>
              <a:pathLst>
                <a:path w="41371" h="42406" extrusionOk="0">
                  <a:moveTo>
                    <a:pt x="24327" y="0"/>
                  </a:moveTo>
                  <a:cubicBezTo>
                    <a:pt x="23513" y="0"/>
                    <a:pt x="23070" y="148"/>
                    <a:pt x="23070" y="148"/>
                  </a:cubicBezTo>
                  <a:lnTo>
                    <a:pt x="23033" y="148"/>
                  </a:lnTo>
                  <a:cubicBezTo>
                    <a:pt x="23033" y="148"/>
                    <a:pt x="15565" y="3106"/>
                    <a:pt x="8873" y="6100"/>
                  </a:cubicBezTo>
                  <a:cubicBezTo>
                    <a:pt x="8799" y="6137"/>
                    <a:pt x="8762" y="6174"/>
                    <a:pt x="8725" y="6285"/>
                  </a:cubicBezTo>
                  <a:cubicBezTo>
                    <a:pt x="7690" y="9834"/>
                    <a:pt x="5509" y="16415"/>
                    <a:pt x="1996" y="22220"/>
                  </a:cubicBezTo>
                  <a:cubicBezTo>
                    <a:pt x="1257" y="23403"/>
                    <a:pt x="629" y="24586"/>
                    <a:pt x="74" y="25769"/>
                  </a:cubicBezTo>
                  <a:cubicBezTo>
                    <a:pt x="0" y="25917"/>
                    <a:pt x="74" y="26101"/>
                    <a:pt x="222" y="26175"/>
                  </a:cubicBezTo>
                  <a:cubicBezTo>
                    <a:pt x="261" y="26195"/>
                    <a:pt x="304" y="26204"/>
                    <a:pt x="346" y="26204"/>
                  </a:cubicBezTo>
                  <a:cubicBezTo>
                    <a:pt x="461" y="26204"/>
                    <a:pt x="574" y="26136"/>
                    <a:pt x="629" y="26028"/>
                  </a:cubicBezTo>
                  <a:cubicBezTo>
                    <a:pt x="1183" y="24881"/>
                    <a:pt x="1812" y="23698"/>
                    <a:pt x="2514" y="22515"/>
                  </a:cubicBezTo>
                  <a:cubicBezTo>
                    <a:pt x="6047" y="16760"/>
                    <a:pt x="8217" y="10215"/>
                    <a:pt x="9270" y="6593"/>
                  </a:cubicBezTo>
                  <a:lnTo>
                    <a:pt x="9270" y="6593"/>
                  </a:lnTo>
                  <a:cubicBezTo>
                    <a:pt x="12557" y="5134"/>
                    <a:pt x="16046" y="3645"/>
                    <a:pt x="18707" y="2588"/>
                  </a:cubicBezTo>
                  <a:cubicBezTo>
                    <a:pt x="20038" y="2034"/>
                    <a:pt x="21184" y="1553"/>
                    <a:pt x="21998" y="1220"/>
                  </a:cubicBezTo>
                  <a:cubicBezTo>
                    <a:pt x="22811" y="924"/>
                    <a:pt x="23255" y="740"/>
                    <a:pt x="23255" y="740"/>
                  </a:cubicBezTo>
                  <a:cubicBezTo>
                    <a:pt x="23255" y="740"/>
                    <a:pt x="23624" y="629"/>
                    <a:pt x="24327" y="629"/>
                  </a:cubicBezTo>
                  <a:cubicBezTo>
                    <a:pt x="25177" y="629"/>
                    <a:pt x="26545" y="777"/>
                    <a:pt x="28430" y="1553"/>
                  </a:cubicBezTo>
                  <a:cubicBezTo>
                    <a:pt x="29318" y="1923"/>
                    <a:pt x="31166" y="2847"/>
                    <a:pt x="33421" y="4030"/>
                  </a:cubicBezTo>
                  <a:cubicBezTo>
                    <a:pt x="35592" y="5187"/>
                    <a:pt x="38187" y="6628"/>
                    <a:pt x="40687" y="8109"/>
                  </a:cubicBezTo>
                  <a:lnTo>
                    <a:pt x="40687" y="8109"/>
                  </a:lnTo>
                  <a:cubicBezTo>
                    <a:pt x="40188" y="10284"/>
                    <a:pt x="39706" y="13416"/>
                    <a:pt x="39706" y="17339"/>
                  </a:cubicBezTo>
                  <a:cubicBezTo>
                    <a:pt x="39706" y="18375"/>
                    <a:pt x="39743" y="19410"/>
                    <a:pt x="39817" y="20519"/>
                  </a:cubicBezTo>
                  <a:cubicBezTo>
                    <a:pt x="39965" y="23218"/>
                    <a:pt x="40039" y="26360"/>
                    <a:pt x="40039" y="29503"/>
                  </a:cubicBezTo>
                  <a:cubicBezTo>
                    <a:pt x="40039" y="34198"/>
                    <a:pt x="39891" y="38893"/>
                    <a:pt x="39780" y="42073"/>
                  </a:cubicBezTo>
                  <a:cubicBezTo>
                    <a:pt x="39780" y="42258"/>
                    <a:pt x="39891" y="42406"/>
                    <a:pt x="40076" y="42406"/>
                  </a:cubicBezTo>
                  <a:cubicBezTo>
                    <a:pt x="40261" y="42406"/>
                    <a:pt x="40372" y="42258"/>
                    <a:pt x="40409" y="42110"/>
                  </a:cubicBezTo>
                  <a:cubicBezTo>
                    <a:pt x="40520" y="38893"/>
                    <a:pt x="40668" y="34198"/>
                    <a:pt x="40668" y="29503"/>
                  </a:cubicBezTo>
                  <a:cubicBezTo>
                    <a:pt x="40668" y="26360"/>
                    <a:pt x="40594" y="23218"/>
                    <a:pt x="40409" y="20482"/>
                  </a:cubicBezTo>
                  <a:cubicBezTo>
                    <a:pt x="40372" y="19373"/>
                    <a:pt x="40335" y="18338"/>
                    <a:pt x="40335" y="17339"/>
                  </a:cubicBezTo>
                  <a:cubicBezTo>
                    <a:pt x="40335" y="13310"/>
                    <a:pt x="40816" y="10167"/>
                    <a:pt x="41333" y="8023"/>
                  </a:cubicBezTo>
                  <a:cubicBezTo>
                    <a:pt x="41370" y="7912"/>
                    <a:pt x="41296" y="7764"/>
                    <a:pt x="41185" y="7690"/>
                  </a:cubicBezTo>
                  <a:cubicBezTo>
                    <a:pt x="38634" y="6174"/>
                    <a:pt x="35972" y="4695"/>
                    <a:pt x="33680" y="3475"/>
                  </a:cubicBezTo>
                  <a:cubicBezTo>
                    <a:pt x="31425" y="2292"/>
                    <a:pt x="29613" y="1368"/>
                    <a:pt x="28652" y="998"/>
                  </a:cubicBezTo>
                  <a:cubicBezTo>
                    <a:pt x="26730" y="185"/>
                    <a:pt x="25251" y="0"/>
                    <a:pt x="2432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5" name="Google Shape;3125;p53"/>
            <p:cNvSpPr/>
            <p:nvPr/>
          </p:nvSpPr>
          <p:spPr>
            <a:xfrm>
              <a:off x="5094250" y="2545375"/>
              <a:ext cx="577675" cy="805200"/>
            </a:xfrm>
            <a:custGeom>
              <a:avLst/>
              <a:gdLst/>
              <a:ahLst/>
              <a:cxnLst/>
              <a:rect l="l" t="t" r="r" b="b"/>
              <a:pathLst>
                <a:path w="23107" h="32208" extrusionOk="0">
                  <a:moveTo>
                    <a:pt x="10666" y="0"/>
                  </a:moveTo>
                  <a:cubicBezTo>
                    <a:pt x="9874" y="0"/>
                    <a:pt x="9465" y="137"/>
                    <a:pt x="9465" y="137"/>
                  </a:cubicBezTo>
                  <a:cubicBezTo>
                    <a:pt x="9465" y="137"/>
                    <a:pt x="5435" y="1727"/>
                    <a:pt x="629" y="3760"/>
                  </a:cubicBezTo>
                  <a:cubicBezTo>
                    <a:pt x="259" y="7494"/>
                    <a:pt x="0" y="13040"/>
                    <a:pt x="998" y="17735"/>
                  </a:cubicBezTo>
                  <a:cubicBezTo>
                    <a:pt x="2616" y="25355"/>
                    <a:pt x="4793" y="32207"/>
                    <a:pt x="6815" y="32207"/>
                  </a:cubicBezTo>
                  <a:cubicBezTo>
                    <a:pt x="6873" y="32207"/>
                    <a:pt x="6930" y="32202"/>
                    <a:pt x="6988" y="32190"/>
                  </a:cubicBezTo>
                  <a:cubicBezTo>
                    <a:pt x="9021" y="31784"/>
                    <a:pt x="19742" y="13003"/>
                    <a:pt x="23107" y="5202"/>
                  </a:cubicBezTo>
                  <a:cubicBezTo>
                    <a:pt x="19447" y="3168"/>
                    <a:pt x="16193" y="1505"/>
                    <a:pt x="14862" y="950"/>
                  </a:cubicBezTo>
                  <a:cubicBezTo>
                    <a:pt x="12986" y="180"/>
                    <a:pt x="11574" y="0"/>
                    <a:pt x="1066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6" name="Google Shape;3126;p53"/>
            <p:cNvSpPr/>
            <p:nvPr/>
          </p:nvSpPr>
          <p:spPr>
            <a:xfrm>
              <a:off x="5094250" y="2537700"/>
              <a:ext cx="586000" cy="820775"/>
            </a:xfrm>
            <a:custGeom>
              <a:avLst/>
              <a:gdLst/>
              <a:ahLst/>
              <a:cxnLst/>
              <a:rect l="l" t="t" r="r" b="b"/>
              <a:pathLst>
                <a:path w="23440" h="32831" extrusionOk="0">
                  <a:moveTo>
                    <a:pt x="10648" y="629"/>
                  </a:moveTo>
                  <a:cubicBezTo>
                    <a:pt x="11498" y="629"/>
                    <a:pt x="12866" y="777"/>
                    <a:pt x="14751" y="1553"/>
                  </a:cubicBezTo>
                  <a:cubicBezTo>
                    <a:pt x="16014" y="2094"/>
                    <a:pt x="19179" y="3692"/>
                    <a:pt x="22698" y="5659"/>
                  </a:cubicBezTo>
                  <a:lnTo>
                    <a:pt x="22698" y="5659"/>
                  </a:lnTo>
                  <a:cubicBezTo>
                    <a:pt x="20993" y="9573"/>
                    <a:pt x="17561" y="16060"/>
                    <a:pt x="14271" y="21628"/>
                  </a:cubicBezTo>
                  <a:cubicBezTo>
                    <a:pt x="12607" y="24475"/>
                    <a:pt x="10980" y="27100"/>
                    <a:pt x="9649" y="29059"/>
                  </a:cubicBezTo>
                  <a:cubicBezTo>
                    <a:pt x="8984" y="30020"/>
                    <a:pt x="8355" y="30797"/>
                    <a:pt x="7875" y="31351"/>
                  </a:cubicBezTo>
                  <a:cubicBezTo>
                    <a:pt x="7653" y="31610"/>
                    <a:pt x="7431" y="31832"/>
                    <a:pt x="7283" y="31980"/>
                  </a:cubicBezTo>
                  <a:cubicBezTo>
                    <a:pt x="7098" y="32128"/>
                    <a:pt x="6951" y="32202"/>
                    <a:pt x="6914" y="32202"/>
                  </a:cubicBezTo>
                  <a:lnTo>
                    <a:pt x="6803" y="32202"/>
                  </a:lnTo>
                  <a:cubicBezTo>
                    <a:pt x="6655" y="32202"/>
                    <a:pt x="6470" y="32165"/>
                    <a:pt x="6248" y="31980"/>
                  </a:cubicBezTo>
                  <a:cubicBezTo>
                    <a:pt x="5841" y="31684"/>
                    <a:pt x="5398" y="31056"/>
                    <a:pt x="4991" y="30205"/>
                  </a:cubicBezTo>
                  <a:cubicBezTo>
                    <a:pt x="3660" y="27617"/>
                    <a:pt x="2329" y="22959"/>
                    <a:pt x="1294" y="17968"/>
                  </a:cubicBezTo>
                  <a:cubicBezTo>
                    <a:pt x="777" y="15565"/>
                    <a:pt x="629" y="12940"/>
                    <a:pt x="629" y="10426"/>
                  </a:cubicBezTo>
                  <a:cubicBezTo>
                    <a:pt x="629" y="8178"/>
                    <a:pt x="766" y="6033"/>
                    <a:pt x="942" y="4290"/>
                  </a:cubicBezTo>
                  <a:lnTo>
                    <a:pt x="942" y="4290"/>
                  </a:lnTo>
                  <a:cubicBezTo>
                    <a:pt x="3246" y="3286"/>
                    <a:pt x="5398" y="2425"/>
                    <a:pt x="6951" y="1775"/>
                  </a:cubicBezTo>
                  <a:cubicBezTo>
                    <a:pt x="7764" y="1442"/>
                    <a:pt x="8429" y="1183"/>
                    <a:pt x="8873" y="998"/>
                  </a:cubicBezTo>
                  <a:cubicBezTo>
                    <a:pt x="9317" y="813"/>
                    <a:pt x="9576" y="740"/>
                    <a:pt x="9576" y="740"/>
                  </a:cubicBezTo>
                  <a:cubicBezTo>
                    <a:pt x="9576" y="740"/>
                    <a:pt x="9945" y="629"/>
                    <a:pt x="10648" y="629"/>
                  </a:cubicBezTo>
                  <a:close/>
                  <a:moveTo>
                    <a:pt x="10648" y="0"/>
                  </a:moveTo>
                  <a:cubicBezTo>
                    <a:pt x="9834" y="0"/>
                    <a:pt x="9391" y="148"/>
                    <a:pt x="9391" y="148"/>
                  </a:cubicBezTo>
                  <a:lnTo>
                    <a:pt x="9354" y="148"/>
                  </a:lnTo>
                  <a:cubicBezTo>
                    <a:pt x="9354" y="148"/>
                    <a:pt x="5324" y="1738"/>
                    <a:pt x="518" y="3771"/>
                  </a:cubicBezTo>
                  <a:cubicBezTo>
                    <a:pt x="407" y="3808"/>
                    <a:pt x="333" y="3919"/>
                    <a:pt x="333" y="4030"/>
                  </a:cubicBezTo>
                  <a:cubicBezTo>
                    <a:pt x="148" y="5842"/>
                    <a:pt x="0" y="8060"/>
                    <a:pt x="0" y="10426"/>
                  </a:cubicBezTo>
                  <a:cubicBezTo>
                    <a:pt x="0" y="12977"/>
                    <a:pt x="185" y="15639"/>
                    <a:pt x="703" y="18079"/>
                  </a:cubicBezTo>
                  <a:cubicBezTo>
                    <a:pt x="1479" y="21924"/>
                    <a:pt x="2440" y="25547"/>
                    <a:pt x="3475" y="28246"/>
                  </a:cubicBezTo>
                  <a:cubicBezTo>
                    <a:pt x="3956" y="29614"/>
                    <a:pt x="4474" y="30723"/>
                    <a:pt x="5028" y="31499"/>
                  </a:cubicBezTo>
                  <a:cubicBezTo>
                    <a:pt x="5287" y="31906"/>
                    <a:pt x="5583" y="32239"/>
                    <a:pt x="5841" y="32460"/>
                  </a:cubicBezTo>
                  <a:cubicBezTo>
                    <a:pt x="6137" y="32682"/>
                    <a:pt x="6470" y="32830"/>
                    <a:pt x="6803" y="32830"/>
                  </a:cubicBezTo>
                  <a:cubicBezTo>
                    <a:pt x="6877" y="32830"/>
                    <a:pt x="6988" y="32830"/>
                    <a:pt x="7062" y="32793"/>
                  </a:cubicBezTo>
                  <a:cubicBezTo>
                    <a:pt x="7283" y="32756"/>
                    <a:pt x="7468" y="32645"/>
                    <a:pt x="7653" y="32460"/>
                  </a:cubicBezTo>
                  <a:cubicBezTo>
                    <a:pt x="8060" y="32128"/>
                    <a:pt x="8540" y="31573"/>
                    <a:pt x="9058" y="30871"/>
                  </a:cubicBezTo>
                  <a:cubicBezTo>
                    <a:pt x="12903" y="25843"/>
                    <a:pt x="20593" y="12090"/>
                    <a:pt x="23403" y="5657"/>
                  </a:cubicBezTo>
                  <a:cubicBezTo>
                    <a:pt x="23439" y="5509"/>
                    <a:pt x="23403" y="5324"/>
                    <a:pt x="23255" y="5250"/>
                  </a:cubicBezTo>
                  <a:cubicBezTo>
                    <a:pt x="19595" y="3217"/>
                    <a:pt x="16341" y="1553"/>
                    <a:pt x="14973" y="998"/>
                  </a:cubicBezTo>
                  <a:cubicBezTo>
                    <a:pt x="13051" y="185"/>
                    <a:pt x="11572" y="0"/>
                    <a:pt x="1064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7" name="Google Shape;3127;p53"/>
            <p:cNvSpPr/>
            <p:nvPr/>
          </p:nvSpPr>
          <p:spPr>
            <a:xfrm>
              <a:off x="5119200" y="2918725"/>
              <a:ext cx="92450" cy="65175"/>
            </a:xfrm>
            <a:custGeom>
              <a:avLst/>
              <a:gdLst/>
              <a:ahLst/>
              <a:cxnLst/>
              <a:rect l="l" t="t" r="r" b="b"/>
              <a:pathLst>
                <a:path w="3698" h="2607" extrusionOk="0">
                  <a:moveTo>
                    <a:pt x="335" y="1"/>
                  </a:moveTo>
                  <a:cubicBezTo>
                    <a:pt x="241" y="1"/>
                    <a:pt x="156" y="49"/>
                    <a:pt x="111" y="139"/>
                  </a:cubicBezTo>
                  <a:cubicBezTo>
                    <a:pt x="0" y="287"/>
                    <a:pt x="37" y="472"/>
                    <a:pt x="185" y="546"/>
                  </a:cubicBezTo>
                  <a:lnTo>
                    <a:pt x="3180" y="2542"/>
                  </a:lnTo>
                  <a:cubicBezTo>
                    <a:pt x="3224" y="2586"/>
                    <a:pt x="3285" y="2607"/>
                    <a:pt x="3347" y="2607"/>
                  </a:cubicBezTo>
                  <a:cubicBezTo>
                    <a:pt x="3443" y="2607"/>
                    <a:pt x="3542" y="2558"/>
                    <a:pt x="3586" y="2468"/>
                  </a:cubicBezTo>
                  <a:cubicBezTo>
                    <a:pt x="3697" y="2320"/>
                    <a:pt x="3660" y="2135"/>
                    <a:pt x="3513" y="2024"/>
                  </a:cubicBezTo>
                  <a:lnTo>
                    <a:pt x="518" y="65"/>
                  </a:lnTo>
                  <a:cubicBezTo>
                    <a:pt x="460" y="21"/>
                    <a:pt x="396" y="1"/>
                    <a:pt x="33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8" name="Google Shape;3128;p53"/>
            <p:cNvSpPr/>
            <p:nvPr/>
          </p:nvSpPr>
          <p:spPr>
            <a:xfrm>
              <a:off x="5342875" y="3001500"/>
              <a:ext cx="140500" cy="31800"/>
            </a:xfrm>
            <a:custGeom>
              <a:avLst/>
              <a:gdLst/>
              <a:ahLst/>
              <a:cxnLst/>
              <a:rect l="l" t="t" r="r" b="b"/>
              <a:pathLst>
                <a:path w="5620" h="1272" extrusionOk="0">
                  <a:moveTo>
                    <a:pt x="313" y="0"/>
                  </a:moveTo>
                  <a:cubicBezTo>
                    <a:pt x="186" y="0"/>
                    <a:pt x="69" y="105"/>
                    <a:pt x="37" y="266"/>
                  </a:cubicBezTo>
                  <a:cubicBezTo>
                    <a:pt x="0" y="414"/>
                    <a:pt x="148" y="599"/>
                    <a:pt x="296" y="599"/>
                  </a:cubicBezTo>
                  <a:lnTo>
                    <a:pt x="5250" y="1264"/>
                  </a:lnTo>
                  <a:cubicBezTo>
                    <a:pt x="5274" y="1269"/>
                    <a:pt x="5297" y="1272"/>
                    <a:pt x="5320" y="1272"/>
                  </a:cubicBezTo>
                  <a:cubicBezTo>
                    <a:pt x="5471" y="1272"/>
                    <a:pt x="5588" y="1167"/>
                    <a:pt x="5620" y="1006"/>
                  </a:cubicBezTo>
                  <a:cubicBezTo>
                    <a:pt x="5620" y="821"/>
                    <a:pt x="5509" y="673"/>
                    <a:pt x="5361" y="673"/>
                  </a:cubicBezTo>
                  <a:lnTo>
                    <a:pt x="370" y="7"/>
                  </a:lnTo>
                  <a:cubicBezTo>
                    <a:pt x="351" y="3"/>
                    <a:pt x="332" y="0"/>
                    <a:pt x="31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9" name="Google Shape;3129;p53"/>
            <p:cNvSpPr/>
            <p:nvPr/>
          </p:nvSpPr>
          <p:spPr>
            <a:xfrm>
              <a:off x="5162625" y="2357450"/>
              <a:ext cx="406700" cy="418725"/>
            </a:xfrm>
            <a:custGeom>
              <a:avLst/>
              <a:gdLst/>
              <a:ahLst/>
              <a:cxnLst/>
              <a:rect l="l" t="t" r="r" b="b"/>
              <a:pathLst>
                <a:path w="16268" h="16749" extrusionOk="0">
                  <a:moveTo>
                    <a:pt x="519" y="1"/>
                  </a:moveTo>
                  <a:lnTo>
                    <a:pt x="519" y="1"/>
                  </a:lnTo>
                  <a:cubicBezTo>
                    <a:pt x="519" y="1"/>
                    <a:pt x="556" y="7062"/>
                    <a:pt x="334" y="9502"/>
                  </a:cubicBezTo>
                  <a:cubicBezTo>
                    <a:pt x="112" y="11573"/>
                    <a:pt x="1" y="16749"/>
                    <a:pt x="1" y="16749"/>
                  </a:cubicBezTo>
                  <a:lnTo>
                    <a:pt x="14789" y="15492"/>
                  </a:lnTo>
                  <a:lnTo>
                    <a:pt x="16268" y="1849"/>
                  </a:lnTo>
                  <a:lnTo>
                    <a:pt x="519"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0" name="Google Shape;3130;p53"/>
            <p:cNvSpPr/>
            <p:nvPr/>
          </p:nvSpPr>
          <p:spPr>
            <a:xfrm>
              <a:off x="5170025" y="2357450"/>
              <a:ext cx="399300" cy="360500"/>
            </a:xfrm>
            <a:custGeom>
              <a:avLst/>
              <a:gdLst/>
              <a:ahLst/>
              <a:cxnLst/>
              <a:rect l="l" t="t" r="r" b="b"/>
              <a:pathLst>
                <a:path w="15972" h="14420" extrusionOk="0">
                  <a:moveTo>
                    <a:pt x="223" y="1"/>
                  </a:moveTo>
                  <a:lnTo>
                    <a:pt x="223" y="1"/>
                  </a:lnTo>
                  <a:cubicBezTo>
                    <a:pt x="223" y="1"/>
                    <a:pt x="260" y="7062"/>
                    <a:pt x="38" y="9502"/>
                  </a:cubicBezTo>
                  <a:cubicBezTo>
                    <a:pt x="38" y="9576"/>
                    <a:pt x="1" y="9650"/>
                    <a:pt x="1" y="9761"/>
                  </a:cubicBezTo>
                  <a:cubicBezTo>
                    <a:pt x="1590" y="11905"/>
                    <a:pt x="3920" y="14419"/>
                    <a:pt x="5990" y="14419"/>
                  </a:cubicBezTo>
                  <a:cubicBezTo>
                    <a:pt x="8023" y="14419"/>
                    <a:pt x="11868" y="12497"/>
                    <a:pt x="15011" y="10685"/>
                  </a:cubicBezTo>
                  <a:lnTo>
                    <a:pt x="15972" y="1849"/>
                  </a:lnTo>
                  <a:lnTo>
                    <a:pt x="22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1" name="Google Shape;3131;p53"/>
            <p:cNvSpPr/>
            <p:nvPr/>
          </p:nvSpPr>
          <p:spPr>
            <a:xfrm>
              <a:off x="5170025" y="2435100"/>
              <a:ext cx="386375" cy="282850"/>
            </a:xfrm>
            <a:custGeom>
              <a:avLst/>
              <a:gdLst/>
              <a:ahLst/>
              <a:cxnLst/>
              <a:rect l="l" t="t" r="r" b="b"/>
              <a:pathLst>
                <a:path w="15455" h="11314" extrusionOk="0">
                  <a:moveTo>
                    <a:pt x="223" y="0"/>
                  </a:moveTo>
                  <a:cubicBezTo>
                    <a:pt x="223" y="2219"/>
                    <a:pt x="149" y="5028"/>
                    <a:pt x="38" y="6396"/>
                  </a:cubicBezTo>
                  <a:cubicBezTo>
                    <a:pt x="38" y="6433"/>
                    <a:pt x="38" y="6433"/>
                    <a:pt x="38" y="6470"/>
                  </a:cubicBezTo>
                  <a:cubicBezTo>
                    <a:pt x="1" y="6507"/>
                    <a:pt x="1" y="6581"/>
                    <a:pt x="1" y="6655"/>
                  </a:cubicBezTo>
                  <a:cubicBezTo>
                    <a:pt x="1590" y="8799"/>
                    <a:pt x="3920" y="11313"/>
                    <a:pt x="5990" y="11313"/>
                  </a:cubicBezTo>
                  <a:cubicBezTo>
                    <a:pt x="8023" y="11313"/>
                    <a:pt x="11868" y="9391"/>
                    <a:pt x="15011" y="7579"/>
                  </a:cubicBezTo>
                  <a:lnTo>
                    <a:pt x="15454" y="3402"/>
                  </a:lnTo>
                  <a:lnTo>
                    <a:pt x="15454" y="3402"/>
                  </a:lnTo>
                  <a:cubicBezTo>
                    <a:pt x="12164" y="5805"/>
                    <a:pt x="8282" y="7986"/>
                    <a:pt x="6286" y="7986"/>
                  </a:cubicBezTo>
                  <a:cubicBezTo>
                    <a:pt x="6027" y="7986"/>
                    <a:pt x="5805" y="7949"/>
                    <a:pt x="5620" y="7838"/>
                  </a:cubicBezTo>
                  <a:cubicBezTo>
                    <a:pt x="4215" y="7284"/>
                    <a:pt x="2071" y="3808"/>
                    <a:pt x="223"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2" name="Google Shape;3132;p53"/>
            <p:cNvSpPr/>
            <p:nvPr/>
          </p:nvSpPr>
          <p:spPr>
            <a:xfrm>
              <a:off x="5155250" y="2349700"/>
              <a:ext cx="421475" cy="433875"/>
            </a:xfrm>
            <a:custGeom>
              <a:avLst/>
              <a:gdLst/>
              <a:ahLst/>
              <a:cxnLst/>
              <a:rect l="l" t="t" r="r" b="b"/>
              <a:pathLst>
                <a:path w="16859" h="17355" extrusionOk="0">
                  <a:moveTo>
                    <a:pt x="791" y="1"/>
                  </a:moveTo>
                  <a:cubicBezTo>
                    <a:pt x="737" y="1"/>
                    <a:pt x="683" y="35"/>
                    <a:pt x="629" y="89"/>
                  </a:cubicBezTo>
                  <a:cubicBezTo>
                    <a:pt x="555" y="126"/>
                    <a:pt x="518" y="200"/>
                    <a:pt x="518" y="311"/>
                  </a:cubicBezTo>
                  <a:cubicBezTo>
                    <a:pt x="518" y="311"/>
                    <a:pt x="518" y="496"/>
                    <a:pt x="518" y="865"/>
                  </a:cubicBezTo>
                  <a:cubicBezTo>
                    <a:pt x="518" y="2603"/>
                    <a:pt x="518" y="7816"/>
                    <a:pt x="296" y="9775"/>
                  </a:cubicBezTo>
                  <a:cubicBezTo>
                    <a:pt x="111" y="11883"/>
                    <a:pt x="0" y="17059"/>
                    <a:pt x="0" y="17059"/>
                  </a:cubicBezTo>
                  <a:cubicBezTo>
                    <a:pt x="0" y="17206"/>
                    <a:pt x="148" y="17354"/>
                    <a:pt x="296" y="17354"/>
                  </a:cubicBezTo>
                  <a:cubicBezTo>
                    <a:pt x="481" y="17354"/>
                    <a:pt x="629" y="17243"/>
                    <a:pt x="629" y="17059"/>
                  </a:cubicBezTo>
                  <a:cubicBezTo>
                    <a:pt x="629" y="17059"/>
                    <a:pt x="666" y="15765"/>
                    <a:pt x="703" y="14212"/>
                  </a:cubicBezTo>
                  <a:cubicBezTo>
                    <a:pt x="740" y="12659"/>
                    <a:pt x="814" y="10884"/>
                    <a:pt x="924" y="9849"/>
                  </a:cubicBezTo>
                  <a:cubicBezTo>
                    <a:pt x="1109" y="7816"/>
                    <a:pt x="1146" y="2603"/>
                    <a:pt x="1146" y="865"/>
                  </a:cubicBezTo>
                  <a:lnTo>
                    <a:pt x="1146" y="650"/>
                  </a:lnTo>
                  <a:lnTo>
                    <a:pt x="1146" y="650"/>
                  </a:lnTo>
                  <a:lnTo>
                    <a:pt x="16193" y="2418"/>
                  </a:lnTo>
                  <a:lnTo>
                    <a:pt x="14788" y="15802"/>
                  </a:lnTo>
                  <a:cubicBezTo>
                    <a:pt x="14788" y="15949"/>
                    <a:pt x="14899" y="16097"/>
                    <a:pt x="15084" y="16134"/>
                  </a:cubicBezTo>
                  <a:cubicBezTo>
                    <a:pt x="15232" y="16134"/>
                    <a:pt x="15380" y="16023"/>
                    <a:pt x="15417" y="15839"/>
                  </a:cubicBezTo>
                  <a:lnTo>
                    <a:pt x="16859" y="2196"/>
                  </a:lnTo>
                  <a:cubicBezTo>
                    <a:pt x="16859" y="2048"/>
                    <a:pt x="16748" y="1864"/>
                    <a:pt x="16600" y="1864"/>
                  </a:cubicBezTo>
                  <a:lnTo>
                    <a:pt x="851" y="15"/>
                  </a:lnTo>
                  <a:cubicBezTo>
                    <a:pt x="831" y="5"/>
                    <a:pt x="811" y="1"/>
                    <a:pt x="79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3" name="Google Shape;3133;p53"/>
            <p:cNvSpPr/>
            <p:nvPr/>
          </p:nvSpPr>
          <p:spPr>
            <a:xfrm>
              <a:off x="5072050" y="1720650"/>
              <a:ext cx="755150" cy="913375"/>
            </a:xfrm>
            <a:custGeom>
              <a:avLst/>
              <a:gdLst/>
              <a:ahLst/>
              <a:cxnLst/>
              <a:rect l="l" t="t" r="r" b="b"/>
              <a:pathLst>
                <a:path w="30206" h="36535" extrusionOk="0">
                  <a:moveTo>
                    <a:pt x="2293" y="0"/>
                  </a:moveTo>
                  <a:cubicBezTo>
                    <a:pt x="2293" y="0"/>
                    <a:pt x="2034" y="1553"/>
                    <a:pt x="1701" y="3845"/>
                  </a:cubicBezTo>
                  <a:cubicBezTo>
                    <a:pt x="962" y="8651"/>
                    <a:pt x="1" y="16711"/>
                    <a:pt x="851" y="20075"/>
                  </a:cubicBezTo>
                  <a:cubicBezTo>
                    <a:pt x="2071" y="25066"/>
                    <a:pt x="7062" y="35381"/>
                    <a:pt x="9539" y="36416"/>
                  </a:cubicBezTo>
                  <a:cubicBezTo>
                    <a:pt x="9732" y="36497"/>
                    <a:pt x="9963" y="36535"/>
                    <a:pt x="10228" y="36535"/>
                  </a:cubicBezTo>
                  <a:cubicBezTo>
                    <a:pt x="13367" y="36535"/>
                    <a:pt x="21168" y="31189"/>
                    <a:pt x="24032" y="27950"/>
                  </a:cubicBezTo>
                  <a:cubicBezTo>
                    <a:pt x="27137" y="24438"/>
                    <a:pt x="30206" y="7875"/>
                    <a:pt x="30206" y="7875"/>
                  </a:cubicBezTo>
                  <a:lnTo>
                    <a:pt x="30206" y="7875"/>
                  </a:lnTo>
                  <a:lnTo>
                    <a:pt x="23810" y="8097"/>
                  </a:lnTo>
                  <a:lnTo>
                    <a:pt x="24032" y="4363"/>
                  </a:lnTo>
                  <a:lnTo>
                    <a:pt x="22775" y="7875"/>
                  </a:lnTo>
                  <a:lnTo>
                    <a:pt x="12645" y="6211"/>
                  </a:lnTo>
                  <a:lnTo>
                    <a:pt x="13051" y="2292"/>
                  </a:lnTo>
                  <a:lnTo>
                    <a:pt x="10759" y="6026"/>
                  </a:lnTo>
                  <a:lnTo>
                    <a:pt x="3957" y="4141"/>
                  </a:lnTo>
                  <a:lnTo>
                    <a:pt x="3957" y="850"/>
                  </a:lnTo>
                  <a:lnTo>
                    <a:pt x="2515" y="4141"/>
                  </a:lnTo>
                  <a:lnTo>
                    <a:pt x="2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4" name="Google Shape;3134;p53"/>
            <p:cNvSpPr/>
            <p:nvPr/>
          </p:nvSpPr>
          <p:spPr>
            <a:xfrm>
              <a:off x="5108100" y="1720650"/>
              <a:ext cx="719100" cy="278650"/>
            </a:xfrm>
            <a:custGeom>
              <a:avLst/>
              <a:gdLst/>
              <a:ahLst/>
              <a:cxnLst/>
              <a:rect l="l" t="t" r="r" b="b"/>
              <a:pathLst>
                <a:path w="28764" h="11146" extrusionOk="0">
                  <a:moveTo>
                    <a:pt x="851" y="0"/>
                  </a:moveTo>
                  <a:cubicBezTo>
                    <a:pt x="851" y="0"/>
                    <a:pt x="592" y="1553"/>
                    <a:pt x="259" y="3845"/>
                  </a:cubicBezTo>
                  <a:cubicBezTo>
                    <a:pt x="149" y="4400"/>
                    <a:pt x="75" y="4991"/>
                    <a:pt x="1" y="5620"/>
                  </a:cubicBezTo>
                  <a:cubicBezTo>
                    <a:pt x="2289" y="6883"/>
                    <a:pt x="11236" y="11145"/>
                    <a:pt x="24713" y="11145"/>
                  </a:cubicBezTo>
                  <a:cubicBezTo>
                    <a:pt x="25824" y="11145"/>
                    <a:pt x="26965" y="11116"/>
                    <a:pt x="28135" y="11054"/>
                  </a:cubicBezTo>
                  <a:cubicBezTo>
                    <a:pt x="28542" y="9132"/>
                    <a:pt x="28764" y="7875"/>
                    <a:pt x="28764" y="7875"/>
                  </a:cubicBezTo>
                  <a:lnTo>
                    <a:pt x="28764" y="7875"/>
                  </a:lnTo>
                  <a:lnTo>
                    <a:pt x="22368" y="8097"/>
                  </a:lnTo>
                  <a:lnTo>
                    <a:pt x="22590" y="4363"/>
                  </a:lnTo>
                  <a:lnTo>
                    <a:pt x="21333" y="7875"/>
                  </a:lnTo>
                  <a:lnTo>
                    <a:pt x="11203" y="6211"/>
                  </a:lnTo>
                  <a:lnTo>
                    <a:pt x="11609" y="2292"/>
                  </a:lnTo>
                  <a:lnTo>
                    <a:pt x="9317" y="6026"/>
                  </a:lnTo>
                  <a:lnTo>
                    <a:pt x="2515" y="4141"/>
                  </a:lnTo>
                  <a:lnTo>
                    <a:pt x="2515" y="850"/>
                  </a:lnTo>
                  <a:lnTo>
                    <a:pt x="1073" y="4141"/>
                  </a:lnTo>
                  <a:lnTo>
                    <a:pt x="85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5" name="Google Shape;3135;p53"/>
            <p:cNvSpPr/>
            <p:nvPr/>
          </p:nvSpPr>
          <p:spPr>
            <a:xfrm>
              <a:off x="5118275" y="1741900"/>
              <a:ext cx="705225" cy="256975"/>
            </a:xfrm>
            <a:custGeom>
              <a:avLst/>
              <a:gdLst/>
              <a:ahLst/>
              <a:cxnLst/>
              <a:rect l="l" t="t" r="r" b="b"/>
              <a:pathLst>
                <a:path w="28209" h="10279" extrusionOk="0">
                  <a:moveTo>
                    <a:pt x="2108" y="0"/>
                  </a:moveTo>
                  <a:lnTo>
                    <a:pt x="666" y="3291"/>
                  </a:lnTo>
                  <a:lnTo>
                    <a:pt x="518" y="851"/>
                  </a:lnTo>
                  <a:cubicBezTo>
                    <a:pt x="370" y="2219"/>
                    <a:pt x="185" y="3623"/>
                    <a:pt x="0" y="4991"/>
                  </a:cubicBezTo>
                  <a:cubicBezTo>
                    <a:pt x="2847" y="6470"/>
                    <a:pt x="11535" y="10278"/>
                    <a:pt x="24253" y="10278"/>
                  </a:cubicBezTo>
                  <a:cubicBezTo>
                    <a:pt x="25214" y="10278"/>
                    <a:pt x="26213" y="10278"/>
                    <a:pt x="27211" y="10204"/>
                  </a:cubicBezTo>
                  <a:cubicBezTo>
                    <a:pt x="27580" y="9021"/>
                    <a:pt x="27913" y="7949"/>
                    <a:pt x="28209" y="7025"/>
                  </a:cubicBezTo>
                  <a:lnTo>
                    <a:pt x="28209" y="7025"/>
                  </a:lnTo>
                  <a:lnTo>
                    <a:pt x="21961" y="7247"/>
                  </a:lnTo>
                  <a:lnTo>
                    <a:pt x="22183" y="3513"/>
                  </a:lnTo>
                  <a:lnTo>
                    <a:pt x="20926" y="7025"/>
                  </a:lnTo>
                  <a:lnTo>
                    <a:pt x="10796" y="5361"/>
                  </a:lnTo>
                  <a:lnTo>
                    <a:pt x="11202" y="1442"/>
                  </a:lnTo>
                  <a:lnTo>
                    <a:pt x="8910" y="5176"/>
                  </a:lnTo>
                  <a:lnTo>
                    <a:pt x="2108" y="3291"/>
                  </a:lnTo>
                  <a:lnTo>
                    <a:pt x="2108"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3136;p53"/>
            <p:cNvSpPr/>
            <p:nvPr/>
          </p:nvSpPr>
          <p:spPr>
            <a:xfrm>
              <a:off x="5077600" y="1713250"/>
              <a:ext cx="757925" cy="928900"/>
            </a:xfrm>
            <a:custGeom>
              <a:avLst/>
              <a:gdLst/>
              <a:ahLst/>
              <a:cxnLst/>
              <a:rect l="l" t="t" r="r" b="b"/>
              <a:pathLst>
                <a:path w="30317" h="37156" extrusionOk="0">
                  <a:moveTo>
                    <a:pt x="3402" y="2625"/>
                  </a:moveTo>
                  <a:lnTo>
                    <a:pt x="3402" y="4437"/>
                  </a:lnTo>
                  <a:cubicBezTo>
                    <a:pt x="3402" y="4585"/>
                    <a:pt x="3513" y="4696"/>
                    <a:pt x="3661" y="4733"/>
                  </a:cubicBezTo>
                  <a:lnTo>
                    <a:pt x="10463" y="6618"/>
                  </a:lnTo>
                  <a:cubicBezTo>
                    <a:pt x="10490" y="6625"/>
                    <a:pt x="10516" y="6628"/>
                    <a:pt x="10542" y="6628"/>
                  </a:cubicBezTo>
                  <a:cubicBezTo>
                    <a:pt x="10661" y="6628"/>
                    <a:pt x="10772" y="6561"/>
                    <a:pt x="10833" y="6470"/>
                  </a:cubicBezTo>
                  <a:lnTo>
                    <a:pt x="12386" y="3919"/>
                  </a:lnTo>
                  <a:lnTo>
                    <a:pt x="12090" y="6470"/>
                  </a:lnTo>
                  <a:cubicBezTo>
                    <a:pt x="12090" y="6655"/>
                    <a:pt x="12201" y="6803"/>
                    <a:pt x="12349" y="6840"/>
                  </a:cubicBezTo>
                  <a:lnTo>
                    <a:pt x="22516" y="8467"/>
                  </a:lnTo>
                  <a:cubicBezTo>
                    <a:pt x="22541" y="8473"/>
                    <a:pt x="22566" y="8476"/>
                    <a:pt x="22591" y="8476"/>
                  </a:cubicBezTo>
                  <a:cubicBezTo>
                    <a:pt x="22711" y="8476"/>
                    <a:pt x="22818" y="8404"/>
                    <a:pt x="22848" y="8282"/>
                  </a:cubicBezTo>
                  <a:lnTo>
                    <a:pt x="23366" y="6803"/>
                  </a:lnTo>
                  <a:lnTo>
                    <a:pt x="23292" y="8356"/>
                  </a:lnTo>
                  <a:cubicBezTo>
                    <a:pt x="23292" y="8467"/>
                    <a:pt x="23292" y="8540"/>
                    <a:pt x="23366" y="8614"/>
                  </a:cubicBezTo>
                  <a:cubicBezTo>
                    <a:pt x="23440" y="8651"/>
                    <a:pt x="23514" y="8688"/>
                    <a:pt x="23588" y="8688"/>
                  </a:cubicBezTo>
                  <a:lnTo>
                    <a:pt x="29635" y="8480"/>
                  </a:lnTo>
                  <a:lnTo>
                    <a:pt x="29635" y="8480"/>
                  </a:lnTo>
                  <a:cubicBezTo>
                    <a:pt x="29619" y="8580"/>
                    <a:pt x="29600" y="8699"/>
                    <a:pt x="29577" y="8836"/>
                  </a:cubicBezTo>
                  <a:cubicBezTo>
                    <a:pt x="29244" y="10426"/>
                    <a:pt x="28394" y="14493"/>
                    <a:pt x="27322" y="18523"/>
                  </a:cubicBezTo>
                  <a:cubicBezTo>
                    <a:pt x="26767" y="20556"/>
                    <a:pt x="26139" y="22589"/>
                    <a:pt x="25510" y="24253"/>
                  </a:cubicBezTo>
                  <a:cubicBezTo>
                    <a:pt x="24882" y="25954"/>
                    <a:pt x="24179" y="27322"/>
                    <a:pt x="23551" y="28024"/>
                  </a:cubicBezTo>
                  <a:cubicBezTo>
                    <a:pt x="22183" y="29614"/>
                    <a:pt x="19521" y="31758"/>
                    <a:pt x="16822" y="33496"/>
                  </a:cubicBezTo>
                  <a:cubicBezTo>
                    <a:pt x="15491" y="34383"/>
                    <a:pt x="14160" y="35122"/>
                    <a:pt x="12940" y="35677"/>
                  </a:cubicBezTo>
                  <a:cubicBezTo>
                    <a:pt x="11757" y="36232"/>
                    <a:pt x="10685" y="36527"/>
                    <a:pt x="9983" y="36527"/>
                  </a:cubicBezTo>
                  <a:cubicBezTo>
                    <a:pt x="9761" y="36527"/>
                    <a:pt x="9576" y="36490"/>
                    <a:pt x="9428" y="36453"/>
                  </a:cubicBezTo>
                  <a:cubicBezTo>
                    <a:pt x="9169" y="36342"/>
                    <a:pt x="8874" y="36084"/>
                    <a:pt x="8504" y="35714"/>
                  </a:cubicBezTo>
                  <a:cubicBezTo>
                    <a:pt x="7247" y="34383"/>
                    <a:pt x="5583" y="31610"/>
                    <a:pt x="4141" y="28616"/>
                  </a:cubicBezTo>
                  <a:cubicBezTo>
                    <a:pt x="2700" y="25621"/>
                    <a:pt x="1443" y="22441"/>
                    <a:pt x="925" y="20297"/>
                  </a:cubicBezTo>
                  <a:cubicBezTo>
                    <a:pt x="703" y="19410"/>
                    <a:pt x="592" y="18153"/>
                    <a:pt x="592" y="16674"/>
                  </a:cubicBezTo>
                  <a:cubicBezTo>
                    <a:pt x="592" y="12829"/>
                    <a:pt x="1258" y="7653"/>
                    <a:pt x="1775" y="4178"/>
                  </a:cubicBezTo>
                  <a:cubicBezTo>
                    <a:pt x="1819" y="3842"/>
                    <a:pt x="1862" y="3523"/>
                    <a:pt x="1904" y="3222"/>
                  </a:cubicBezTo>
                  <a:lnTo>
                    <a:pt x="1904" y="3222"/>
                  </a:lnTo>
                  <a:lnTo>
                    <a:pt x="1960" y="4474"/>
                  </a:lnTo>
                  <a:cubicBezTo>
                    <a:pt x="1960" y="4622"/>
                    <a:pt x="2071" y="4733"/>
                    <a:pt x="2219" y="4769"/>
                  </a:cubicBezTo>
                  <a:cubicBezTo>
                    <a:pt x="2367" y="4769"/>
                    <a:pt x="2515" y="4696"/>
                    <a:pt x="2552" y="4585"/>
                  </a:cubicBezTo>
                  <a:lnTo>
                    <a:pt x="3402" y="2625"/>
                  </a:lnTo>
                  <a:close/>
                  <a:moveTo>
                    <a:pt x="2071" y="0"/>
                  </a:moveTo>
                  <a:cubicBezTo>
                    <a:pt x="1923" y="0"/>
                    <a:pt x="1812" y="111"/>
                    <a:pt x="1775" y="259"/>
                  </a:cubicBezTo>
                  <a:cubicBezTo>
                    <a:pt x="1775" y="259"/>
                    <a:pt x="1479" y="1812"/>
                    <a:pt x="1147" y="4067"/>
                  </a:cubicBezTo>
                  <a:cubicBezTo>
                    <a:pt x="629" y="7579"/>
                    <a:pt x="1" y="12755"/>
                    <a:pt x="1" y="16674"/>
                  </a:cubicBezTo>
                  <a:cubicBezTo>
                    <a:pt x="1" y="18190"/>
                    <a:pt x="75" y="19484"/>
                    <a:pt x="333" y="20445"/>
                  </a:cubicBezTo>
                  <a:cubicBezTo>
                    <a:pt x="962" y="22996"/>
                    <a:pt x="2515" y="26804"/>
                    <a:pt x="4215" y="30168"/>
                  </a:cubicBezTo>
                  <a:cubicBezTo>
                    <a:pt x="5103" y="31832"/>
                    <a:pt x="5990" y="33385"/>
                    <a:pt x="6840" y="34605"/>
                  </a:cubicBezTo>
                  <a:cubicBezTo>
                    <a:pt x="7247" y="35233"/>
                    <a:pt x="7654" y="35751"/>
                    <a:pt x="8060" y="36158"/>
                  </a:cubicBezTo>
                  <a:cubicBezTo>
                    <a:pt x="8430" y="36564"/>
                    <a:pt x="8800" y="36860"/>
                    <a:pt x="9206" y="37008"/>
                  </a:cubicBezTo>
                  <a:cubicBezTo>
                    <a:pt x="9428" y="37119"/>
                    <a:pt x="9724" y="37156"/>
                    <a:pt x="9983" y="37156"/>
                  </a:cubicBezTo>
                  <a:cubicBezTo>
                    <a:pt x="10870" y="37156"/>
                    <a:pt x="11979" y="36786"/>
                    <a:pt x="13199" y="36232"/>
                  </a:cubicBezTo>
                  <a:cubicBezTo>
                    <a:pt x="16896" y="34531"/>
                    <a:pt x="21813" y="30945"/>
                    <a:pt x="24032" y="28431"/>
                  </a:cubicBezTo>
                  <a:cubicBezTo>
                    <a:pt x="24845" y="27506"/>
                    <a:pt x="25621" y="25806"/>
                    <a:pt x="26361" y="23735"/>
                  </a:cubicBezTo>
                  <a:cubicBezTo>
                    <a:pt x="28542" y="17561"/>
                    <a:pt x="30317" y="8245"/>
                    <a:pt x="30317" y="8245"/>
                  </a:cubicBezTo>
                  <a:cubicBezTo>
                    <a:pt x="30317" y="8134"/>
                    <a:pt x="30280" y="8060"/>
                    <a:pt x="30243" y="7986"/>
                  </a:cubicBezTo>
                  <a:cubicBezTo>
                    <a:pt x="30169" y="7912"/>
                    <a:pt x="30095" y="7875"/>
                    <a:pt x="29984" y="7875"/>
                  </a:cubicBezTo>
                  <a:lnTo>
                    <a:pt x="23921" y="8060"/>
                  </a:lnTo>
                  <a:lnTo>
                    <a:pt x="24105" y="4659"/>
                  </a:lnTo>
                  <a:cubicBezTo>
                    <a:pt x="24105" y="4511"/>
                    <a:pt x="23995" y="4400"/>
                    <a:pt x="23847" y="4363"/>
                  </a:cubicBezTo>
                  <a:cubicBezTo>
                    <a:pt x="23821" y="4356"/>
                    <a:pt x="23796" y="4353"/>
                    <a:pt x="23771" y="4353"/>
                  </a:cubicBezTo>
                  <a:cubicBezTo>
                    <a:pt x="23651" y="4353"/>
                    <a:pt x="23545" y="4425"/>
                    <a:pt x="23514" y="4548"/>
                  </a:cubicBezTo>
                  <a:lnTo>
                    <a:pt x="22331" y="7838"/>
                  </a:lnTo>
                  <a:lnTo>
                    <a:pt x="12756" y="6248"/>
                  </a:lnTo>
                  <a:lnTo>
                    <a:pt x="13125" y="2625"/>
                  </a:lnTo>
                  <a:cubicBezTo>
                    <a:pt x="13162" y="2477"/>
                    <a:pt x="13051" y="2329"/>
                    <a:pt x="12940" y="2292"/>
                  </a:cubicBezTo>
                  <a:cubicBezTo>
                    <a:pt x="12905" y="2284"/>
                    <a:pt x="12871" y="2279"/>
                    <a:pt x="12837" y="2279"/>
                  </a:cubicBezTo>
                  <a:cubicBezTo>
                    <a:pt x="12727" y="2279"/>
                    <a:pt x="12627" y="2327"/>
                    <a:pt x="12571" y="2440"/>
                  </a:cubicBezTo>
                  <a:lnTo>
                    <a:pt x="10426" y="5953"/>
                  </a:lnTo>
                  <a:lnTo>
                    <a:pt x="4030" y="4215"/>
                  </a:lnTo>
                  <a:lnTo>
                    <a:pt x="4030" y="1146"/>
                  </a:lnTo>
                  <a:cubicBezTo>
                    <a:pt x="4030" y="998"/>
                    <a:pt x="3920" y="851"/>
                    <a:pt x="3772" y="851"/>
                  </a:cubicBezTo>
                  <a:cubicBezTo>
                    <a:pt x="3752" y="844"/>
                    <a:pt x="3731" y="841"/>
                    <a:pt x="3710" y="841"/>
                  </a:cubicBezTo>
                  <a:cubicBezTo>
                    <a:pt x="3611" y="841"/>
                    <a:pt x="3500" y="907"/>
                    <a:pt x="3439" y="998"/>
                  </a:cubicBezTo>
                  <a:lnTo>
                    <a:pt x="2515" y="3143"/>
                  </a:lnTo>
                  <a:lnTo>
                    <a:pt x="2367" y="296"/>
                  </a:lnTo>
                  <a:cubicBezTo>
                    <a:pt x="2367" y="148"/>
                    <a:pt x="2256" y="0"/>
                    <a:pt x="20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3137;p53"/>
            <p:cNvSpPr/>
            <p:nvPr/>
          </p:nvSpPr>
          <p:spPr>
            <a:xfrm>
              <a:off x="5244900" y="1952525"/>
              <a:ext cx="58250" cy="99150"/>
            </a:xfrm>
            <a:custGeom>
              <a:avLst/>
              <a:gdLst/>
              <a:ahLst/>
              <a:cxnLst/>
              <a:rect l="l" t="t" r="r" b="b"/>
              <a:pathLst>
                <a:path w="2330" h="3966" extrusionOk="0">
                  <a:moveTo>
                    <a:pt x="1335" y="0"/>
                  </a:moveTo>
                  <a:cubicBezTo>
                    <a:pt x="801" y="0"/>
                    <a:pt x="253" y="791"/>
                    <a:pt x="111" y="1853"/>
                  </a:cubicBezTo>
                  <a:cubicBezTo>
                    <a:pt x="0" y="2962"/>
                    <a:pt x="333" y="3887"/>
                    <a:pt x="888" y="3961"/>
                  </a:cubicBezTo>
                  <a:cubicBezTo>
                    <a:pt x="913" y="3964"/>
                    <a:pt x="938" y="3965"/>
                    <a:pt x="962" y="3965"/>
                  </a:cubicBezTo>
                  <a:cubicBezTo>
                    <a:pt x="1525" y="3965"/>
                    <a:pt x="2040" y="3174"/>
                    <a:pt x="2182" y="2112"/>
                  </a:cubicBezTo>
                  <a:cubicBezTo>
                    <a:pt x="2329" y="1040"/>
                    <a:pt x="1960" y="79"/>
                    <a:pt x="1405" y="5"/>
                  </a:cubicBezTo>
                  <a:cubicBezTo>
                    <a:pt x="1382" y="2"/>
                    <a:pt x="1358" y="0"/>
                    <a:pt x="133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3138;p53"/>
            <p:cNvSpPr/>
            <p:nvPr/>
          </p:nvSpPr>
          <p:spPr>
            <a:xfrm>
              <a:off x="5536975" y="2026450"/>
              <a:ext cx="58250" cy="99150"/>
            </a:xfrm>
            <a:custGeom>
              <a:avLst/>
              <a:gdLst/>
              <a:ahLst/>
              <a:cxnLst/>
              <a:rect l="l" t="t" r="r" b="b"/>
              <a:pathLst>
                <a:path w="2330" h="3966" extrusionOk="0">
                  <a:moveTo>
                    <a:pt x="1337" y="1"/>
                  </a:moveTo>
                  <a:cubicBezTo>
                    <a:pt x="803" y="1"/>
                    <a:pt x="253" y="825"/>
                    <a:pt x="111" y="1854"/>
                  </a:cubicBezTo>
                  <a:cubicBezTo>
                    <a:pt x="0" y="2963"/>
                    <a:pt x="333" y="3887"/>
                    <a:pt x="887" y="3961"/>
                  </a:cubicBezTo>
                  <a:cubicBezTo>
                    <a:pt x="912" y="3964"/>
                    <a:pt x="937" y="3966"/>
                    <a:pt x="962" y="3966"/>
                  </a:cubicBezTo>
                  <a:cubicBezTo>
                    <a:pt x="1525" y="3966"/>
                    <a:pt x="2040" y="3175"/>
                    <a:pt x="2181" y="2113"/>
                  </a:cubicBezTo>
                  <a:cubicBezTo>
                    <a:pt x="2329" y="1041"/>
                    <a:pt x="1959" y="79"/>
                    <a:pt x="1405" y="5"/>
                  </a:cubicBezTo>
                  <a:cubicBezTo>
                    <a:pt x="1382" y="2"/>
                    <a:pt x="1360" y="1"/>
                    <a:pt x="13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3139;p53"/>
            <p:cNvSpPr/>
            <p:nvPr/>
          </p:nvSpPr>
          <p:spPr>
            <a:xfrm>
              <a:off x="2665128" y="2474135"/>
              <a:ext cx="115550" cy="226450"/>
            </a:xfrm>
            <a:custGeom>
              <a:avLst/>
              <a:gdLst/>
              <a:ahLst/>
              <a:cxnLst/>
              <a:rect l="l" t="t" r="r" b="b"/>
              <a:pathLst>
                <a:path w="4622" h="9058" extrusionOk="0">
                  <a:moveTo>
                    <a:pt x="4326" y="0"/>
                  </a:moveTo>
                  <a:cubicBezTo>
                    <a:pt x="4141" y="0"/>
                    <a:pt x="3993" y="111"/>
                    <a:pt x="3993" y="296"/>
                  </a:cubicBezTo>
                  <a:cubicBezTo>
                    <a:pt x="3993" y="296"/>
                    <a:pt x="3993" y="333"/>
                    <a:pt x="3993" y="444"/>
                  </a:cubicBezTo>
                  <a:cubicBezTo>
                    <a:pt x="3956" y="739"/>
                    <a:pt x="3845" y="1516"/>
                    <a:pt x="3660" y="2292"/>
                  </a:cubicBezTo>
                  <a:cubicBezTo>
                    <a:pt x="3586" y="2699"/>
                    <a:pt x="3475" y="3106"/>
                    <a:pt x="3328" y="3401"/>
                  </a:cubicBezTo>
                  <a:cubicBezTo>
                    <a:pt x="3217" y="3734"/>
                    <a:pt x="3032" y="3956"/>
                    <a:pt x="2921" y="4067"/>
                  </a:cubicBezTo>
                  <a:cubicBezTo>
                    <a:pt x="2477" y="4436"/>
                    <a:pt x="1775" y="4917"/>
                    <a:pt x="1183" y="5398"/>
                  </a:cubicBezTo>
                  <a:cubicBezTo>
                    <a:pt x="888" y="5657"/>
                    <a:pt x="592" y="5915"/>
                    <a:pt x="370" y="6137"/>
                  </a:cubicBezTo>
                  <a:cubicBezTo>
                    <a:pt x="185" y="6396"/>
                    <a:pt x="0" y="6655"/>
                    <a:pt x="0" y="6987"/>
                  </a:cubicBezTo>
                  <a:cubicBezTo>
                    <a:pt x="0" y="7468"/>
                    <a:pt x="296" y="7949"/>
                    <a:pt x="814" y="8355"/>
                  </a:cubicBezTo>
                  <a:cubicBezTo>
                    <a:pt x="1331" y="8762"/>
                    <a:pt x="2071" y="9058"/>
                    <a:pt x="3069" y="9058"/>
                  </a:cubicBezTo>
                  <a:lnTo>
                    <a:pt x="3439" y="9058"/>
                  </a:lnTo>
                  <a:cubicBezTo>
                    <a:pt x="3586" y="9058"/>
                    <a:pt x="3734" y="8910"/>
                    <a:pt x="3734" y="8725"/>
                  </a:cubicBezTo>
                  <a:cubicBezTo>
                    <a:pt x="3697" y="8540"/>
                    <a:pt x="3549" y="8429"/>
                    <a:pt x="3402" y="8429"/>
                  </a:cubicBezTo>
                  <a:cubicBezTo>
                    <a:pt x="3291" y="8466"/>
                    <a:pt x="3180" y="8466"/>
                    <a:pt x="3069" y="8466"/>
                  </a:cubicBezTo>
                  <a:cubicBezTo>
                    <a:pt x="2218" y="8466"/>
                    <a:pt x="1590" y="8208"/>
                    <a:pt x="1183" y="7875"/>
                  </a:cubicBezTo>
                  <a:cubicBezTo>
                    <a:pt x="777" y="7579"/>
                    <a:pt x="592" y="7172"/>
                    <a:pt x="629" y="6987"/>
                  </a:cubicBezTo>
                  <a:cubicBezTo>
                    <a:pt x="592" y="6914"/>
                    <a:pt x="666" y="6766"/>
                    <a:pt x="851" y="6544"/>
                  </a:cubicBezTo>
                  <a:cubicBezTo>
                    <a:pt x="1109" y="6248"/>
                    <a:pt x="1553" y="5878"/>
                    <a:pt x="2034" y="5546"/>
                  </a:cubicBezTo>
                  <a:cubicBezTo>
                    <a:pt x="2477" y="5176"/>
                    <a:pt x="2958" y="4843"/>
                    <a:pt x="3328" y="4547"/>
                  </a:cubicBezTo>
                  <a:cubicBezTo>
                    <a:pt x="3623" y="4289"/>
                    <a:pt x="3808" y="3919"/>
                    <a:pt x="3956" y="3475"/>
                  </a:cubicBezTo>
                  <a:cubicBezTo>
                    <a:pt x="4437" y="2181"/>
                    <a:pt x="4585" y="370"/>
                    <a:pt x="4622" y="333"/>
                  </a:cubicBezTo>
                  <a:cubicBezTo>
                    <a:pt x="4622" y="185"/>
                    <a:pt x="4511" y="37"/>
                    <a:pt x="432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3140;p53"/>
            <p:cNvSpPr/>
            <p:nvPr/>
          </p:nvSpPr>
          <p:spPr>
            <a:xfrm>
              <a:off x="5280025" y="2266300"/>
              <a:ext cx="187650" cy="53300"/>
            </a:xfrm>
            <a:custGeom>
              <a:avLst/>
              <a:gdLst/>
              <a:ahLst/>
              <a:cxnLst/>
              <a:rect l="l" t="t" r="r" b="b"/>
              <a:pathLst>
                <a:path w="7506" h="2132" extrusionOk="0">
                  <a:moveTo>
                    <a:pt x="330" y="0"/>
                  </a:moveTo>
                  <a:cubicBezTo>
                    <a:pt x="257" y="0"/>
                    <a:pt x="180" y="29"/>
                    <a:pt x="111" y="98"/>
                  </a:cubicBezTo>
                  <a:cubicBezTo>
                    <a:pt x="0" y="209"/>
                    <a:pt x="0" y="393"/>
                    <a:pt x="111" y="504"/>
                  </a:cubicBezTo>
                  <a:cubicBezTo>
                    <a:pt x="148" y="541"/>
                    <a:pt x="518" y="911"/>
                    <a:pt x="1183" y="1318"/>
                  </a:cubicBezTo>
                  <a:cubicBezTo>
                    <a:pt x="1886" y="1724"/>
                    <a:pt x="2884" y="2131"/>
                    <a:pt x="4141" y="2131"/>
                  </a:cubicBezTo>
                  <a:cubicBezTo>
                    <a:pt x="5065" y="2131"/>
                    <a:pt x="6137" y="1909"/>
                    <a:pt x="7283" y="1318"/>
                  </a:cubicBezTo>
                  <a:cubicBezTo>
                    <a:pt x="7431" y="1244"/>
                    <a:pt x="7505" y="1059"/>
                    <a:pt x="7431" y="911"/>
                  </a:cubicBezTo>
                  <a:cubicBezTo>
                    <a:pt x="7377" y="803"/>
                    <a:pt x="7264" y="734"/>
                    <a:pt x="7149" y="734"/>
                  </a:cubicBezTo>
                  <a:cubicBezTo>
                    <a:pt x="7107" y="734"/>
                    <a:pt x="7064" y="743"/>
                    <a:pt x="7025" y="763"/>
                  </a:cubicBezTo>
                  <a:cubicBezTo>
                    <a:pt x="5916" y="1318"/>
                    <a:pt x="4954" y="1503"/>
                    <a:pt x="4141" y="1503"/>
                  </a:cubicBezTo>
                  <a:cubicBezTo>
                    <a:pt x="3032" y="1503"/>
                    <a:pt x="2108" y="1133"/>
                    <a:pt x="1516" y="800"/>
                  </a:cubicBezTo>
                  <a:cubicBezTo>
                    <a:pt x="1183" y="615"/>
                    <a:pt x="961" y="430"/>
                    <a:pt x="814" y="319"/>
                  </a:cubicBezTo>
                  <a:cubicBezTo>
                    <a:pt x="703" y="246"/>
                    <a:pt x="666" y="172"/>
                    <a:pt x="629" y="135"/>
                  </a:cubicBezTo>
                  <a:lnTo>
                    <a:pt x="592" y="98"/>
                  </a:lnTo>
                  <a:lnTo>
                    <a:pt x="555" y="98"/>
                  </a:lnTo>
                  <a:cubicBezTo>
                    <a:pt x="495" y="38"/>
                    <a:pt x="415" y="0"/>
                    <a:pt x="3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3141;p53"/>
            <p:cNvSpPr/>
            <p:nvPr/>
          </p:nvSpPr>
          <p:spPr>
            <a:xfrm>
              <a:off x="5198675" y="1847275"/>
              <a:ext cx="183950" cy="47850"/>
            </a:xfrm>
            <a:custGeom>
              <a:avLst/>
              <a:gdLst/>
              <a:ahLst/>
              <a:cxnLst/>
              <a:rect l="l" t="t" r="r" b="b"/>
              <a:pathLst>
                <a:path w="7358" h="1914" extrusionOk="0">
                  <a:moveTo>
                    <a:pt x="3180" y="0"/>
                  </a:moveTo>
                  <a:cubicBezTo>
                    <a:pt x="1369" y="0"/>
                    <a:pt x="186" y="850"/>
                    <a:pt x="149" y="850"/>
                  </a:cubicBezTo>
                  <a:cubicBezTo>
                    <a:pt x="38" y="961"/>
                    <a:pt x="1" y="1146"/>
                    <a:pt x="75" y="1294"/>
                  </a:cubicBezTo>
                  <a:cubicBezTo>
                    <a:pt x="140" y="1381"/>
                    <a:pt x="230" y="1416"/>
                    <a:pt x="323" y="1416"/>
                  </a:cubicBezTo>
                  <a:cubicBezTo>
                    <a:pt x="390" y="1416"/>
                    <a:pt x="457" y="1399"/>
                    <a:pt x="518" y="1368"/>
                  </a:cubicBezTo>
                  <a:cubicBezTo>
                    <a:pt x="629" y="1294"/>
                    <a:pt x="1664" y="592"/>
                    <a:pt x="3180" y="592"/>
                  </a:cubicBezTo>
                  <a:cubicBezTo>
                    <a:pt x="4215" y="592"/>
                    <a:pt x="5435" y="887"/>
                    <a:pt x="6803" y="1849"/>
                  </a:cubicBezTo>
                  <a:cubicBezTo>
                    <a:pt x="6862" y="1892"/>
                    <a:pt x="6926" y="1913"/>
                    <a:pt x="6989" y="1913"/>
                  </a:cubicBezTo>
                  <a:cubicBezTo>
                    <a:pt x="7086" y="1913"/>
                    <a:pt x="7180" y="1864"/>
                    <a:pt x="7247" y="1775"/>
                  </a:cubicBezTo>
                  <a:cubicBezTo>
                    <a:pt x="7358" y="1627"/>
                    <a:pt x="7321" y="1442"/>
                    <a:pt x="7173" y="1331"/>
                  </a:cubicBezTo>
                  <a:cubicBezTo>
                    <a:pt x="5694" y="333"/>
                    <a:pt x="4326" y="0"/>
                    <a:pt x="318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3142;p53"/>
            <p:cNvSpPr/>
            <p:nvPr/>
          </p:nvSpPr>
          <p:spPr>
            <a:xfrm>
              <a:off x="5505550" y="1911950"/>
              <a:ext cx="212600" cy="70275"/>
            </a:xfrm>
            <a:custGeom>
              <a:avLst/>
              <a:gdLst/>
              <a:ahLst/>
              <a:cxnLst/>
              <a:rect l="l" t="t" r="r" b="b"/>
              <a:pathLst>
                <a:path w="8504" h="2811" extrusionOk="0">
                  <a:moveTo>
                    <a:pt x="3290" y="1"/>
                  </a:moveTo>
                  <a:cubicBezTo>
                    <a:pt x="1479" y="1"/>
                    <a:pt x="222" y="740"/>
                    <a:pt x="185" y="740"/>
                  </a:cubicBezTo>
                  <a:cubicBezTo>
                    <a:pt x="37" y="851"/>
                    <a:pt x="0" y="1036"/>
                    <a:pt x="74" y="1184"/>
                  </a:cubicBezTo>
                  <a:cubicBezTo>
                    <a:pt x="123" y="1283"/>
                    <a:pt x="238" y="1332"/>
                    <a:pt x="342" y="1332"/>
                  </a:cubicBezTo>
                  <a:cubicBezTo>
                    <a:pt x="394" y="1332"/>
                    <a:pt x="444" y="1320"/>
                    <a:pt x="481" y="1295"/>
                  </a:cubicBezTo>
                  <a:lnTo>
                    <a:pt x="518" y="1295"/>
                  </a:lnTo>
                  <a:cubicBezTo>
                    <a:pt x="629" y="1221"/>
                    <a:pt x="1738" y="592"/>
                    <a:pt x="3290" y="592"/>
                  </a:cubicBezTo>
                  <a:cubicBezTo>
                    <a:pt x="4621" y="629"/>
                    <a:pt x="6285" y="1036"/>
                    <a:pt x="7949" y="2700"/>
                  </a:cubicBezTo>
                  <a:cubicBezTo>
                    <a:pt x="8023" y="2774"/>
                    <a:pt x="8106" y="2811"/>
                    <a:pt x="8184" y="2811"/>
                  </a:cubicBezTo>
                  <a:cubicBezTo>
                    <a:pt x="8263" y="2811"/>
                    <a:pt x="8337" y="2774"/>
                    <a:pt x="8392" y="2700"/>
                  </a:cubicBezTo>
                  <a:cubicBezTo>
                    <a:pt x="8503" y="2589"/>
                    <a:pt x="8503" y="2404"/>
                    <a:pt x="8392" y="2293"/>
                  </a:cubicBezTo>
                  <a:cubicBezTo>
                    <a:pt x="6618" y="519"/>
                    <a:pt x="4769" y="1"/>
                    <a:pt x="329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3143;p53"/>
            <p:cNvSpPr/>
            <p:nvPr/>
          </p:nvSpPr>
          <p:spPr>
            <a:xfrm>
              <a:off x="5480575" y="1777950"/>
              <a:ext cx="517625" cy="1736725"/>
            </a:xfrm>
            <a:custGeom>
              <a:avLst/>
              <a:gdLst/>
              <a:ahLst/>
              <a:cxnLst/>
              <a:rect l="l" t="t" r="r" b="b"/>
              <a:pathLst>
                <a:path w="20705" h="69469" extrusionOk="0">
                  <a:moveTo>
                    <a:pt x="20704" y="0"/>
                  </a:moveTo>
                  <a:lnTo>
                    <a:pt x="14900" y="1849"/>
                  </a:lnTo>
                  <a:cubicBezTo>
                    <a:pt x="14900" y="1849"/>
                    <a:pt x="7247" y="25251"/>
                    <a:pt x="4363" y="37858"/>
                  </a:cubicBezTo>
                  <a:cubicBezTo>
                    <a:pt x="1480" y="50465"/>
                    <a:pt x="1" y="64181"/>
                    <a:pt x="223" y="68100"/>
                  </a:cubicBezTo>
                  <a:lnTo>
                    <a:pt x="3587" y="69468"/>
                  </a:lnTo>
                  <a:cubicBezTo>
                    <a:pt x="6508" y="64144"/>
                    <a:pt x="14345" y="44550"/>
                    <a:pt x="16157" y="33718"/>
                  </a:cubicBezTo>
                  <a:cubicBezTo>
                    <a:pt x="18006" y="22552"/>
                    <a:pt x="20704" y="4363"/>
                    <a:pt x="20704"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3144;p53"/>
            <p:cNvSpPr/>
            <p:nvPr/>
          </p:nvSpPr>
          <p:spPr>
            <a:xfrm>
              <a:off x="5570225" y="3154175"/>
              <a:ext cx="155325" cy="360500"/>
            </a:xfrm>
            <a:custGeom>
              <a:avLst/>
              <a:gdLst/>
              <a:ahLst/>
              <a:cxnLst/>
              <a:rect l="l" t="t" r="r" b="b"/>
              <a:pathLst>
                <a:path w="6213" h="14420" extrusionOk="0">
                  <a:moveTo>
                    <a:pt x="1" y="14419"/>
                  </a:moveTo>
                  <a:lnTo>
                    <a:pt x="1" y="14419"/>
                  </a:lnTo>
                  <a:cubicBezTo>
                    <a:pt x="1369" y="11942"/>
                    <a:pt x="3809" y="6360"/>
                    <a:pt x="6212" y="1"/>
                  </a:cubicBezTo>
                  <a:lnTo>
                    <a:pt x="6212" y="1"/>
                  </a:lnTo>
                  <a:cubicBezTo>
                    <a:pt x="3809" y="6360"/>
                    <a:pt x="1369" y="11942"/>
                    <a:pt x="1" y="14419"/>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3145;p53"/>
            <p:cNvSpPr/>
            <p:nvPr/>
          </p:nvSpPr>
          <p:spPr>
            <a:xfrm>
              <a:off x="5491675" y="2504425"/>
              <a:ext cx="281925" cy="1010250"/>
            </a:xfrm>
            <a:custGeom>
              <a:avLst/>
              <a:gdLst/>
              <a:ahLst/>
              <a:cxnLst/>
              <a:rect l="l" t="t" r="r" b="b"/>
              <a:pathLst>
                <a:path w="11277" h="40410" extrusionOk="0">
                  <a:moveTo>
                    <a:pt x="11277" y="0"/>
                  </a:moveTo>
                  <a:lnTo>
                    <a:pt x="2995" y="33422"/>
                  </a:lnTo>
                  <a:lnTo>
                    <a:pt x="7210" y="6840"/>
                  </a:lnTo>
                  <a:lnTo>
                    <a:pt x="185" y="33200"/>
                  </a:lnTo>
                  <a:cubicBezTo>
                    <a:pt x="0" y="35603"/>
                    <a:pt x="37" y="37562"/>
                    <a:pt x="0" y="39152"/>
                  </a:cubicBezTo>
                  <a:lnTo>
                    <a:pt x="3143" y="40409"/>
                  </a:lnTo>
                  <a:cubicBezTo>
                    <a:pt x="4511" y="37932"/>
                    <a:pt x="6951" y="32350"/>
                    <a:pt x="9354" y="25991"/>
                  </a:cubicBezTo>
                  <a:cubicBezTo>
                    <a:pt x="9428" y="25732"/>
                    <a:pt x="9539" y="25473"/>
                    <a:pt x="9613" y="25177"/>
                  </a:cubicBezTo>
                  <a:lnTo>
                    <a:pt x="9613" y="25177"/>
                  </a:lnTo>
                  <a:lnTo>
                    <a:pt x="6951" y="29133"/>
                  </a:lnTo>
                  <a:lnTo>
                    <a:pt x="11277"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3146;p53"/>
            <p:cNvSpPr/>
            <p:nvPr/>
          </p:nvSpPr>
          <p:spPr>
            <a:xfrm>
              <a:off x="5477800" y="1770550"/>
              <a:ext cx="527800" cy="1752225"/>
            </a:xfrm>
            <a:custGeom>
              <a:avLst/>
              <a:gdLst/>
              <a:ahLst/>
              <a:cxnLst/>
              <a:rect l="l" t="t" r="r" b="b"/>
              <a:pathLst>
                <a:path w="21112" h="70089" extrusionOk="0">
                  <a:moveTo>
                    <a:pt x="20815" y="0"/>
                  </a:moveTo>
                  <a:cubicBezTo>
                    <a:pt x="20667" y="0"/>
                    <a:pt x="20520" y="111"/>
                    <a:pt x="20520" y="296"/>
                  </a:cubicBezTo>
                  <a:cubicBezTo>
                    <a:pt x="20520" y="2441"/>
                    <a:pt x="19854" y="8060"/>
                    <a:pt x="18930" y="14567"/>
                  </a:cubicBezTo>
                  <a:cubicBezTo>
                    <a:pt x="18043" y="21037"/>
                    <a:pt x="16896" y="28394"/>
                    <a:pt x="15972" y="33977"/>
                  </a:cubicBezTo>
                  <a:cubicBezTo>
                    <a:pt x="15085" y="39337"/>
                    <a:pt x="12645" y="46953"/>
                    <a:pt x="10131" y="53867"/>
                  </a:cubicBezTo>
                  <a:cubicBezTo>
                    <a:pt x="7648" y="60597"/>
                    <a:pt x="5024" y="66662"/>
                    <a:pt x="3557" y="69400"/>
                  </a:cubicBezTo>
                  <a:lnTo>
                    <a:pt x="3557" y="69400"/>
                  </a:lnTo>
                  <a:lnTo>
                    <a:pt x="622" y="68175"/>
                  </a:lnTo>
                  <a:lnTo>
                    <a:pt x="622" y="68175"/>
                  </a:lnTo>
                  <a:cubicBezTo>
                    <a:pt x="611" y="67985"/>
                    <a:pt x="592" y="67784"/>
                    <a:pt x="592" y="67546"/>
                  </a:cubicBezTo>
                  <a:cubicBezTo>
                    <a:pt x="592" y="62814"/>
                    <a:pt x="2071" y="50022"/>
                    <a:pt x="4770" y="38228"/>
                  </a:cubicBezTo>
                  <a:cubicBezTo>
                    <a:pt x="6212" y="31943"/>
                    <a:pt x="8874" y="22922"/>
                    <a:pt x="11129" y="15528"/>
                  </a:cubicBezTo>
                  <a:cubicBezTo>
                    <a:pt x="12275" y="11794"/>
                    <a:pt x="13310" y="8504"/>
                    <a:pt x="14087" y="6101"/>
                  </a:cubicBezTo>
                  <a:cubicBezTo>
                    <a:pt x="14456" y="4918"/>
                    <a:pt x="14789" y="3956"/>
                    <a:pt x="14974" y="3291"/>
                  </a:cubicBezTo>
                  <a:cubicBezTo>
                    <a:pt x="15196" y="2625"/>
                    <a:pt x="15307" y="2256"/>
                    <a:pt x="15307" y="2256"/>
                  </a:cubicBezTo>
                  <a:cubicBezTo>
                    <a:pt x="15381" y="2108"/>
                    <a:pt x="15270" y="1923"/>
                    <a:pt x="15122" y="1849"/>
                  </a:cubicBezTo>
                  <a:cubicBezTo>
                    <a:pt x="15097" y="1843"/>
                    <a:pt x="15072" y="1840"/>
                    <a:pt x="15046" y="1840"/>
                  </a:cubicBezTo>
                  <a:cubicBezTo>
                    <a:pt x="14917" y="1840"/>
                    <a:pt x="14783" y="1917"/>
                    <a:pt x="14752" y="2071"/>
                  </a:cubicBezTo>
                  <a:cubicBezTo>
                    <a:pt x="14715" y="2071"/>
                    <a:pt x="7062" y="25436"/>
                    <a:pt x="4179" y="38080"/>
                  </a:cubicBezTo>
                  <a:cubicBezTo>
                    <a:pt x="1443" y="49948"/>
                    <a:pt x="1" y="62740"/>
                    <a:pt x="1" y="67546"/>
                  </a:cubicBezTo>
                  <a:cubicBezTo>
                    <a:pt x="1" y="67879"/>
                    <a:pt x="1" y="68174"/>
                    <a:pt x="1" y="68433"/>
                  </a:cubicBezTo>
                  <a:cubicBezTo>
                    <a:pt x="1" y="68544"/>
                    <a:pt x="75" y="68655"/>
                    <a:pt x="186" y="68692"/>
                  </a:cubicBezTo>
                  <a:lnTo>
                    <a:pt x="3587" y="70060"/>
                  </a:lnTo>
                  <a:cubicBezTo>
                    <a:pt x="3627" y="70080"/>
                    <a:pt x="3666" y="70089"/>
                    <a:pt x="3705" y="70089"/>
                  </a:cubicBezTo>
                  <a:cubicBezTo>
                    <a:pt x="3809" y="70089"/>
                    <a:pt x="3903" y="70020"/>
                    <a:pt x="3957" y="69912"/>
                  </a:cubicBezTo>
                  <a:cubicBezTo>
                    <a:pt x="5436" y="67250"/>
                    <a:pt x="8134" y="61002"/>
                    <a:pt x="10685" y="54089"/>
                  </a:cubicBezTo>
                  <a:cubicBezTo>
                    <a:pt x="13236" y="47138"/>
                    <a:pt x="15676" y="39522"/>
                    <a:pt x="16564" y="34087"/>
                  </a:cubicBezTo>
                  <a:cubicBezTo>
                    <a:pt x="17488" y="28468"/>
                    <a:pt x="18634" y="21148"/>
                    <a:pt x="19558" y="14641"/>
                  </a:cubicBezTo>
                  <a:cubicBezTo>
                    <a:pt x="20446" y="8134"/>
                    <a:pt x="21111" y="2514"/>
                    <a:pt x="21111" y="296"/>
                  </a:cubicBezTo>
                  <a:cubicBezTo>
                    <a:pt x="21111" y="111"/>
                    <a:pt x="21000" y="0"/>
                    <a:pt x="2081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3147;p53"/>
            <p:cNvSpPr/>
            <p:nvPr/>
          </p:nvSpPr>
          <p:spPr>
            <a:xfrm>
              <a:off x="4780000" y="1493275"/>
              <a:ext cx="375275" cy="1811575"/>
            </a:xfrm>
            <a:custGeom>
              <a:avLst/>
              <a:gdLst/>
              <a:ahLst/>
              <a:cxnLst/>
              <a:rect l="l" t="t" r="r" b="b"/>
              <a:pathLst>
                <a:path w="15011" h="72463" extrusionOk="0">
                  <a:moveTo>
                    <a:pt x="11498" y="0"/>
                  </a:moveTo>
                  <a:cubicBezTo>
                    <a:pt x="11498" y="0"/>
                    <a:pt x="6322" y="17192"/>
                    <a:pt x="2403" y="32276"/>
                  </a:cubicBezTo>
                  <a:cubicBezTo>
                    <a:pt x="0" y="41481"/>
                    <a:pt x="2625" y="58784"/>
                    <a:pt x="5546" y="70208"/>
                  </a:cubicBezTo>
                  <a:lnTo>
                    <a:pt x="11202" y="72463"/>
                  </a:lnTo>
                  <a:cubicBezTo>
                    <a:pt x="11720" y="56935"/>
                    <a:pt x="11202" y="27137"/>
                    <a:pt x="12126" y="23588"/>
                  </a:cubicBezTo>
                  <a:cubicBezTo>
                    <a:pt x="13347" y="18818"/>
                    <a:pt x="15010" y="2071"/>
                    <a:pt x="15010" y="2071"/>
                  </a:cubicBezTo>
                  <a:lnTo>
                    <a:pt x="11498"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3148;p53"/>
            <p:cNvSpPr/>
            <p:nvPr/>
          </p:nvSpPr>
          <p:spPr>
            <a:xfrm>
              <a:off x="4828050" y="2405525"/>
              <a:ext cx="238500" cy="899325"/>
            </a:xfrm>
            <a:custGeom>
              <a:avLst/>
              <a:gdLst/>
              <a:ahLst/>
              <a:cxnLst/>
              <a:rect l="l" t="t" r="r" b="b"/>
              <a:pathLst>
                <a:path w="9540" h="35973" extrusionOk="0">
                  <a:moveTo>
                    <a:pt x="8023" y="0"/>
                  </a:moveTo>
                  <a:lnTo>
                    <a:pt x="6692" y="26804"/>
                  </a:lnTo>
                  <a:lnTo>
                    <a:pt x="3735" y="2958"/>
                  </a:lnTo>
                  <a:lnTo>
                    <a:pt x="3735" y="26471"/>
                  </a:lnTo>
                  <a:lnTo>
                    <a:pt x="1" y="13014"/>
                  </a:lnTo>
                  <a:lnTo>
                    <a:pt x="1" y="13014"/>
                  </a:lnTo>
                  <a:cubicBezTo>
                    <a:pt x="666" y="19595"/>
                    <a:pt x="1997" y="26508"/>
                    <a:pt x="3402" y="32830"/>
                  </a:cubicBezTo>
                  <a:cubicBezTo>
                    <a:pt x="3476" y="33126"/>
                    <a:pt x="3513" y="33385"/>
                    <a:pt x="3587" y="33644"/>
                  </a:cubicBezTo>
                  <a:lnTo>
                    <a:pt x="7654" y="35344"/>
                  </a:lnTo>
                  <a:lnTo>
                    <a:pt x="9280" y="35973"/>
                  </a:lnTo>
                  <a:cubicBezTo>
                    <a:pt x="9428" y="31758"/>
                    <a:pt x="9502" y="26434"/>
                    <a:pt x="9539" y="20889"/>
                  </a:cubicBezTo>
                  <a:lnTo>
                    <a:pt x="8023" y="0"/>
                  </a:ln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3149;p53"/>
            <p:cNvSpPr/>
            <p:nvPr/>
          </p:nvSpPr>
          <p:spPr>
            <a:xfrm>
              <a:off x="4808650" y="1485650"/>
              <a:ext cx="354925" cy="1827200"/>
            </a:xfrm>
            <a:custGeom>
              <a:avLst/>
              <a:gdLst/>
              <a:ahLst/>
              <a:cxnLst/>
              <a:rect l="l" t="t" r="r" b="b"/>
              <a:pathLst>
                <a:path w="14197" h="73088" extrusionOk="0">
                  <a:moveTo>
                    <a:pt x="10350" y="0"/>
                  </a:moveTo>
                  <a:cubicBezTo>
                    <a:pt x="10221" y="0"/>
                    <a:pt x="10087" y="77"/>
                    <a:pt x="10056" y="231"/>
                  </a:cubicBezTo>
                  <a:cubicBezTo>
                    <a:pt x="10056" y="231"/>
                    <a:pt x="4880" y="17386"/>
                    <a:pt x="961" y="32507"/>
                  </a:cubicBezTo>
                  <a:cubicBezTo>
                    <a:pt x="296" y="35058"/>
                    <a:pt x="0" y="38200"/>
                    <a:pt x="0" y="41675"/>
                  </a:cubicBezTo>
                  <a:cubicBezTo>
                    <a:pt x="0" y="50844"/>
                    <a:pt x="1960" y="62268"/>
                    <a:pt x="4104" y="70587"/>
                  </a:cubicBezTo>
                  <a:cubicBezTo>
                    <a:pt x="4104" y="70660"/>
                    <a:pt x="4178" y="70734"/>
                    <a:pt x="4289" y="70771"/>
                  </a:cubicBezTo>
                  <a:lnTo>
                    <a:pt x="9945" y="73064"/>
                  </a:lnTo>
                  <a:cubicBezTo>
                    <a:pt x="9991" y="73079"/>
                    <a:pt x="10037" y="73088"/>
                    <a:pt x="10081" y="73088"/>
                  </a:cubicBezTo>
                  <a:cubicBezTo>
                    <a:pt x="10142" y="73088"/>
                    <a:pt x="10198" y="73070"/>
                    <a:pt x="10241" y="73027"/>
                  </a:cubicBezTo>
                  <a:cubicBezTo>
                    <a:pt x="10315" y="72990"/>
                    <a:pt x="10389" y="72879"/>
                    <a:pt x="10389" y="72805"/>
                  </a:cubicBezTo>
                  <a:cubicBezTo>
                    <a:pt x="10648" y="65004"/>
                    <a:pt x="10611" y="53691"/>
                    <a:pt x="10685" y="43857"/>
                  </a:cubicBezTo>
                  <a:cubicBezTo>
                    <a:pt x="10685" y="38940"/>
                    <a:pt x="10722" y="34392"/>
                    <a:pt x="10833" y="30843"/>
                  </a:cubicBezTo>
                  <a:cubicBezTo>
                    <a:pt x="10870" y="29105"/>
                    <a:pt x="10907" y="27590"/>
                    <a:pt x="10980" y="26407"/>
                  </a:cubicBezTo>
                  <a:cubicBezTo>
                    <a:pt x="11054" y="25223"/>
                    <a:pt x="11165" y="24373"/>
                    <a:pt x="11276" y="23966"/>
                  </a:cubicBezTo>
                  <a:cubicBezTo>
                    <a:pt x="11905" y="21563"/>
                    <a:pt x="12607" y="16203"/>
                    <a:pt x="13199" y="11396"/>
                  </a:cubicBezTo>
                  <a:cubicBezTo>
                    <a:pt x="13753" y="6590"/>
                    <a:pt x="14160" y="2413"/>
                    <a:pt x="14160" y="2413"/>
                  </a:cubicBezTo>
                  <a:cubicBezTo>
                    <a:pt x="14197" y="2228"/>
                    <a:pt x="14049" y="2080"/>
                    <a:pt x="13901" y="2080"/>
                  </a:cubicBezTo>
                  <a:cubicBezTo>
                    <a:pt x="13882" y="2076"/>
                    <a:pt x="13863" y="2074"/>
                    <a:pt x="13844" y="2074"/>
                  </a:cubicBezTo>
                  <a:cubicBezTo>
                    <a:pt x="13687" y="2074"/>
                    <a:pt x="13568" y="2206"/>
                    <a:pt x="13568" y="2339"/>
                  </a:cubicBezTo>
                  <a:cubicBezTo>
                    <a:pt x="13568" y="2339"/>
                    <a:pt x="13458" y="3411"/>
                    <a:pt x="13273" y="5037"/>
                  </a:cubicBezTo>
                  <a:cubicBezTo>
                    <a:pt x="13014" y="7515"/>
                    <a:pt x="12607" y="11323"/>
                    <a:pt x="12127" y="14946"/>
                  </a:cubicBezTo>
                  <a:cubicBezTo>
                    <a:pt x="11646" y="18606"/>
                    <a:pt x="11128" y="22081"/>
                    <a:pt x="10685" y="23819"/>
                  </a:cubicBezTo>
                  <a:cubicBezTo>
                    <a:pt x="10537" y="24299"/>
                    <a:pt x="10463" y="25150"/>
                    <a:pt x="10389" y="26370"/>
                  </a:cubicBezTo>
                  <a:cubicBezTo>
                    <a:pt x="9840" y="34600"/>
                    <a:pt x="10196" y="58686"/>
                    <a:pt x="9774" y="72336"/>
                  </a:cubicBezTo>
                  <a:lnTo>
                    <a:pt x="9774" y="72336"/>
                  </a:lnTo>
                  <a:lnTo>
                    <a:pt x="4654" y="70275"/>
                  </a:lnTo>
                  <a:lnTo>
                    <a:pt x="4654" y="70275"/>
                  </a:lnTo>
                  <a:cubicBezTo>
                    <a:pt x="2562" y="62007"/>
                    <a:pt x="629" y="50710"/>
                    <a:pt x="629" y="41675"/>
                  </a:cubicBezTo>
                  <a:cubicBezTo>
                    <a:pt x="629" y="38237"/>
                    <a:pt x="888" y="35132"/>
                    <a:pt x="1553" y="32655"/>
                  </a:cubicBezTo>
                  <a:cubicBezTo>
                    <a:pt x="3512" y="25113"/>
                    <a:pt x="5768" y="17053"/>
                    <a:pt x="7579" y="10879"/>
                  </a:cubicBezTo>
                  <a:cubicBezTo>
                    <a:pt x="8466" y="7773"/>
                    <a:pt x="9243" y="5148"/>
                    <a:pt x="9760" y="3337"/>
                  </a:cubicBezTo>
                  <a:cubicBezTo>
                    <a:pt x="10056" y="2413"/>
                    <a:pt x="10278" y="1673"/>
                    <a:pt x="10426" y="1156"/>
                  </a:cubicBezTo>
                  <a:cubicBezTo>
                    <a:pt x="10574" y="675"/>
                    <a:pt x="10648" y="416"/>
                    <a:pt x="10648" y="416"/>
                  </a:cubicBezTo>
                  <a:cubicBezTo>
                    <a:pt x="10685" y="231"/>
                    <a:pt x="10611" y="83"/>
                    <a:pt x="10426" y="9"/>
                  </a:cubicBezTo>
                  <a:cubicBezTo>
                    <a:pt x="10401" y="3"/>
                    <a:pt x="10376" y="0"/>
                    <a:pt x="1035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150" name="Google Shape;3150;p53"/>
          <p:cNvSpPr txBox="1">
            <a:spLocks noGrp="1"/>
          </p:cNvSpPr>
          <p:nvPr>
            <p:ph type="subTitle" idx="1"/>
          </p:nvPr>
        </p:nvSpPr>
        <p:spPr>
          <a:xfrm>
            <a:off x="1302342" y="569864"/>
            <a:ext cx="2184000" cy="457200"/>
          </a:xfrm>
          <a:prstGeom prst="rect">
            <a:avLst/>
          </a:prstGeom>
        </p:spPr>
        <p:txBody>
          <a:bodyPr spcFirstLastPara="1" wrap="square" lIns="91425" tIns="91425" rIns="91425" bIns="91425" anchor="t" anchorCtr="0">
            <a:noAutofit/>
          </a:bodyPr>
          <a:lstStyle/>
          <a:p>
            <a:r>
              <a:rPr lang="en" b="1"/>
              <a:t>3. Chat</a:t>
            </a:r>
          </a:p>
        </p:txBody>
      </p:sp>
      <p:sp>
        <p:nvSpPr>
          <p:cNvPr id="3151" name="Google Shape;3151;p53"/>
          <p:cNvSpPr txBox="1">
            <a:spLocks noGrp="1"/>
          </p:cNvSpPr>
          <p:nvPr>
            <p:ph type="subTitle" idx="2"/>
          </p:nvPr>
        </p:nvSpPr>
        <p:spPr>
          <a:xfrm>
            <a:off x="1217674" y="913874"/>
            <a:ext cx="3088769" cy="3537191"/>
          </a:xfrm>
          <a:prstGeom prst="rect">
            <a:avLst/>
          </a:prstGeom>
        </p:spPr>
        <p:txBody>
          <a:bodyPr spcFirstLastPara="1" wrap="square" lIns="91425" tIns="91425" rIns="91425" bIns="91425" anchor="t" anchorCtr="0">
            <a:noAutofit/>
          </a:bodyPr>
          <a:lstStyle/>
          <a:p>
            <a:pPr marL="171450" indent="-171450">
              <a:buChar char="•"/>
            </a:pPr>
            <a:r>
              <a:rPr lang="en" sz="1200" b="1">
                <a:solidFill>
                  <a:srgbClr val="161616"/>
                </a:solidFill>
                <a:latin typeface="Segoe UI"/>
                <a:cs typeface="Segoe UI"/>
              </a:rPr>
              <a:t>Party</a:t>
            </a:r>
            <a:r>
              <a:rPr lang="en" sz="1200">
                <a:solidFill>
                  <a:srgbClr val="161616"/>
                </a:solidFill>
                <a:latin typeface="Segoe UI"/>
                <a:cs typeface="Segoe UI"/>
              </a:rPr>
              <a:t>: Connect players with low-latency peer-to-peer communication.</a:t>
            </a:r>
            <a:endParaRPr lang="en-US"/>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Text and Voice Chat</a:t>
            </a:r>
            <a:r>
              <a:rPr lang="en" sz="1200">
                <a:solidFill>
                  <a:srgbClr val="161616"/>
                </a:solidFill>
                <a:latin typeface="Segoe UI"/>
                <a:cs typeface="Segoe UI"/>
              </a:rPr>
              <a:t>: Facilitate accessible voice chat, transcription, and translation.</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Accessibility</a:t>
            </a:r>
            <a:r>
              <a:rPr lang="en" sz="1200">
                <a:solidFill>
                  <a:srgbClr val="161616"/>
                </a:solidFill>
                <a:latin typeface="Segoe UI"/>
                <a:cs typeface="Segoe UI"/>
              </a:rPr>
              <a:t>: Use automated speech-to-text transcription and voice synthesis </a:t>
            </a:r>
            <a:r>
              <a:rPr lang="en" sz="1200">
                <a:solidFill>
                  <a:srgbClr val="161616"/>
                </a:solidFill>
                <a:latin typeface="Segoe UI"/>
                <a:cs typeface="Segoe UI"/>
                <a:sym typeface="Barlow Semi Condensed"/>
              </a:rPr>
              <a:t>to </a:t>
            </a:r>
            <a:r>
              <a:rPr lang="en" sz="1200">
                <a:solidFill>
                  <a:srgbClr val="161616"/>
                </a:solidFill>
                <a:latin typeface="Segoe UI"/>
                <a:cs typeface="Segoe UI"/>
              </a:rPr>
              <a:t>make communication simple for everyone.</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Real-Time Translation</a:t>
            </a:r>
            <a:r>
              <a:rPr lang="en" sz="1200">
                <a:solidFill>
                  <a:srgbClr val="161616"/>
                </a:solidFill>
                <a:latin typeface="Segoe UI"/>
                <a:cs typeface="Segoe UI"/>
              </a:rPr>
              <a:t>: Break down global barriers and grow player concurrency by translating voice and text chat between more than 30 different languages.</a:t>
            </a:r>
            <a:endParaRPr lang="en"/>
          </a:p>
          <a:p>
            <a:pPr marL="171450" indent="-171450">
              <a:buChar char="•"/>
            </a:pPr>
            <a:endParaRPr lang="en" sz="1200">
              <a:solidFill>
                <a:srgbClr val="161616"/>
              </a:solidFill>
              <a:latin typeface="Segoe UI"/>
              <a:cs typeface="Segoe UI"/>
            </a:endParaRPr>
          </a:p>
          <a:p>
            <a:pPr marL="171450" indent="-171450">
              <a:buChar char="•"/>
            </a:pPr>
            <a:r>
              <a:rPr lang="en" sz="1200" b="1">
                <a:solidFill>
                  <a:srgbClr val="161616"/>
                </a:solidFill>
                <a:latin typeface="Segoe UI"/>
                <a:cs typeface="Segoe UI"/>
              </a:rPr>
              <a:t>Encryption</a:t>
            </a:r>
            <a:r>
              <a:rPr lang="en" sz="1200">
                <a:solidFill>
                  <a:srgbClr val="161616"/>
                </a:solidFill>
                <a:latin typeface="Segoe UI"/>
                <a:cs typeface="Segoe UI"/>
              </a:rPr>
              <a:t>: Ensure secure player communications.</a:t>
            </a:r>
            <a:endParaRPr lang="en"/>
          </a:p>
          <a:p>
            <a:pPr marL="0" lvl="0" indent="0" algn="l">
              <a:spcBef>
                <a:spcPts val="0"/>
              </a:spcBef>
              <a:spcAft>
                <a:spcPts val="0"/>
              </a:spcAft>
              <a:buNone/>
            </a:pPr>
            <a:endParaRPr lang="en">
              <a:latin typeface="Barlow Semi Condensed"/>
              <a:ea typeface="Barlow Semi Condensed"/>
              <a:cs typeface="Barlow Semi Condensed"/>
            </a:endParaRPr>
          </a:p>
        </p:txBody>
      </p:sp>
    </p:spTree>
    <p:extLst>
      <p:ext uri="{BB962C8B-B14F-4D97-AF65-F5344CB8AC3E}">
        <p14:creationId xmlns:p14="http://schemas.microsoft.com/office/powerpoint/2010/main" val="273377681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008"/>
        <p:cNvGrpSpPr/>
        <p:nvPr/>
      </p:nvGrpSpPr>
      <p:grpSpPr>
        <a:xfrm>
          <a:off x="0" y="0"/>
          <a:ext cx="0" cy="0"/>
          <a:chOff x="0" y="0"/>
          <a:chExt cx="0" cy="0"/>
        </a:xfrm>
      </p:grpSpPr>
      <p:sp>
        <p:nvSpPr>
          <p:cNvPr id="3009" name="Google Shape;3009;p53"/>
          <p:cNvSpPr/>
          <p:nvPr/>
        </p:nvSpPr>
        <p:spPr>
          <a:xfrm>
            <a:off x="781359" y="764859"/>
            <a:ext cx="3637965" cy="3658591"/>
          </a:xfrm>
          <a:prstGeom prst="roundRect">
            <a:avLst>
              <a:gd name="adj" fmla="val 16667"/>
            </a:avLst>
          </a:prstGeom>
          <a:noFill/>
          <a:ln w="2857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2" name="Google Shape;3012;p53"/>
          <p:cNvSpPr txBox="1">
            <a:spLocks noGrp="1"/>
          </p:cNvSpPr>
          <p:nvPr>
            <p:ph type="title"/>
          </p:nvPr>
        </p:nvSpPr>
        <p:spPr>
          <a:xfrm>
            <a:off x="3294267" y="105495"/>
            <a:ext cx="3119923" cy="572700"/>
          </a:xfrm>
          <a:prstGeom prst="rect">
            <a:avLst/>
          </a:prstGeom>
        </p:spPr>
        <p:txBody>
          <a:bodyPr spcFirstLastPara="1" wrap="square" lIns="91425" tIns="91425" rIns="91425" bIns="91425" anchor="t" anchorCtr="0">
            <a:noAutofit/>
          </a:bodyPr>
          <a:lstStyle/>
          <a:p>
            <a:pPr>
              <a:buClr>
                <a:schemeClr val="dk1"/>
              </a:buClr>
              <a:buSzPts val="1100"/>
            </a:pPr>
            <a:r>
              <a:rPr lang="en"/>
              <a:t>Multiplayer services</a:t>
            </a:r>
            <a:endParaRPr/>
          </a:p>
        </p:txBody>
      </p:sp>
      <p:sp>
        <p:nvSpPr>
          <p:cNvPr id="3150" name="Google Shape;3150;p53"/>
          <p:cNvSpPr txBox="1">
            <a:spLocks noGrp="1"/>
          </p:cNvSpPr>
          <p:nvPr>
            <p:ph type="subTitle" idx="1"/>
          </p:nvPr>
        </p:nvSpPr>
        <p:spPr>
          <a:xfrm>
            <a:off x="1021943" y="882752"/>
            <a:ext cx="2845398" cy="457200"/>
          </a:xfrm>
          <a:prstGeom prst="rect">
            <a:avLst/>
          </a:prstGeom>
        </p:spPr>
        <p:txBody>
          <a:bodyPr spcFirstLastPara="1" wrap="square" lIns="91425" tIns="91425" rIns="91425" bIns="91425" anchor="t" anchorCtr="0">
            <a:noAutofit/>
          </a:bodyPr>
          <a:lstStyle/>
          <a:p>
            <a:r>
              <a:rPr lang="en" b="1"/>
              <a:t>4. Leaderboard and Statistics</a:t>
            </a:r>
          </a:p>
        </p:txBody>
      </p:sp>
      <p:sp>
        <p:nvSpPr>
          <p:cNvPr id="3151" name="Google Shape;3151;p53"/>
          <p:cNvSpPr txBox="1">
            <a:spLocks noGrp="1"/>
          </p:cNvSpPr>
          <p:nvPr>
            <p:ph type="subTitle" idx="2"/>
          </p:nvPr>
        </p:nvSpPr>
        <p:spPr>
          <a:xfrm>
            <a:off x="1020753" y="1400139"/>
            <a:ext cx="3150612" cy="2657466"/>
          </a:xfrm>
          <a:prstGeom prst="rect">
            <a:avLst/>
          </a:prstGeom>
        </p:spPr>
        <p:txBody>
          <a:bodyPr spcFirstLastPara="1" wrap="square" lIns="91425" tIns="91425" rIns="91425" bIns="91425" anchor="t" anchorCtr="0">
            <a:noAutofit/>
          </a:bodyPr>
          <a:lstStyle/>
          <a:p>
            <a:pPr>
              <a:buChar char="•"/>
            </a:pPr>
            <a:r>
              <a:rPr lang="en" sz="1200" b="1" dirty="0">
                <a:solidFill>
                  <a:srgbClr val="161616"/>
                </a:solidFill>
                <a:latin typeface="Segoe UI"/>
                <a:cs typeface="Segoe UI"/>
              </a:rPr>
              <a:t>Tournaments and Leaderboards</a:t>
            </a:r>
            <a:r>
              <a:rPr lang="en" sz="1200" dirty="0">
                <a:solidFill>
                  <a:srgbClr val="161616"/>
                </a:solidFill>
                <a:latin typeface="Segoe UI"/>
                <a:cs typeface="Segoe UI"/>
              </a:rPr>
              <a:t>: Facilitate permanent or time-limited competitions amongst friends or strangers.</a:t>
            </a:r>
            <a:endParaRPr lang="en-US" dirty="0"/>
          </a:p>
          <a:p>
            <a:pPr>
              <a:buChar char="•"/>
            </a:pPr>
            <a:endParaRPr lang="en" sz="1200" dirty="0">
              <a:solidFill>
                <a:srgbClr val="161616"/>
              </a:solidFill>
              <a:latin typeface="Segoe UI"/>
              <a:cs typeface="Segoe UI"/>
            </a:endParaRPr>
          </a:p>
          <a:p>
            <a:pPr>
              <a:buChar char="•"/>
            </a:pPr>
            <a:r>
              <a:rPr lang="en" sz="1200" b="1" dirty="0">
                <a:solidFill>
                  <a:srgbClr val="161616"/>
                </a:solidFill>
                <a:latin typeface="Segoe UI"/>
                <a:cs typeface="Segoe UI"/>
              </a:rPr>
              <a:t>Scheduling</a:t>
            </a:r>
            <a:r>
              <a:rPr lang="en" sz="1200" dirty="0">
                <a:solidFill>
                  <a:srgbClr val="161616"/>
                </a:solidFill>
                <a:latin typeface="Segoe UI"/>
                <a:cs typeface="Segoe UI"/>
              </a:rPr>
              <a:t>: Reset leaderboards on a schedule and archive standings so players can view past results.</a:t>
            </a:r>
            <a:endParaRPr lang="en" dirty="0"/>
          </a:p>
          <a:p>
            <a:pPr>
              <a:buChar char="•"/>
            </a:pPr>
            <a:endParaRPr lang="en" sz="1200" dirty="0">
              <a:solidFill>
                <a:srgbClr val="161616"/>
              </a:solidFill>
              <a:latin typeface="Segoe UI"/>
              <a:cs typeface="Segoe UI"/>
            </a:endParaRPr>
          </a:p>
          <a:p>
            <a:pPr>
              <a:buChar char="•"/>
            </a:pPr>
            <a:r>
              <a:rPr lang="en" sz="1200" b="1" dirty="0">
                <a:solidFill>
                  <a:srgbClr val="161616"/>
                </a:solidFill>
                <a:latin typeface="Segoe UI"/>
                <a:cs typeface="Segoe UI"/>
              </a:rPr>
              <a:t>Prizes</a:t>
            </a:r>
            <a:r>
              <a:rPr lang="en" sz="1200" dirty="0">
                <a:solidFill>
                  <a:srgbClr val="161616"/>
                </a:solidFill>
                <a:latin typeface="Segoe UI"/>
                <a:cs typeface="Segoe UI"/>
              </a:rPr>
              <a:t>: Reward players based on their actions and leaderboard ranks.</a:t>
            </a:r>
            <a:endParaRPr lang="en" dirty="0"/>
          </a:p>
          <a:p>
            <a:pPr>
              <a:buChar char="•"/>
            </a:pPr>
            <a:endParaRPr lang="en" sz="1200" dirty="0">
              <a:solidFill>
                <a:srgbClr val="161616"/>
              </a:solidFill>
              <a:latin typeface="Segoe UI"/>
              <a:cs typeface="Segoe UI"/>
            </a:endParaRPr>
          </a:p>
          <a:p>
            <a:pPr>
              <a:buChar char="•"/>
            </a:pPr>
            <a:r>
              <a:rPr lang="en" sz="1200" b="1" dirty="0">
                <a:solidFill>
                  <a:srgbClr val="161616"/>
                </a:solidFill>
                <a:latin typeface="Segoe UI"/>
                <a:cs typeface="Segoe UI"/>
              </a:rPr>
              <a:t>Cheat Prevention</a:t>
            </a:r>
            <a:r>
              <a:rPr lang="en" sz="1200" dirty="0">
                <a:solidFill>
                  <a:srgbClr val="161616"/>
                </a:solidFill>
                <a:latin typeface="Segoe UI"/>
                <a:cs typeface="Segoe UI"/>
              </a:rPr>
              <a:t>: Defend against unwanted behavior and remove fraudulent players and accounts.</a:t>
            </a:r>
            <a:endParaRPr lang="en" dirty="0"/>
          </a:p>
          <a:p>
            <a:pPr marL="171450" lvl="0" indent="-171450" algn="l">
              <a:spcBef>
                <a:spcPts val="0"/>
              </a:spcBef>
              <a:spcAft>
                <a:spcPts val="0"/>
              </a:spcAft>
              <a:buChar char="•"/>
            </a:pPr>
            <a:endParaRPr lang="en" sz="1200" dirty="0">
              <a:solidFill>
                <a:srgbClr val="161616"/>
              </a:solidFill>
              <a:latin typeface="Segoe UI"/>
              <a:ea typeface="Barlow Semi Condensed"/>
              <a:cs typeface="Segoe UI"/>
            </a:endParaRPr>
          </a:p>
        </p:txBody>
      </p:sp>
      <p:grpSp>
        <p:nvGrpSpPr>
          <p:cNvPr id="3224" name="Google Shape;1896;p37">
            <a:extLst>
              <a:ext uri="{FF2B5EF4-FFF2-40B4-BE49-F238E27FC236}">
                <a16:creationId xmlns:a16="http://schemas.microsoft.com/office/drawing/2014/main" id="{38B87BCB-F96D-4B99-BE7D-6112A1805C70}"/>
              </a:ext>
            </a:extLst>
          </p:cNvPr>
          <p:cNvGrpSpPr/>
          <p:nvPr/>
        </p:nvGrpSpPr>
        <p:grpSpPr>
          <a:xfrm>
            <a:off x="4951633" y="1283673"/>
            <a:ext cx="3691085" cy="2666440"/>
            <a:chOff x="862950" y="825025"/>
            <a:chExt cx="5862650" cy="4111175"/>
          </a:xfrm>
        </p:grpSpPr>
        <p:sp>
          <p:nvSpPr>
            <p:cNvPr id="3" name="Google Shape;1897;p37">
              <a:extLst>
                <a:ext uri="{FF2B5EF4-FFF2-40B4-BE49-F238E27FC236}">
                  <a16:creationId xmlns:a16="http://schemas.microsoft.com/office/drawing/2014/main" id="{33579BC8-3F7E-386A-7ECA-8732161D6457}"/>
                </a:ext>
              </a:extLst>
            </p:cNvPr>
            <p:cNvSpPr/>
            <p:nvPr/>
          </p:nvSpPr>
          <p:spPr>
            <a:xfrm>
              <a:off x="918425" y="825150"/>
              <a:ext cx="5767425" cy="4096250"/>
            </a:xfrm>
            <a:custGeom>
              <a:avLst/>
              <a:gdLst/>
              <a:ahLst/>
              <a:cxnLst/>
              <a:rect l="l" t="t" r="r" b="b"/>
              <a:pathLst>
                <a:path w="230697" h="163850" extrusionOk="0">
                  <a:moveTo>
                    <a:pt x="157748" y="1"/>
                  </a:moveTo>
                  <a:cubicBezTo>
                    <a:pt x="156487" y="1"/>
                    <a:pt x="155194" y="95"/>
                    <a:pt x="153872" y="291"/>
                  </a:cubicBezTo>
                  <a:cubicBezTo>
                    <a:pt x="131689" y="3582"/>
                    <a:pt x="136421" y="27649"/>
                    <a:pt x="125589" y="31421"/>
                  </a:cubicBezTo>
                  <a:cubicBezTo>
                    <a:pt x="124301" y="31860"/>
                    <a:pt x="122988" y="32046"/>
                    <a:pt x="121638" y="32046"/>
                  </a:cubicBezTo>
                  <a:cubicBezTo>
                    <a:pt x="117991" y="32046"/>
                    <a:pt x="114070" y="30689"/>
                    <a:pt x="109618" y="29313"/>
                  </a:cubicBezTo>
                  <a:cubicBezTo>
                    <a:pt x="105161" y="27947"/>
                    <a:pt x="100166" y="26580"/>
                    <a:pt x="94401" y="26580"/>
                  </a:cubicBezTo>
                  <a:cubicBezTo>
                    <a:pt x="90029" y="26580"/>
                    <a:pt x="85215" y="27366"/>
                    <a:pt x="79856" y="29535"/>
                  </a:cubicBezTo>
                  <a:cubicBezTo>
                    <a:pt x="57711" y="38482"/>
                    <a:pt x="59116" y="97413"/>
                    <a:pt x="48727" y="108726"/>
                  </a:cubicBezTo>
                  <a:cubicBezTo>
                    <a:pt x="46581" y="111073"/>
                    <a:pt x="44248" y="111937"/>
                    <a:pt x="41789" y="111937"/>
                  </a:cubicBezTo>
                  <a:cubicBezTo>
                    <a:pt x="38362" y="111937"/>
                    <a:pt x="34691" y="110258"/>
                    <a:pt x="30944" y="108578"/>
                  </a:cubicBezTo>
                  <a:cubicBezTo>
                    <a:pt x="27216" y="106926"/>
                    <a:pt x="23402" y="105261"/>
                    <a:pt x="19663" y="105261"/>
                  </a:cubicBezTo>
                  <a:cubicBezTo>
                    <a:pt x="16878" y="105261"/>
                    <a:pt x="14134" y="106185"/>
                    <a:pt x="11498" y="108726"/>
                  </a:cubicBezTo>
                  <a:cubicBezTo>
                    <a:pt x="0" y="119781"/>
                    <a:pt x="555" y="159117"/>
                    <a:pt x="665" y="163850"/>
                  </a:cubicBezTo>
                  <a:lnTo>
                    <a:pt x="230696" y="163850"/>
                  </a:lnTo>
                  <a:lnTo>
                    <a:pt x="230696" y="157269"/>
                  </a:lnTo>
                  <a:cubicBezTo>
                    <a:pt x="230696" y="152093"/>
                    <a:pt x="226445" y="147361"/>
                    <a:pt x="222193" y="142665"/>
                  </a:cubicBezTo>
                  <a:cubicBezTo>
                    <a:pt x="217979" y="137933"/>
                    <a:pt x="225521" y="112941"/>
                    <a:pt x="225964" y="92200"/>
                  </a:cubicBezTo>
                  <a:cubicBezTo>
                    <a:pt x="226328" y="76521"/>
                    <a:pt x="220754" y="69209"/>
                    <a:pt x="214147" y="69209"/>
                  </a:cubicBezTo>
                  <a:cubicBezTo>
                    <a:pt x="212014" y="69209"/>
                    <a:pt x="209773" y="69971"/>
                    <a:pt x="207590" y="71460"/>
                  </a:cubicBezTo>
                  <a:cubicBezTo>
                    <a:pt x="206669" y="72091"/>
                    <a:pt x="205798" y="72383"/>
                    <a:pt x="204974" y="72383"/>
                  </a:cubicBezTo>
                  <a:cubicBezTo>
                    <a:pt x="197788" y="72383"/>
                    <a:pt x="194148" y="50178"/>
                    <a:pt x="192025" y="37077"/>
                  </a:cubicBezTo>
                  <a:cubicBezTo>
                    <a:pt x="189835" y="23311"/>
                    <a:pt x="177610" y="1"/>
                    <a:pt x="15774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898;p37">
              <a:extLst>
                <a:ext uri="{FF2B5EF4-FFF2-40B4-BE49-F238E27FC236}">
                  <a16:creationId xmlns:a16="http://schemas.microsoft.com/office/drawing/2014/main" id="{D6FA704B-4841-DCB6-A4D4-4EC6DEE2D813}"/>
                </a:ext>
              </a:extLst>
            </p:cNvPr>
            <p:cNvSpPr/>
            <p:nvPr/>
          </p:nvSpPr>
          <p:spPr>
            <a:xfrm>
              <a:off x="934125" y="825025"/>
              <a:ext cx="5751725" cy="4096375"/>
            </a:xfrm>
            <a:custGeom>
              <a:avLst/>
              <a:gdLst/>
              <a:ahLst/>
              <a:cxnLst/>
              <a:rect l="l" t="t" r="r" b="b"/>
              <a:pathLst>
                <a:path w="230069" h="163855" extrusionOk="0">
                  <a:moveTo>
                    <a:pt x="157126" y="0"/>
                  </a:moveTo>
                  <a:cubicBezTo>
                    <a:pt x="155832" y="0"/>
                    <a:pt x="154538" y="111"/>
                    <a:pt x="153244" y="296"/>
                  </a:cubicBezTo>
                  <a:cubicBezTo>
                    <a:pt x="131061" y="3587"/>
                    <a:pt x="135793" y="27654"/>
                    <a:pt x="124961" y="31426"/>
                  </a:cubicBezTo>
                  <a:cubicBezTo>
                    <a:pt x="123667" y="31869"/>
                    <a:pt x="122336" y="32054"/>
                    <a:pt x="121005" y="32054"/>
                  </a:cubicBezTo>
                  <a:cubicBezTo>
                    <a:pt x="117345" y="32054"/>
                    <a:pt x="113426" y="30686"/>
                    <a:pt x="108990" y="29318"/>
                  </a:cubicBezTo>
                  <a:cubicBezTo>
                    <a:pt x="108287" y="29096"/>
                    <a:pt x="107585" y="28875"/>
                    <a:pt x="106882" y="28690"/>
                  </a:cubicBezTo>
                  <a:lnTo>
                    <a:pt x="106882" y="34161"/>
                  </a:lnTo>
                  <a:lnTo>
                    <a:pt x="139380" y="34161"/>
                  </a:lnTo>
                  <a:cubicBezTo>
                    <a:pt x="139454" y="34161"/>
                    <a:pt x="139528" y="34198"/>
                    <a:pt x="139601" y="34272"/>
                  </a:cubicBezTo>
                  <a:cubicBezTo>
                    <a:pt x="139638" y="34346"/>
                    <a:pt x="139675" y="34420"/>
                    <a:pt x="139675" y="34494"/>
                  </a:cubicBezTo>
                  <a:lnTo>
                    <a:pt x="139675" y="75236"/>
                  </a:lnTo>
                  <a:cubicBezTo>
                    <a:pt x="140230" y="75236"/>
                    <a:pt x="140785" y="75199"/>
                    <a:pt x="141376" y="75199"/>
                  </a:cubicBezTo>
                  <a:cubicBezTo>
                    <a:pt x="144186" y="75162"/>
                    <a:pt x="147735" y="75088"/>
                    <a:pt x="151247" y="75014"/>
                  </a:cubicBezTo>
                  <a:lnTo>
                    <a:pt x="151321" y="75014"/>
                  </a:lnTo>
                  <a:cubicBezTo>
                    <a:pt x="153133" y="71539"/>
                    <a:pt x="154316" y="68544"/>
                    <a:pt x="155425" y="65993"/>
                  </a:cubicBezTo>
                  <a:cubicBezTo>
                    <a:pt x="156645" y="63072"/>
                    <a:pt x="157015" y="60374"/>
                    <a:pt x="157015" y="58192"/>
                  </a:cubicBezTo>
                  <a:cubicBezTo>
                    <a:pt x="157015" y="55715"/>
                    <a:pt x="156571" y="53978"/>
                    <a:pt x="156423" y="53534"/>
                  </a:cubicBezTo>
                  <a:cubicBezTo>
                    <a:pt x="155314" y="52905"/>
                    <a:pt x="153281" y="51353"/>
                    <a:pt x="151469" y="49134"/>
                  </a:cubicBezTo>
                  <a:cubicBezTo>
                    <a:pt x="149584" y="46805"/>
                    <a:pt x="147957" y="43811"/>
                    <a:pt x="147957" y="40446"/>
                  </a:cubicBezTo>
                  <a:cubicBezTo>
                    <a:pt x="147957" y="39485"/>
                    <a:pt x="148105" y="38524"/>
                    <a:pt x="148400" y="37526"/>
                  </a:cubicBezTo>
                  <a:cubicBezTo>
                    <a:pt x="148807" y="36047"/>
                    <a:pt x="149694" y="34864"/>
                    <a:pt x="150877" y="33976"/>
                  </a:cubicBezTo>
                  <a:cubicBezTo>
                    <a:pt x="152061" y="33052"/>
                    <a:pt x="153502" y="32424"/>
                    <a:pt x="155018" y="31980"/>
                  </a:cubicBezTo>
                  <a:cubicBezTo>
                    <a:pt x="158124" y="31056"/>
                    <a:pt x="161562" y="30834"/>
                    <a:pt x="164002" y="30834"/>
                  </a:cubicBezTo>
                  <a:cubicBezTo>
                    <a:pt x="165555" y="30834"/>
                    <a:pt x="166738" y="30945"/>
                    <a:pt x="167108" y="30945"/>
                  </a:cubicBezTo>
                  <a:cubicBezTo>
                    <a:pt x="167773" y="30353"/>
                    <a:pt x="171692" y="27285"/>
                    <a:pt x="179419" y="27285"/>
                  </a:cubicBezTo>
                  <a:cubicBezTo>
                    <a:pt x="180454" y="27285"/>
                    <a:pt x="181526" y="27322"/>
                    <a:pt x="182709" y="27470"/>
                  </a:cubicBezTo>
                  <a:cubicBezTo>
                    <a:pt x="185223" y="27728"/>
                    <a:pt x="187478" y="28468"/>
                    <a:pt x="189475" y="29577"/>
                  </a:cubicBezTo>
                  <a:cubicBezTo>
                    <a:pt x="184927" y="16231"/>
                    <a:pt x="173688" y="0"/>
                    <a:pt x="157126" y="0"/>
                  </a:cubicBezTo>
                  <a:close/>
                  <a:moveTo>
                    <a:pt x="213543" y="69210"/>
                  </a:moveTo>
                  <a:cubicBezTo>
                    <a:pt x="211398" y="69210"/>
                    <a:pt x="209143" y="69986"/>
                    <a:pt x="206962" y="71465"/>
                  </a:cubicBezTo>
                  <a:cubicBezTo>
                    <a:pt x="206038" y="72093"/>
                    <a:pt x="205187" y="72389"/>
                    <a:pt x="204337" y="72389"/>
                  </a:cubicBezTo>
                  <a:cubicBezTo>
                    <a:pt x="202932" y="72389"/>
                    <a:pt x="201675" y="71539"/>
                    <a:pt x="200492" y="70060"/>
                  </a:cubicBezTo>
                  <a:cubicBezTo>
                    <a:pt x="200344" y="72352"/>
                    <a:pt x="200085" y="74829"/>
                    <a:pt x="199716" y="77528"/>
                  </a:cubicBezTo>
                  <a:cubicBezTo>
                    <a:pt x="200825" y="77713"/>
                    <a:pt x="201934" y="77898"/>
                    <a:pt x="203043" y="78120"/>
                  </a:cubicBezTo>
                  <a:cubicBezTo>
                    <a:pt x="207442" y="78896"/>
                    <a:pt x="211583" y="79783"/>
                    <a:pt x="213764" y="80744"/>
                  </a:cubicBezTo>
                  <a:cubicBezTo>
                    <a:pt x="214393" y="81003"/>
                    <a:pt x="214874" y="81262"/>
                    <a:pt x="215132" y="81595"/>
                  </a:cubicBezTo>
                  <a:cubicBezTo>
                    <a:pt x="215317" y="81780"/>
                    <a:pt x="215428" y="82001"/>
                    <a:pt x="215428" y="82223"/>
                  </a:cubicBezTo>
                  <a:lnTo>
                    <a:pt x="215428" y="82260"/>
                  </a:lnTo>
                  <a:cubicBezTo>
                    <a:pt x="215391" y="82445"/>
                    <a:pt x="215354" y="82704"/>
                    <a:pt x="215280" y="83074"/>
                  </a:cubicBezTo>
                  <a:cubicBezTo>
                    <a:pt x="215206" y="83443"/>
                    <a:pt x="215095" y="83887"/>
                    <a:pt x="214948" y="84442"/>
                  </a:cubicBezTo>
                  <a:cubicBezTo>
                    <a:pt x="214652" y="85551"/>
                    <a:pt x="214282" y="86992"/>
                    <a:pt x="213801" y="88693"/>
                  </a:cubicBezTo>
                  <a:cubicBezTo>
                    <a:pt x="212840" y="92094"/>
                    <a:pt x="211583" y="96494"/>
                    <a:pt x="210289" y="101078"/>
                  </a:cubicBezTo>
                  <a:cubicBezTo>
                    <a:pt x="209883" y="102520"/>
                    <a:pt x="209476" y="103962"/>
                    <a:pt x="209069" y="105441"/>
                  </a:cubicBezTo>
                  <a:lnTo>
                    <a:pt x="224264" y="105885"/>
                  </a:lnTo>
                  <a:cubicBezTo>
                    <a:pt x="224819" y="101300"/>
                    <a:pt x="225262" y="96642"/>
                    <a:pt x="225336" y="92205"/>
                  </a:cubicBezTo>
                  <a:cubicBezTo>
                    <a:pt x="225373" y="91762"/>
                    <a:pt x="225373" y="91281"/>
                    <a:pt x="225373" y="90800"/>
                  </a:cubicBezTo>
                  <a:cubicBezTo>
                    <a:pt x="225373" y="76123"/>
                    <a:pt x="219939" y="69210"/>
                    <a:pt x="213543" y="69210"/>
                  </a:cubicBezTo>
                  <a:close/>
                  <a:moveTo>
                    <a:pt x="19040" y="105256"/>
                  </a:moveTo>
                  <a:cubicBezTo>
                    <a:pt x="16231" y="105256"/>
                    <a:pt x="13495" y="106180"/>
                    <a:pt x="10870" y="108731"/>
                  </a:cubicBezTo>
                  <a:cubicBezTo>
                    <a:pt x="925" y="118307"/>
                    <a:pt x="1" y="149029"/>
                    <a:pt x="1" y="160231"/>
                  </a:cubicBezTo>
                  <a:cubicBezTo>
                    <a:pt x="1" y="161969"/>
                    <a:pt x="1" y="163226"/>
                    <a:pt x="37" y="163855"/>
                  </a:cubicBezTo>
                  <a:lnTo>
                    <a:pt x="118972" y="163855"/>
                  </a:lnTo>
                  <a:cubicBezTo>
                    <a:pt x="119489" y="162635"/>
                    <a:pt x="120525" y="160195"/>
                    <a:pt x="121819" y="156904"/>
                  </a:cubicBezTo>
                  <a:lnTo>
                    <a:pt x="121819" y="156904"/>
                  </a:lnTo>
                  <a:cubicBezTo>
                    <a:pt x="118343" y="157717"/>
                    <a:pt x="115866" y="158087"/>
                    <a:pt x="114129" y="158087"/>
                  </a:cubicBezTo>
                  <a:cubicBezTo>
                    <a:pt x="113278" y="158087"/>
                    <a:pt x="112613" y="158013"/>
                    <a:pt x="112058" y="157828"/>
                  </a:cubicBezTo>
                  <a:cubicBezTo>
                    <a:pt x="111541" y="157644"/>
                    <a:pt x="111171" y="157348"/>
                    <a:pt x="110949" y="156978"/>
                  </a:cubicBezTo>
                  <a:cubicBezTo>
                    <a:pt x="110801" y="156719"/>
                    <a:pt x="110727" y="156423"/>
                    <a:pt x="110727" y="156128"/>
                  </a:cubicBezTo>
                  <a:cubicBezTo>
                    <a:pt x="110727" y="156017"/>
                    <a:pt x="110764" y="155906"/>
                    <a:pt x="110801" y="155758"/>
                  </a:cubicBezTo>
                  <a:cubicBezTo>
                    <a:pt x="110801" y="155573"/>
                    <a:pt x="110875" y="155351"/>
                    <a:pt x="110912" y="155056"/>
                  </a:cubicBezTo>
                  <a:cubicBezTo>
                    <a:pt x="111023" y="154501"/>
                    <a:pt x="111208" y="153725"/>
                    <a:pt x="111430" y="152800"/>
                  </a:cubicBezTo>
                  <a:cubicBezTo>
                    <a:pt x="111541" y="152394"/>
                    <a:pt x="111652" y="151950"/>
                    <a:pt x="111763" y="151469"/>
                  </a:cubicBezTo>
                  <a:cubicBezTo>
                    <a:pt x="109175" y="150065"/>
                    <a:pt x="107289" y="148142"/>
                    <a:pt x="106069" y="145739"/>
                  </a:cubicBezTo>
                  <a:cubicBezTo>
                    <a:pt x="105034" y="143595"/>
                    <a:pt x="104516" y="141007"/>
                    <a:pt x="104516" y="138049"/>
                  </a:cubicBezTo>
                  <a:cubicBezTo>
                    <a:pt x="104516" y="136385"/>
                    <a:pt x="104664" y="134574"/>
                    <a:pt x="104960" y="132614"/>
                  </a:cubicBezTo>
                  <a:cubicBezTo>
                    <a:pt x="106254" y="124703"/>
                    <a:pt x="109544" y="119268"/>
                    <a:pt x="114461" y="114055"/>
                  </a:cubicBezTo>
                  <a:cubicBezTo>
                    <a:pt x="114868" y="113648"/>
                    <a:pt x="115238" y="113242"/>
                    <a:pt x="115645" y="112835"/>
                  </a:cubicBezTo>
                  <a:lnTo>
                    <a:pt x="23810" y="112835"/>
                  </a:lnTo>
                  <a:cubicBezTo>
                    <a:pt x="23699" y="112835"/>
                    <a:pt x="23625" y="112798"/>
                    <a:pt x="23588" y="112761"/>
                  </a:cubicBezTo>
                  <a:cubicBezTo>
                    <a:pt x="23514" y="112687"/>
                    <a:pt x="23477" y="112613"/>
                    <a:pt x="23477" y="112539"/>
                  </a:cubicBezTo>
                  <a:lnTo>
                    <a:pt x="23477" y="105958"/>
                  </a:lnTo>
                  <a:cubicBezTo>
                    <a:pt x="21998" y="105515"/>
                    <a:pt x="20519" y="105256"/>
                    <a:pt x="19040" y="105256"/>
                  </a:cubicBezTo>
                  <a:close/>
                  <a:moveTo>
                    <a:pt x="220382" y="134056"/>
                  </a:moveTo>
                  <a:lnTo>
                    <a:pt x="220382" y="134056"/>
                  </a:lnTo>
                  <a:cubicBezTo>
                    <a:pt x="219902" y="134204"/>
                    <a:pt x="219458" y="134241"/>
                    <a:pt x="219199" y="134278"/>
                  </a:cubicBezTo>
                  <a:cubicBezTo>
                    <a:pt x="219162" y="134278"/>
                    <a:pt x="219125" y="134278"/>
                    <a:pt x="219088" y="134241"/>
                  </a:cubicBezTo>
                  <a:lnTo>
                    <a:pt x="212581" y="147624"/>
                  </a:lnTo>
                  <a:cubicBezTo>
                    <a:pt x="212286" y="148290"/>
                    <a:pt x="211620" y="148697"/>
                    <a:pt x="210881" y="148697"/>
                  </a:cubicBezTo>
                  <a:lnTo>
                    <a:pt x="206481" y="148660"/>
                  </a:lnTo>
                  <a:cubicBezTo>
                    <a:pt x="205446" y="149880"/>
                    <a:pt x="204411" y="151026"/>
                    <a:pt x="203450" y="152061"/>
                  </a:cubicBezTo>
                  <a:cubicBezTo>
                    <a:pt x="201453" y="154279"/>
                    <a:pt x="199716" y="156017"/>
                    <a:pt x="198570" y="156793"/>
                  </a:cubicBezTo>
                  <a:cubicBezTo>
                    <a:pt x="197608" y="157459"/>
                    <a:pt x="196869" y="157939"/>
                    <a:pt x="196277" y="158272"/>
                  </a:cubicBezTo>
                  <a:cubicBezTo>
                    <a:pt x="195649" y="158605"/>
                    <a:pt x="195205" y="158753"/>
                    <a:pt x="194762" y="158790"/>
                  </a:cubicBezTo>
                  <a:cubicBezTo>
                    <a:pt x="194503" y="158790"/>
                    <a:pt x="194244" y="158679"/>
                    <a:pt x="194022" y="158531"/>
                  </a:cubicBezTo>
                  <a:cubicBezTo>
                    <a:pt x="193837" y="158346"/>
                    <a:pt x="193689" y="158124"/>
                    <a:pt x="193542" y="157865"/>
                  </a:cubicBezTo>
                  <a:cubicBezTo>
                    <a:pt x="193283" y="157348"/>
                    <a:pt x="193098" y="156608"/>
                    <a:pt x="192765" y="155684"/>
                  </a:cubicBezTo>
                  <a:cubicBezTo>
                    <a:pt x="192469" y="154760"/>
                    <a:pt x="192248" y="153392"/>
                    <a:pt x="192100" y="151839"/>
                  </a:cubicBezTo>
                  <a:cubicBezTo>
                    <a:pt x="191989" y="150804"/>
                    <a:pt x="191915" y="149658"/>
                    <a:pt x="191841" y="148549"/>
                  </a:cubicBezTo>
                  <a:lnTo>
                    <a:pt x="189734" y="148512"/>
                  </a:lnTo>
                  <a:cubicBezTo>
                    <a:pt x="188403" y="153762"/>
                    <a:pt x="187996" y="157681"/>
                    <a:pt x="187996" y="160453"/>
                  </a:cubicBezTo>
                  <a:cubicBezTo>
                    <a:pt x="187996" y="161895"/>
                    <a:pt x="188107" y="163004"/>
                    <a:pt x="188255" y="163855"/>
                  </a:cubicBezTo>
                  <a:lnTo>
                    <a:pt x="230068" y="163855"/>
                  </a:lnTo>
                  <a:lnTo>
                    <a:pt x="230068" y="157274"/>
                  </a:lnTo>
                  <a:cubicBezTo>
                    <a:pt x="230068" y="152098"/>
                    <a:pt x="225817" y="147366"/>
                    <a:pt x="221565" y="142670"/>
                  </a:cubicBezTo>
                  <a:cubicBezTo>
                    <a:pt x="220641" y="141635"/>
                    <a:pt x="220271" y="139639"/>
                    <a:pt x="220271" y="136940"/>
                  </a:cubicBezTo>
                  <a:cubicBezTo>
                    <a:pt x="220271" y="136053"/>
                    <a:pt x="220308" y="135091"/>
                    <a:pt x="220382" y="134056"/>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99;p37">
              <a:extLst>
                <a:ext uri="{FF2B5EF4-FFF2-40B4-BE49-F238E27FC236}">
                  <a16:creationId xmlns:a16="http://schemas.microsoft.com/office/drawing/2014/main" id="{82DC78A3-D8B1-7424-6F97-33C47639335B}"/>
                </a:ext>
              </a:extLst>
            </p:cNvPr>
            <p:cNvSpPr/>
            <p:nvPr/>
          </p:nvSpPr>
          <p:spPr>
            <a:xfrm>
              <a:off x="3502650" y="1514850"/>
              <a:ext cx="2496475" cy="3178275"/>
            </a:xfrm>
            <a:custGeom>
              <a:avLst/>
              <a:gdLst/>
              <a:ahLst/>
              <a:cxnLst/>
              <a:rect l="l" t="t" r="r" b="b"/>
              <a:pathLst>
                <a:path w="99859" h="127131" extrusionOk="0">
                  <a:moveTo>
                    <a:pt x="76699" y="1"/>
                  </a:moveTo>
                  <a:cubicBezTo>
                    <a:pt x="68279" y="1"/>
                    <a:pt x="64477" y="3685"/>
                    <a:pt x="64477" y="3685"/>
                  </a:cubicBezTo>
                  <a:cubicBezTo>
                    <a:pt x="64477" y="3685"/>
                    <a:pt x="63173" y="3560"/>
                    <a:pt x="61252" y="3560"/>
                  </a:cubicBezTo>
                  <a:cubicBezTo>
                    <a:pt x="56382" y="3560"/>
                    <a:pt x="47546" y="4359"/>
                    <a:pt x="45955" y="10007"/>
                  </a:cubicBezTo>
                  <a:cubicBezTo>
                    <a:pt x="43700" y="17881"/>
                    <a:pt x="51538" y="24462"/>
                    <a:pt x="53941" y="25719"/>
                  </a:cubicBezTo>
                  <a:cubicBezTo>
                    <a:pt x="53941" y="25719"/>
                    <a:pt x="55900" y="31634"/>
                    <a:pt x="52943" y="38511"/>
                  </a:cubicBezTo>
                  <a:cubicBezTo>
                    <a:pt x="50022" y="45388"/>
                    <a:pt x="46510" y="55518"/>
                    <a:pt x="31056" y="69566"/>
                  </a:cubicBezTo>
                  <a:cubicBezTo>
                    <a:pt x="15602" y="83615"/>
                    <a:pt x="5066" y="89346"/>
                    <a:pt x="2552" y="105095"/>
                  </a:cubicBezTo>
                  <a:cubicBezTo>
                    <a:pt x="1" y="120808"/>
                    <a:pt x="7580" y="126982"/>
                    <a:pt x="28394" y="127130"/>
                  </a:cubicBezTo>
                  <a:cubicBezTo>
                    <a:pt x="28456" y="127130"/>
                    <a:pt x="28519" y="127131"/>
                    <a:pt x="28581" y="127131"/>
                  </a:cubicBezTo>
                  <a:cubicBezTo>
                    <a:pt x="49374" y="127131"/>
                    <a:pt x="83025" y="102605"/>
                    <a:pt x="91429" y="73485"/>
                  </a:cubicBezTo>
                  <a:cubicBezTo>
                    <a:pt x="99858" y="44278"/>
                    <a:pt x="97492" y="32189"/>
                    <a:pt x="97049" y="21652"/>
                  </a:cubicBezTo>
                  <a:cubicBezTo>
                    <a:pt x="96642" y="11116"/>
                    <a:pt x="90616" y="1282"/>
                    <a:pt x="79931" y="172"/>
                  </a:cubicBezTo>
                  <a:cubicBezTo>
                    <a:pt x="78786" y="54"/>
                    <a:pt x="77710" y="1"/>
                    <a:pt x="7669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1900;p37">
              <a:extLst>
                <a:ext uri="{FF2B5EF4-FFF2-40B4-BE49-F238E27FC236}">
                  <a16:creationId xmlns:a16="http://schemas.microsoft.com/office/drawing/2014/main" id="{950EE97B-979A-D89C-C900-5B77A9911A92}"/>
                </a:ext>
              </a:extLst>
            </p:cNvPr>
            <p:cNvSpPr/>
            <p:nvPr/>
          </p:nvSpPr>
          <p:spPr>
            <a:xfrm>
              <a:off x="3547025" y="1507125"/>
              <a:ext cx="2405875" cy="3193375"/>
            </a:xfrm>
            <a:custGeom>
              <a:avLst/>
              <a:gdLst/>
              <a:ahLst/>
              <a:cxnLst/>
              <a:rect l="l" t="t" r="r" b="b"/>
              <a:pathLst>
                <a:path w="96235" h="127735" extrusionOk="0">
                  <a:moveTo>
                    <a:pt x="74903" y="629"/>
                  </a:moveTo>
                  <a:cubicBezTo>
                    <a:pt x="75901" y="629"/>
                    <a:pt x="76973" y="666"/>
                    <a:pt x="78119" y="777"/>
                  </a:cubicBezTo>
                  <a:cubicBezTo>
                    <a:pt x="83369" y="1332"/>
                    <a:pt x="87473" y="4031"/>
                    <a:pt x="90320" y="7876"/>
                  </a:cubicBezTo>
                  <a:cubicBezTo>
                    <a:pt x="93166" y="11721"/>
                    <a:pt x="94756" y="16785"/>
                    <a:pt x="94978" y="21998"/>
                  </a:cubicBezTo>
                  <a:cubicBezTo>
                    <a:pt x="95126" y="26139"/>
                    <a:pt x="95606" y="30465"/>
                    <a:pt x="95606" y="36010"/>
                  </a:cubicBezTo>
                  <a:cubicBezTo>
                    <a:pt x="95606" y="44587"/>
                    <a:pt x="94497" y="55974"/>
                    <a:pt x="89358" y="73720"/>
                  </a:cubicBezTo>
                  <a:cubicBezTo>
                    <a:pt x="85181" y="88176"/>
                    <a:pt x="74718" y="101559"/>
                    <a:pt x="62666" y="111320"/>
                  </a:cubicBezTo>
                  <a:cubicBezTo>
                    <a:pt x="50650" y="121043"/>
                    <a:pt x="37082" y="127143"/>
                    <a:pt x="26767" y="127143"/>
                  </a:cubicBezTo>
                  <a:lnTo>
                    <a:pt x="26619" y="127143"/>
                  </a:lnTo>
                  <a:cubicBezTo>
                    <a:pt x="17524" y="127069"/>
                    <a:pt x="10981" y="125849"/>
                    <a:pt x="6766" y="123224"/>
                  </a:cubicBezTo>
                  <a:cubicBezTo>
                    <a:pt x="4659" y="121893"/>
                    <a:pt x="3143" y="120230"/>
                    <a:pt x="2108" y="118196"/>
                  </a:cubicBezTo>
                  <a:cubicBezTo>
                    <a:pt x="1109" y="116126"/>
                    <a:pt x="592" y="113686"/>
                    <a:pt x="592" y="110765"/>
                  </a:cubicBezTo>
                  <a:cubicBezTo>
                    <a:pt x="592" y="109138"/>
                    <a:pt x="777" y="107364"/>
                    <a:pt x="1073" y="105441"/>
                  </a:cubicBezTo>
                  <a:cubicBezTo>
                    <a:pt x="2330" y="97640"/>
                    <a:pt x="5546" y="92354"/>
                    <a:pt x="10389" y="87215"/>
                  </a:cubicBezTo>
                  <a:cubicBezTo>
                    <a:pt x="15269" y="82076"/>
                    <a:pt x="21739" y="77122"/>
                    <a:pt x="29466" y="70097"/>
                  </a:cubicBezTo>
                  <a:cubicBezTo>
                    <a:pt x="44957" y="56011"/>
                    <a:pt x="48543" y="45808"/>
                    <a:pt x="51463" y="38931"/>
                  </a:cubicBezTo>
                  <a:cubicBezTo>
                    <a:pt x="52757" y="35936"/>
                    <a:pt x="53127" y="33127"/>
                    <a:pt x="53127" y="30908"/>
                  </a:cubicBezTo>
                  <a:cubicBezTo>
                    <a:pt x="53127" y="27914"/>
                    <a:pt x="52462" y="25954"/>
                    <a:pt x="52462" y="25954"/>
                  </a:cubicBezTo>
                  <a:cubicBezTo>
                    <a:pt x="52425" y="25880"/>
                    <a:pt x="52388" y="25806"/>
                    <a:pt x="52314" y="25769"/>
                  </a:cubicBezTo>
                  <a:cubicBezTo>
                    <a:pt x="51316" y="25252"/>
                    <a:pt x="49208" y="23662"/>
                    <a:pt x="47434" y="21444"/>
                  </a:cubicBezTo>
                  <a:cubicBezTo>
                    <a:pt x="45622" y="19226"/>
                    <a:pt x="44069" y="16342"/>
                    <a:pt x="44069" y="13162"/>
                  </a:cubicBezTo>
                  <a:cubicBezTo>
                    <a:pt x="44069" y="12238"/>
                    <a:pt x="44180" y="11351"/>
                    <a:pt x="44476" y="10390"/>
                  </a:cubicBezTo>
                  <a:cubicBezTo>
                    <a:pt x="44846" y="9059"/>
                    <a:pt x="45659" y="8023"/>
                    <a:pt x="46731" y="7173"/>
                  </a:cubicBezTo>
                  <a:cubicBezTo>
                    <a:pt x="48395" y="5916"/>
                    <a:pt x="50650" y="5140"/>
                    <a:pt x="52979" y="4733"/>
                  </a:cubicBezTo>
                  <a:cubicBezTo>
                    <a:pt x="55308" y="4289"/>
                    <a:pt x="57674" y="4178"/>
                    <a:pt x="59486" y="4178"/>
                  </a:cubicBezTo>
                  <a:cubicBezTo>
                    <a:pt x="60447" y="4178"/>
                    <a:pt x="61224" y="4215"/>
                    <a:pt x="61815" y="4252"/>
                  </a:cubicBezTo>
                  <a:cubicBezTo>
                    <a:pt x="62074" y="4252"/>
                    <a:pt x="62296" y="4252"/>
                    <a:pt x="62444" y="4289"/>
                  </a:cubicBezTo>
                  <a:lnTo>
                    <a:pt x="62666" y="4289"/>
                  </a:lnTo>
                  <a:cubicBezTo>
                    <a:pt x="62695" y="4299"/>
                    <a:pt x="62722" y="4304"/>
                    <a:pt x="62747" y="4304"/>
                  </a:cubicBezTo>
                  <a:cubicBezTo>
                    <a:pt x="62816" y="4304"/>
                    <a:pt x="62870" y="4270"/>
                    <a:pt x="62924" y="4215"/>
                  </a:cubicBezTo>
                  <a:cubicBezTo>
                    <a:pt x="63109" y="4031"/>
                    <a:pt x="66843" y="629"/>
                    <a:pt x="74903" y="629"/>
                  </a:cubicBezTo>
                  <a:close/>
                  <a:moveTo>
                    <a:pt x="74903" y="1"/>
                  </a:moveTo>
                  <a:cubicBezTo>
                    <a:pt x="67145" y="1"/>
                    <a:pt x="63234" y="3109"/>
                    <a:pt x="62579" y="3682"/>
                  </a:cubicBezTo>
                  <a:lnTo>
                    <a:pt x="62579" y="3682"/>
                  </a:lnTo>
                  <a:cubicBezTo>
                    <a:pt x="62172" y="3644"/>
                    <a:pt x="61016" y="3550"/>
                    <a:pt x="59486" y="3550"/>
                  </a:cubicBezTo>
                  <a:cubicBezTo>
                    <a:pt x="57046" y="3550"/>
                    <a:pt x="53608" y="3772"/>
                    <a:pt x="50502" y="4696"/>
                  </a:cubicBezTo>
                  <a:cubicBezTo>
                    <a:pt x="48986" y="5140"/>
                    <a:pt x="47545" y="5768"/>
                    <a:pt x="46361" y="6692"/>
                  </a:cubicBezTo>
                  <a:cubicBezTo>
                    <a:pt x="45178" y="7580"/>
                    <a:pt x="44291" y="8763"/>
                    <a:pt x="43884" y="10242"/>
                  </a:cubicBezTo>
                  <a:cubicBezTo>
                    <a:pt x="43589" y="11240"/>
                    <a:pt x="43441" y="12201"/>
                    <a:pt x="43441" y="13162"/>
                  </a:cubicBezTo>
                  <a:cubicBezTo>
                    <a:pt x="43441" y="16527"/>
                    <a:pt x="45068" y="19521"/>
                    <a:pt x="46953" y="21850"/>
                  </a:cubicBezTo>
                  <a:cubicBezTo>
                    <a:pt x="48750" y="24079"/>
                    <a:pt x="50792" y="25644"/>
                    <a:pt x="51923" y="26272"/>
                  </a:cubicBezTo>
                  <a:lnTo>
                    <a:pt x="51923" y="26272"/>
                  </a:lnTo>
                  <a:cubicBezTo>
                    <a:pt x="52058" y="26769"/>
                    <a:pt x="52499" y="28466"/>
                    <a:pt x="52499" y="30908"/>
                  </a:cubicBezTo>
                  <a:cubicBezTo>
                    <a:pt x="52499" y="33090"/>
                    <a:pt x="52129" y="35788"/>
                    <a:pt x="50909" y="38709"/>
                  </a:cubicBezTo>
                  <a:cubicBezTo>
                    <a:pt x="47951" y="45586"/>
                    <a:pt x="44476" y="55605"/>
                    <a:pt x="29059" y="69617"/>
                  </a:cubicBezTo>
                  <a:cubicBezTo>
                    <a:pt x="21369" y="76641"/>
                    <a:pt x="14863" y="81595"/>
                    <a:pt x="9945" y="86771"/>
                  </a:cubicBezTo>
                  <a:cubicBezTo>
                    <a:pt x="5028" y="91984"/>
                    <a:pt x="1738" y="97419"/>
                    <a:pt x="444" y="105330"/>
                  </a:cubicBezTo>
                  <a:cubicBezTo>
                    <a:pt x="148" y="107290"/>
                    <a:pt x="0" y="109101"/>
                    <a:pt x="0" y="110765"/>
                  </a:cubicBezTo>
                  <a:cubicBezTo>
                    <a:pt x="0" y="113723"/>
                    <a:pt x="518" y="116311"/>
                    <a:pt x="1553" y="118455"/>
                  </a:cubicBezTo>
                  <a:cubicBezTo>
                    <a:pt x="3180" y="121708"/>
                    <a:pt x="6027" y="124001"/>
                    <a:pt x="10167" y="125516"/>
                  </a:cubicBezTo>
                  <a:cubicBezTo>
                    <a:pt x="14308" y="126995"/>
                    <a:pt x="19743" y="127698"/>
                    <a:pt x="26619" y="127735"/>
                  </a:cubicBezTo>
                  <a:lnTo>
                    <a:pt x="26767" y="127735"/>
                  </a:lnTo>
                  <a:cubicBezTo>
                    <a:pt x="37304" y="127735"/>
                    <a:pt x="50946" y="121597"/>
                    <a:pt x="63072" y="111763"/>
                  </a:cubicBezTo>
                  <a:cubicBezTo>
                    <a:pt x="75162" y="101966"/>
                    <a:pt x="85735" y="88546"/>
                    <a:pt x="89950" y="73868"/>
                  </a:cubicBezTo>
                  <a:cubicBezTo>
                    <a:pt x="95089" y="56085"/>
                    <a:pt x="96235" y="44624"/>
                    <a:pt x="96235" y="36010"/>
                  </a:cubicBezTo>
                  <a:cubicBezTo>
                    <a:pt x="96235" y="30428"/>
                    <a:pt x="95754" y="26065"/>
                    <a:pt x="95606" y="21961"/>
                  </a:cubicBezTo>
                  <a:cubicBezTo>
                    <a:pt x="95384" y="16638"/>
                    <a:pt x="93758" y="11499"/>
                    <a:pt x="90800" y="7506"/>
                  </a:cubicBezTo>
                  <a:cubicBezTo>
                    <a:pt x="87879" y="3550"/>
                    <a:pt x="83591" y="740"/>
                    <a:pt x="78193" y="186"/>
                  </a:cubicBezTo>
                  <a:cubicBezTo>
                    <a:pt x="77010" y="38"/>
                    <a:pt x="75938" y="1"/>
                    <a:pt x="7490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1901;p37">
              <a:extLst>
                <a:ext uri="{FF2B5EF4-FFF2-40B4-BE49-F238E27FC236}">
                  <a16:creationId xmlns:a16="http://schemas.microsoft.com/office/drawing/2014/main" id="{8C01234E-8A8D-640A-A141-190F3F8336CF}"/>
                </a:ext>
              </a:extLst>
            </p:cNvPr>
            <p:cNvSpPr/>
            <p:nvPr/>
          </p:nvSpPr>
          <p:spPr>
            <a:xfrm>
              <a:off x="4746725" y="1839875"/>
              <a:ext cx="464000" cy="184875"/>
            </a:xfrm>
            <a:custGeom>
              <a:avLst/>
              <a:gdLst/>
              <a:ahLst/>
              <a:cxnLst/>
              <a:rect l="l" t="t" r="r" b="b"/>
              <a:pathLst>
                <a:path w="18560" h="7395" extrusionOk="0">
                  <a:moveTo>
                    <a:pt x="4732" y="0"/>
                  </a:moveTo>
                  <a:cubicBezTo>
                    <a:pt x="3549" y="0"/>
                    <a:pt x="2514" y="111"/>
                    <a:pt x="1701" y="407"/>
                  </a:cubicBezTo>
                  <a:cubicBezTo>
                    <a:pt x="1294" y="592"/>
                    <a:pt x="961" y="777"/>
                    <a:pt x="666" y="1035"/>
                  </a:cubicBezTo>
                  <a:cubicBezTo>
                    <a:pt x="370" y="1294"/>
                    <a:pt x="185" y="1664"/>
                    <a:pt x="74" y="2034"/>
                  </a:cubicBezTo>
                  <a:cubicBezTo>
                    <a:pt x="37" y="2255"/>
                    <a:pt x="0" y="2477"/>
                    <a:pt x="0" y="2662"/>
                  </a:cubicBezTo>
                  <a:cubicBezTo>
                    <a:pt x="0" y="3475"/>
                    <a:pt x="370" y="4178"/>
                    <a:pt x="961" y="4733"/>
                  </a:cubicBezTo>
                  <a:cubicBezTo>
                    <a:pt x="1812" y="5620"/>
                    <a:pt x="3106" y="6285"/>
                    <a:pt x="4511" y="6729"/>
                  </a:cubicBezTo>
                  <a:cubicBezTo>
                    <a:pt x="5915" y="7136"/>
                    <a:pt x="7431" y="7394"/>
                    <a:pt x="8651" y="7394"/>
                  </a:cubicBezTo>
                  <a:cubicBezTo>
                    <a:pt x="9391" y="7394"/>
                    <a:pt x="10056" y="7320"/>
                    <a:pt x="10537" y="7099"/>
                  </a:cubicBezTo>
                  <a:cubicBezTo>
                    <a:pt x="10796" y="7025"/>
                    <a:pt x="11017" y="6877"/>
                    <a:pt x="11165" y="6729"/>
                  </a:cubicBezTo>
                  <a:cubicBezTo>
                    <a:pt x="11350" y="6544"/>
                    <a:pt x="11461" y="6285"/>
                    <a:pt x="11461" y="6063"/>
                  </a:cubicBezTo>
                  <a:cubicBezTo>
                    <a:pt x="11461" y="5694"/>
                    <a:pt x="11313" y="5361"/>
                    <a:pt x="11128" y="5065"/>
                  </a:cubicBezTo>
                  <a:cubicBezTo>
                    <a:pt x="10759" y="4622"/>
                    <a:pt x="10167" y="4289"/>
                    <a:pt x="9539" y="4067"/>
                  </a:cubicBezTo>
                  <a:cubicBezTo>
                    <a:pt x="8540" y="3697"/>
                    <a:pt x="7394" y="3549"/>
                    <a:pt x="6470" y="3475"/>
                  </a:cubicBezTo>
                  <a:cubicBezTo>
                    <a:pt x="5546" y="3365"/>
                    <a:pt x="4843" y="3365"/>
                    <a:pt x="4843" y="3365"/>
                  </a:cubicBezTo>
                  <a:lnTo>
                    <a:pt x="4843" y="3993"/>
                  </a:lnTo>
                  <a:lnTo>
                    <a:pt x="5102" y="3993"/>
                  </a:lnTo>
                  <a:cubicBezTo>
                    <a:pt x="5694" y="4030"/>
                    <a:pt x="7209" y="4104"/>
                    <a:pt x="8503" y="4400"/>
                  </a:cubicBezTo>
                  <a:cubicBezTo>
                    <a:pt x="9169" y="4548"/>
                    <a:pt x="9760" y="4769"/>
                    <a:pt x="10204" y="5065"/>
                  </a:cubicBezTo>
                  <a:cubicBezTo>
                    <a:pt x="10426" y="5213"/>
                    <a:pt x="10574" y="5361"/>
                    <a:pt x="10685" y="5509"/>
                  </a:cubicBezTo>
                  <a:cubicBezTo>
                    <a:pt x="10796" y="5694"/>
                    <a:pt x="10833" y="5842"/>
                    <a:pt x="10833" y="6063"/>
                  </a:cubicBezTo>
                  <a:cubicBezTo>
                    <a:pt x="10833" y="6137"/>
                    <a:pt x="10796" y="6211"/>
                    <a:pt x="10722" y="6285"/>
                  </a:cubicBezTo>
                  <a:cubicBezTo>
                    <a:pt x="10611" y="6433"/>
                    <a:pt x="10352" y="6544"/>
                    <a:pt x="10019" y="6655"/>
                  </a:cubicBezTo>
                  <a:cubicBezTo>
                    <a:pt x="9650" y="6729"/>
                    <a:pt x="9169" y="6766"/>
                    <a:pt x="8651" y="6766"/>
                  </a:cubicBezTo>
                  <a:cubicBezTo>
                    <a:pt x="7099" y="6766"/>
                    <a:pt x="5065" y="6359"/>
                    <a:pt x="3401" y="5620"/>
                  </a:cubicBezTo>
                  <a:cubicBezTo>
                    <a:pt x="2588" y="5287"/>
                    <a:pt x="1886" y="4806"/>
                    <a:pt x="1405" y="4326"/>
                  </a:cubicBezTo>
                  <a:cubicBezTo>
                    <a:pt x="887" y="3808"/>
                    <a:pt x="629" y="3254"/>
                    <a:pt x="629" y="2662"/>
                  </a:cubicBezTo>
                  <a:cubicBezTo>
                    <a:pt x="629" y="2514"/>
                    <a:pt x="666" y="2366"/>
                    <a:pt x="703" y="2182"/>
                  </a:cubicBezTo>
                  <a:cubicBezTo>
                    <a:pt x="740" y="1923"/>
                    <a:pt x="887" y="1701"/>
                    <a:pt x="1072" y="1479"/>
                  </a:cubicBezTo>
                  <a:cubicBezTo>
                    <a:pt x="1405" y="1183"/>
                    <a:pt x="1886" y="961"/>
                    <a:pt x="2514" y="814"/>
                  </a:cubicBezTo>
                  <a:cubicBezTo>
                    <a:pt x="3106" y="703"/>
                    <a:pt x="3882" y="629"/>
                    <a:pt x="4732" y="629"/>
                  </a:cubicBezTo>
                  <a:cubicBezTo>
                    <a:pt x="7357" y="629"/>
                    <a:pt x="10796" y="1257"/>
                    <a:pt x="13531" y="1923"/>
                  </a:cubicBezTo>
                  <a:cubicBezTo>
                    <a:pt x="14936" y="2218"/>
                    <a:pt x="16156" y="2551"/>
                    <a:pt x="17007" y="2773"/>
                  </a:cubicBezTo>
                  <a:cubicBezTo>
                    <a:pt x="17450" y="2921"/>
                    <a:pt x="17783" y="2995"/>
                    <a:pt x="18042" y="3069"/>
                  </a:cubicBezTo>
                  <a:cubicBezTo>
                    <a:pt x="18264" y="3143"/>
                    <a:pt x="18412" y="3180"/>
                    <a:pt x="18412" y="3180"/>
                  </a:cubicBezTo>
                  <a:lnTo>
                    <a:pt x="18559" y="2588"/>
                  </a:lnTo>
                  <a:cubicBezTo>
                    <a:pt x="18559" y="2588"/>
                    <a:pt x="16452" y="1960"/>
                    <a:pt x="13679" y="1294"/>
                  </a:cubicBezTo>
                  <a:cubicBezTo>
                    <a:pt x="10907" y="666"/>
                    <a:pt x="7468" y="0"/>
                    <a:pt x="473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902;p37">
              <a:extLst>
                <a:ext uri="{FF2B5EF4-FFF2-40B4-BE49-F238E27FC236}">
                  <a16:creationId xmlns:a16="http://schemas.microsoft.com/office/drawing/2014/main" id="{78BFC054-8CB8-8C17-87DF-442464BD31BC}"/>
                </a:ext>
              </a:extLst>
            </p:cNvPr>
            <p:cNvSpPr/>
            <p:nvPr/>
          </p:nvSpPr>
          <p:spPr>
            <a:xfrm>
              <a:off x="5240275" y="1582925"/>
              <a:ext cx="685825" cy="691375"/>
            </a:xfrm>
            <a:custGeom>
              <a:avLst/>
              <a:gdLst/>
              <a:ahLst/>
              <a:cxnLst/>
              <a:rect l="l" t="t" r="r" b="b"/>
              <a:pathLst>
                <a:path w="27433" h="27655" extrusionOk="0">
                  <a:moveTo>
                    <a:pt x="13901" y="0"/>
                  </a:moveTo>
                  <a:cubicBezTo>
                    <a:pt x="12201" y="0"/>
                    <a:pt x="8984" y="74"/>
                    <a:pt x="6027" y="703"/>
                  </a:cubicBezTo>
                  <a:cubicBezTo>
                    <a:pt x="4585" y="999"/>
                    <a:pt x="3180" y="1442"/>
                    <a:pt x="2108" y="2071"/>
                  </a:cubicBezTo>
                  <a:cubicBezTo>
                    <a:pt x="999" y="2699"/>
                    <a:pt x="185" y="3587"/>
                    <a:pt x="0" y="4733"/>
                  </a:cubicBezTo>
                  <a:cubicBezTo>
                    <a:pt x="0" y="4844"/>
                    <a:pt x="0" y="4954"/>
                    <a:pt x="0" y="5065"/>
                  </a:cubicBezTo>
                  <a:cubicBezTo>
                    <a:pt x="0" y="5842"/>
                    <a:pt x="333" y="6692"/>
                    <a:pt x="888" y="7616"/>
                  </a:cubicBezTo>
                  <a:cubicBezTo>
                    <a:pt x="1849" y="9280"/>
                    <a:pt x="3550" y="11203"/>
                    <a:pt x="5694" y="13236"/>
                  </a:cubicBezTo>
                  <a:cubicBezTo>
                    <a:pt x="8836" y="16304"/>
                    <a:pt x="12977" y="19558"/>
                    <a:pt x="16896" y="22220"/>
                  </a:cubicBezTo>
                  <a:cubicBezTo>
                    <a:pt x="20852" y="24882"/>
                    <a:pt x="24660" y="26952"/>
                    <a:pt x="27248" y="27654"/>
                  </a:cubicBezTo>
                  <a:lnTo>
                    <a:pt x="27433" y="27026"/>
                  </a:lnTo>
                  <a:cubicBezTo>
                    <a:pt x="25547" y="26545"/>
                    <a:pt x="22885" y="25251"/>
                    <a:pt x="20002" y="23477"/>
                  </a:cubicBezTo>
                  <a:cubicBezTo>
                    <a:pt x="15676" y="20815"/>
                    <a:pt x="10796" y="17155"/>
                    <a:pt x="7025" y="13680"/>
                  </a:cubicBezTo>
                  <a:cubicBezTo>
                    <a:pt x="5139" y="11942"/>
                    <a:pt x="3513" y="10241"/>
                    <a:pt x="2367" y="8725"/>
                  </a:cubicBezTo>
                  <a:cubicBezTo>
                    <a:pt x="1221" y="7247"/>
                    <a:pt x="592" y="5916"/>
                    <a:pt x="592" y="5065"/>
                  </a:cubicBezTo>
                  <a:cubicBezTo>
                    <a:pt x="592" y="4991"/>
                    <a:pt x="629" y="4917"/>
                    <a:pt x="629" y="4844"/>
                  </a:cubicBezTo>
                  <a:cubicBezTo>
                    <a:pt x="777" y="3919"/>
                    <a:pt x="1405" y="3217"/>
                    <a:pt x="2404" y="2625"/>
                  </a:cubicBezTo>
                  <a:cubicBezTo>
                    <a:pt x="3882" y="1738"/>
                    <a:pt x="6175" y="1220"/>
                    <a:pt x="8356" y="925"/>
                  </a:cubicBezTo>
                  <a:cubicBezTo>
                    <a:pt x="10537" y="666"/>
                    <a:pt x="12644" y="629"/>
                    <a:pt x="13901" y="629"/>
                  </a:cubicBezTo>
                  <a:lnTo>
                    <a:pt x="15011" y="629"/>
                  </a:lnTo>
                  <a:lnTo>
                    <a:pt x="1501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1903;p37">
              <a:extLst>
                <a:ext uri="{FF2B5EF4-FFF2-40B4-BE49-F238E27FC236}">
                  <a16:creationId xmlns:a16="http://schemas.microsoft.com/office/drawing/2014/main" id="{7B1275C0-152B-C49A-6735-D5E201CEA613}"/>
                </a:ext>
              </a:extLst>
            </p:cNvPr>
            <p:cNvSpPr/>
            <p:nvPr/>
          </p:nvSpPr>
          <p:spPr>
            <a:xfrm>
              <a:off x="5406650" y="1584775"/>
              <a:ext cx="438125" cy="367875"/>
            </a:xfrm>
            <a:custGeom>
              <a:avLst/>
              <a:gdLst/>
              <a:ahLst/>
              <a:cxnLst/>
              <a:rect l="l" t="t" r="r" b="b"/>
              <a:pathLst>
                <a:path w="17525" h="14715" extrusionOk="0">
                  <a:moveTo>
                    <a:pt x="3475" y="0"/>
                  </a:moveTo>
                  <a:cubicBezTo>
                    <a:pt x="3475" y="0"/>
                    <a:pt x="2625" y="518"/>
                    <a:pt x="1775" y="1368"/>
                  </a:cubicBezTo>
                  <a:cubicBezTo>
                    <a:pt x="924" y="2256"/>
                    <a:pt x="37" y="3476"/>
                    <a:pt x="0" y="4917"/>
                  </a:cubicBezTo>
                  <a:cubicBezTo>
                    <a:pt x="0" y="5509"/>
                    <a:pt x="148" y="6101"/>
                    <a:pt x="481" y="6692"/>
                  </a:cubicBezTo>
                  <a:cubicBezTo>
                    <a:pt x="961" y="7616"/>
                    <a:pt x="1960" y="8541"/>
                    <a:pt x="3254" y="9465"/>
                  </a:cubicBezTo>
                  <a:cubicBezTo>
                    <a:pt x="5213" y="10833"/>
                    <a:pt x="7801" y="12127"/>
                    <a:pt x="10426" y="13125"/>
                  </a:cubicBezTo>
                  <a:cubicBezTo>
                    <a:pt x="13014" y="14086"/>
                    <a:pt x="15602" y="14715"/>
                    <a:pt x="17524" y="14715"/>
                  </a:cubicBezTo>
                  <a:lnTo>
                    <a:pt x="17524" y="14123"/>
                  </a:lnTo>
                  <a:cubicBezTo>
                    <a:pt x="15121" y="14123"/>
                    <a:pt x="11387" y="13014"/>
                    <a:pt x="8097" y="11461"/>
                  </a:cubicBezTo>
                  <a:cubicBezTo>
                    <a:pt x="6433" y="10722"/>
                    <a:pt x="4880" y="9835"/>
                    <a:pt x="3623" y="8947"/>
                  </a:cubicBezTo>
                  <a:cubicBezTo>
                    <a:pt x="2366" y="8097"/>
                    <a:pt x="1442" y="7173"/>
                    <a:pt x="1035" y="6396"/>
                  </a:cubicBezTo>
                  <a:cubicBezTo>
                    <a:pt x="740" y="5879"/>
                    <a:pt x="629" y="5398"/>
                    <a:pt x="629" y="4917"/>
                  </a:cubicBezTo>
                  <a:cubicBezTo>
                    <a:pt x="629" y="3734"/>
                    <a:pt x="1405" y="2625"/>
                    <a:pt x="2181" y="1812"/>
                  </a:cubicBezTo>
                  <a:cubicBezTo>
                    <a:pt x="2588" y="1405"/>
                    <a:pt x="2995" y="1072"/>
                    <a:pt x="3291" y="851"/>
                  </a:cubicBezTo>
                  <a:cubicBezTo>
                    <a:pt x="3438" y="740"/>
                    <a:pt x="3586" y="666"/>
                    <a:pt x="3660" y="592"/>
                  </a:cubicBezTo>
                  <a:lnTo>
                    <a:pt x="3771" y="518"/>
                  </a:lnTo>
                  <a:lnTo>
                    <a:pt x="3808" y="518"/>
                  </a:lnTo>
                  <a:lnTo>
                    <a:pt x="3475"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904;p37">
              <a:extLst>
                <a:ext uri="{FF2B5EF4-FFF2-40B4-BE49-F238E27FC236}">
                  <a16:creationId xmlns:a16="http://schemas.microsoft.com/office/drawing/2014/main" id="{7BD3AB05-2DB2-F0A6-2945-EBE92E2F2E65}"/>
                </a:ext>
              </a:extLst>
            </p:cNvPr>
            <p:cNvSpPr/>
            <p:nvPr/>
          </p:nvSpPr>
          <p:spPr>
            <a:xfrm>
              <a:off x="4434325" y="2717300"/>
              <a:ext cx="1258875" cy="2210575"/>
            </a:xfrm>
            <a:custGeom>
              <a:avLst/>
              <a:gdLst/>
              <a:ahLst/>
              <a:cxnLst/>
              <a:rect l="l" t="t" r="r" b="b"/>
              <a:pathLst>
                <a:path w="50355" h="88423" extrusionOk="0">
                  <a:moveTo>
                    <a:pt x="29766" y="1"/>
                  </a:moveTo>
                  <a:cubicBezTo>
                    <a:pt x="24738" y="1"/>
                    <a:pt x="21221" y="247"/>
                    <a:pt x="21221" y="247"/>
                  </a:cubicBezTo>
                  <a:cubicBezTo>
                    <a:pt x="21221" y="247"/>
                    <a:pt x="14936" y="18696"/>
                    <a:pt x="11609" y="35850"/>
                  </a:cubicBezTo>
                  <a:cubicBezTo>
                    <a:pt x="8282" y="53004"/>
                    <a:pt x="0" y="88422"/>
                    <a:pt x="0" y="88422"/>
                  </a:cubicBezTo>
                  <a:lnTo>
                    <a:pt x="33939" y="88422"/>
                  </a:lnTo>
                  <a:cubicBezTo>
                    <a:pt x="33939" y="88422"/>
                    <a:pt x="34124" y="80511"/>
                    <a:pt x="35418" y="70159"/>
                  </a:cubicBezTo>
                  <a:cubicBezTo>
                    <a:pt x="36712" y="59844"/>
                    <a:pt x="50354" y="4314"/>
                    <a:pt x="50354" y="4314"/>
                  </a:cubicBezTo>
                  <a:cubicBezTo>
                    <a:pt x="50354" y="4314"/>
                    <a:pt x="47212" y="802"/>
                    <a:pt x="38191" y="247"/>
                  </a:cubicBezTo>
                  <a:cubicBezTo>
                    <a:pt x="35171" y="62"/>
                    <a:pt x="32280" y="1"/>
                    <a:pt x="29766"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905;p37">
              <a:extLst>
                <a:ext uri="{FF2B5EF4-FFF2-40B4-BE49-F238E27FC236}">
                  <a16:creationId xmlns:a16="http://schemas.microsoft.com/office/drawing/2014/main" id="{AC452DEE-9E3C-E6C2-34FD-1ABFE8C92CF4}"/>
                </a:ext>
              </a:extLst>
            </p:cNvPr>
            <p:cNvSpPr/>
            <p:nvPr/>
          </p:nvSpPr>
          <p:spPr>
            <a:xfrm>
              <a:off x="4426000" y="2709600"/>
              <a:ext cx="1275500" cy="2226600"/>
            </a:xfrm>
            <a:custGeom>
              <a:avLst/>
              <a:gdLst/>
              <a:ahLst/>
              <a:cxnLst/>
              <a:rect l="l" t="t" r="r" b="b"/>
              <a:pathLst>
                <a:path w="51020" h="89064" extrusionOk="0">
                  <a:moveTo>
                    <a:pt x="30094" y="629"/>
                  </a:moveTo>
                  <a:cubicBezTo>
                    <a:pt x="32608" y="629"/>
                    <a:pt x="35492" y="666"/>
                    <a:pt x="38487" y="851"/>
                  </a:cubicBezTo>
                  <a:cubicBezTo>
                    <a:pt x="42960" y="1147"/>
                    <a:pt x="45992" y="2145"/>
                    <a:pt x="47840" y="3069"/>
                  </a:cubicBezTo>
                  <a:cubicBezTo>
                    <a:pt x="48802" y="3513"/>
                    <a:pt x="49467" y="3957"/>
                    <a:pt x="49874" y="4289"/>
                  </a:cubicBezTo>
                  <a:cubicBezTo>
                    <a:pt x="50096" y="4474"/>
                    <a:pt x="50243" y="4585"/>
                    <a:pt x="50317" y="4696"/>
                  </a:cubicBezTo>
                  <a:lnTo>
                    <a:pt x="50350" y="4718"/>
                  </a:lnTo>
                  <a:lnTo>
                    <a:pt x="50350" y="4718"/>
                  </a:lnTo>
                  <a:cubicBezTo>
                    <a:pt x="49952" y="6341"/>
                    <a:pt x="46759" y="19392"/>
                    <a:pt x="43404" y="33607"/>
                  </a:cubicBezTo>
                  <a:cubicBezTo>
                    <a:pt x="41629" y="41186"/>
                    <a:pt x="39781" y="49098"/>
                    <a:pt x="38339" y="55753"/>
                  </a:cubicBezTo>
                  <a:cubicBezTo>
                    <a:pt x="36860" y="62444"/>
                    <a:pt x="35751" y="67842"/>
                    <a:pt x="35455" y="70430"/>
                  </a:cubicBezTo>
                  <a:cubicBezTo>
                    <a:pt x="34307" y="79613"/>
                    <a:pt x="34032" y="86906"/>
                    <a:pt x="33985" y="88435"/>
                  </a:cubicBezTo>
                  <a:lnTo>
                    <a:pt x="715" y="88435"/>
                  </a:lnTo>
                  <a:cubicBezTo>
                    <a:pt x="1603" y="84627"/>
                    <a:pt x="9110" y="52359"/>
                    <a:pt x="12238" y="36232"/>
                  </a:cubicBezTo>
                  <a:cubicBezTo>
                    <a:pt x="13901" y="27655"/>
                    <a:pt x="16304" y="18745"/>
                    <a:pt x="18264" y="12016"/>
                  </a:cubicBezTo>
                  <a:cubicBezTo>
                    <a:pt x="19262" y="8652"/>
                    <a:pt x="20149" y="5805"/>
                    <a:pt x="20815" y="3809"/>
                  </a:cubicBezTo>
                  <a:cubicBezTo>
                    <a:pt x="21111" y="2810"/>
                    <a:pt x="21369" y="1997"/>
                    <a:pt x="21554" y="1480"/>
                  </a:cubicBezTo>
                  <a:cubicBezTo>
                    <a:pt x="21652" y="1188"/>
                    <a:pt x="21718" y="978"/>
                    <a:pt x="21759" y="844"/>
                  </a:cubicBezTo>
                  <a:lnTo>
                    <a:pt x="21759" y="844"/>
                  </a:lnTo>
                  <a:cubicBezTo>
                    <a:pt x="21863" y="839"/>
                    <a:pt x="22005" y="830"/>
                    <a:pt x="22183" y="814"/>
                  </a:cubicBezTo>
                  <a:cubicBezTo>
                    <a:pt x="23403" y="740"/>
                    <a:pt x="26323" y="629"/>
                    <a:pt x="30094" y="629"/>
                  </a:cubicBezTo>
                  <a:close/>
                  <a:moveTo>
                    <a:pt x="30094" y="1"/>
                  </a:moveTo>
                  <a:cubicBezTo>
                    <a:pt x="25066" y="1"/>
                    <a:pt x="21517" y="259"/>
                    <a:pt x="21517" y="259"/>
                  </a:cubicBezTo>
                  <a:cubicBezTo>
                    <a:pt x="21406" y="259"/>
                    <a:pt x="21295" y="333"/>
                    <a:pt x="21258" y="444"/>
                  </a:cubicBezTo>
                  <a:cubicBezTo>
                    <a:pt x="21258" y="444"/>
                    <a:pt x="14973" y="18930"/>
                    <a:pt x="11646" y="36121"/>
                  </a:cubicBezTo>
                  <a:cubicBezTo>
                    <a:pt x="9982" y="44661"/>
                    <a:pt x="7062" y="57823"/>
                    <a:pt x="4585" y="68840"/>
                  </a:cubicBezTo>
                  <a:cubicBezTo>
                    <a:pt x="3328" y="74312"/>
                    <a:pt x="2182" y="79303"/>
                    <a:pt x="1368" y="82889"/>
                  </a:cubicBezTo>
                  <a:cubicBezTo>
                    <a:pt x="962" y="84664"/>
                    <a:pt x="629" y="86105"/>
                    <a:pt x="370" y="87141"/>
                  </a:cubicBezTo>
                  <a:cubicBezTo>
                    <a:pt x="148" y="88139"/>
                    <a:pt x="0" y="88693"/>
                    <a:pt x="0" y="88693"/>
                  </a:cubicBezTo>
                  <a:cubicBezTo>
                    <a:pt x="0" y="88767"/>
                    <a:pt x="0" y="88878"/>
                    <a:pt x="74" y="88952"/>
                  </a:cubicBezTo>
                  <a:cubicBezTo>
                    <a:pt x="148" y="89026"/>
                    <a:pt x="222" y="89063"/>
                    <a:pt x="333" y="89063"/>
                  </a:cubicBezTo>
                  <a:lnTo>
                    <a:pt x="34272" y="89063"/>
                  </a:lnTo>
                  <a:cubicBezTo>
                    <a:pt x="34420" y="89063"/>
                    <a:pt x="34568" y="88915"/>
                    <a:pt x="34568" y="88767"/>
                  </a:cubicBezTo>
                  <a:cubicBezTo>
                    <a:pt x="34568" y="88767"/>
                    <a:pt x="34605" y="88250"/>
                    <a:pt x="34642" y="87362"/>
                  </a:cubicBezTo>
                  <a:cubicBezTo>
                    <a:pt x="34753" y="84664"/>
                    <a:pt x="35085" y="78268"/>
                    <a:pt x="36047" y="70504"/>
                  </a:cubicBezTo>
                  <a:cubicBezTo>
                    <a:pt x="36379" y="67953"/>
                    <a:pt x="37452" y="62555"/>
                    <a:pt x="38930" y="55900"/>
                  </a:cubicBezTo>
                  <a:cubicBezTo>
                    <a:pt x="41112" y="45918"/>
                    <a:pt x="44143" y="33089"/>
                    <a:pt x="46583" y="22812"/>
                  </a:cubicBezTo>
                  <a:cubicBezTo>
                    <a:pt x="47840" y="17636"/>
                    <a:pt x="48949" y="13125"/>
                    <a:pt x="49726" y="9872"/>
                  </a:cubicBezTo>
                  <a:cubicBezTo>
                    <a:pt x="50133" y="8245"/>
                    <a:pt x="50428" y="6951"/>
                    <a:pt x="50650" y="6064"/>
                  </a:cubicBezTo>
                  <a:cubicBezTo>
                    <a:pt x="50872" y="5177"/>
                    <a:pt x="50983" y="4696"/>
                    <a:pt x="50983" y="4696"/>
                  </a:cubicBezTo>
                  <a:cubicBezTo>
                    <a:pt x="51020" y="4585"/>
                    <a:pt x="50983" y="4474"/>
                    <a:pt x="50909" y="4400"/>
                  </a:cubicBezTo>
                  <a:cubicBezTo>
                    <a:pt x="50872" y="4363"/>
                    <a:pt x="47655" y="814"/>
                    <a:pt x="38524" y="259"/>
                  </a:cubicBezTo>
                  <a:cubicBezTo>
                    <a:pt x="35492" y="75"/>
                    <a:pt x="32608" y="1"/>
                    <a:pt x="3009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906;p37">
              <a:extLst>
                <a:ext uri="{FF2B5EF4-FFF2-40B4-BE49-F238E27FC236}">
                  <a16:creationId xmlns:a16="http://schemas.microsoft.com/office/drawing/2014/main" id="{E031FEFF-FDFC-B0E2-8A74-C60653757466}"/>
                </a:ext>
              </a:extLst>
            </p:cNvPr>
            <p:cNvSpPr/>
            <p:nvPr/>
          </p:nvSpPr>
          <p:spPr>
            <a:xfrm>
              <a:off x="5009200" y="2762300"/>
              <a:ext cx="495450" cy="732950"/>
            </a:xfrm>
            <a:custGeom>
              <a:avLst/>
              <a:gdLst/>
              <a:ahLst/>
              <a:cxnLst/>
              <a:rect l="l" t="t" r="r" b="b"/>
              <a:pathLst>
                <a:path w="19818" h="29318" extrusionOk="0">
                  <a:moveTo>
                    <a:pt x="2515" y="0"/>
                  </a:moveTo>
                  <a:cubicBezTo>
                    <a:pt x="2515" y="0"/>
                    <a:pt x="1" y="10685"/>
                    <a:pt x="1" y="16970"/>
                  </a:cubicBezTo>
                  <a:cubicBezTo>
                    <a:pt x="1" y="22449"/>
                    <a:pt x="3278" y="29317"/>
                    <a:pt x="8798" y="29317"/>
                  </a:cubicBezTo>
                  <a:cubicBezTo>
                    <a:pt x="9646" y="29317"/>
                    <a:pt x="10548" y="29155"/>
                    <a:pt x="11499" y="28800"/>
                  </a:cubicBezTo>
                  <a:cubicBezTo>
                    <a:pt x="18671" y="26101"/>
                    <a:pt x="19817" y="18522"/>
                    <a:pt x="19817" y="13605"/>
                  </a:cubicBezTo>
                  <a:cubicBezTo>
                    <a:pt x="19817" y="8688"/>
                    <a:pt x="19521" y="1959"/>
                    <a:pt x="19521" y="1959"/>
                  </a:cubicBezTo>
                  <a:cubicBezTo>
                    <a:pt x="19521" y="1959"/>
                    <a:pt x="17513" y="3566"/>
                    <a:pt x="14167" y="3566"/>
                  </a:cubicBezTo>
                  <a:cubicBezTo>
                    <a:pt x="13089" y="3566"/>
                    <a:pt x="11871" y="3399"/>
                    <a:pt x="10537" y="2958"/>
                  </a:cubicBezTo>
                  <a:cubicBezTo>
                    <a:pt x="5066" y="1109"/>
                    <a:pt x="2515" y="0"/>
                    <a:pt x="2515"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907;p37">
              <a:extLst>
                <a:ext uri="{FF2B5EF4-FFF2-40B4-BE49-F238E27FC236}">
                  <a16:creationId xmlns:a16="http://schemas.microsoft.com/office/drawing/2014/main" id="{B67E4818-B467-75DD-E7DC-AC17EED1EC80}"/>
                </a:ext>
              </a:extLst>
            </p:cNvPr>
            <p:cNvSpPr/>
            <p:nvPr/>
          </p:nvSpPr>
          <p:spPr>
            <a:xfrm>
              <a:off x="5024925" y="2762300"/>
              <a:ext cx="478800" cy="363925"/>
            </a:xfrm>
            <a:custGeom>
              <a:avLst/>
              <a:gdLst/>
              <a:ahLst/>
              <a:cxnLst/>
              <a:rect l="l" t="t" r="r" b="b"/>
              <a:pathLst>
                <a:path w="19152" h="14557" extrusionOk="0">
                  <a:moveTo>
                    <a:pt x="1886" y="0"/>
                  </a:moveTo>
                  <a:cubicBezTo>
                    <a:pt x="1886" y="0"/>
                    <a:pt x="740" y="4917"/>
                    <a:pt x="0" y="10056"/>
                  </a:cubicBezTo>
                  <a:cubicBezTo>
                    <a:pt x="1494" y="12453"/>
                    <a:pt x="4130" y="14556"/>
                    <a:pt x="8798" y="14556"/>
                  </a:cubicBezTo>
                  <a:cubicBezTo>
                    <a:pt x="9098" y="14556"/>
                    <a:pt x="9406" y="14547"/>
                    <a:pt x="9724" y="14530"/>
                  </a:cubicBezTo>
                  <a:cubicBezTo>
                    <a:pt x="13901" y="14271"/>
                    <a:pt x="16933" y="12792"/>
                    <a:pt x="19151" y="10685"/>
                  </a:cubicBezTo>
                  <a:cubicBezTo>
                    <a:pt x="19077" y="6396"/>
                    <a:pt x="18892" y="1959"/>
                    <a:pt x="18892" y="1959"/>
                  </a:cubicBezTo>
                  <a:cubicBezTo>
                    <a:pt x="18892" y="1959"/>
                    <a:pt x="16884" y="3566"/>
                    <a:pt x="13538" y="3566"/>
                  </a:cubicBezTo>
                  <a:cubicBezTo>
                    <a:pt x="12460" y="3566"/>
                    <a:pt x="11242" y="3399"/>
                    <a:pt x="9908" y="2958"/>
                  </a:cubicBezTo>
                  <a:cubicBezTo>
                    <a:pt x="4437" y="1109"/>
                    <a:pt x="1886" y="0"/>
                    <a:pt x="188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908;p37">
              <a:extLst>
                <a:ext uri="{FF2B5EF4-FFF2-40B4-BE49-F238E27FC236}">
                  <a16:creationId xmlns:a16="http://schemas.microsoft.com/office/drawing/2014/main" id="{F06D098E-FBE4-849E-A88C-1CE0135F4B52}"/>
                </a:ext>
              </a:extLst>
            </p:cNvPr>
            <p:cNvSpPr/>
            <p:nvPr/>
          </p:nvSpPr>
          <p:spPr>
            <a:xfrm>
              <a:off x="5031400" y="2805725"/>
              <a:ext cx="452900" cy="320750"/>
            </a:xfrm>
            <a:custGeom>
              <a:avLst/>
              <a:gdLst/>
              <a:ahLst/>
              <a:cxnLst/>
              <a:rect l="l" t="t" r="r" b="b"/>
              <a:pathLst>
                <a:path w="18116" h="12830" extrusionOk="0">
                  <a:moveTo>
                    <a:pt x="18116" y="2773"/>
                  </a:moveTo>
                  <a:lnTo>
                    <a:pt x="18079" y="2810"/>
                  </a:lnTo>
                  <a:cubicBezTo>
                    <a:pt x="18079" y="2810"/>
                    <a:pt x="18042" y="2810"/>
                    <a:pt x="18042" y="2847"/>
                  </a:cubicBezTo>
                  <a:cubicBezTo>
                    <a:pt x="17931" y="2995"/>
                    <a:pt x="17820" y="3180"/>
                    <a:pt x="17635" y="3402"/>
                  </a:cubicBezTo>
                  <a:cubicBezTo>
                    <a:pt x="17302" y="3883"/>
                    <a:pt x="16859" y="4585"/>
                    <a:pt x="16378" y="5435"/>
                  </a:cubicBezTo>
                  <a:cubicBezTo>
                    <a:pt x="15417" y="7099"/>
                    <a:pt x="14345" y="9317"/>
                    <a:pt x="13864" y="11536"/>
                  </a:cubicBezTo>
                  <a:cubicBezTo>
                    <a:pt x="13827" y="11683"/>
                    <a:pt x="13827" y="11831"/>
                    <a:pt x="13790" y="11979"/>
                  </a:cubicBezTo>
                  <a:cubicBezTo>
                    <a:pt x="15232" y="11499"/>
                    <a:pt x="16526" y="10833"/>
                    <a:pt x="17598" y="10020"/>
                  </a:cubicBezTo>
                  <a:cubicBezTo>
                    <a:pt x="17820" y="6914"/>
                    <a:pt x="18005" y="4437"/>
                    <a:pt x="18116" y="2773"/>
                  </a:cubicBezTo>
                  <a:close/>
                  <a:moveTo>
                    <a:pt x="1553" y="1"/>
                  </a:moveTo>
                  <a:lnTo>
                    <a:pt x="1553" y="75"/>
                  </a:lnTo>
                  <a:cubicBezTo>
                    <a:pt x="1294" y="1184"/>
                    <a:pt x="998" y="2700"/>
                    <a:pt x="666" y="4437"/>
                  </a:cubicBezTo>
                  <a:cubicBezTo>
                    <a:pt x="444" y="5768"/>
                    <a:pt x="185" y="7247"/>
                    <a:pt x="0" y="8689"/>
                  </a:cubicBezTo>
                  <a:cubicBezTo>
                    <a:pt x="1516" y="10944"/>
                    <a:pt x="4104" y="12829"/>
                    <a:pt x="8503" y="12829"/>
                  </a:cubicBezTo>
                  <a:cubicBezTo>
                    <a:pt x="8799" y="12829"/>
                    <a:pt x="9132" y="12793"/>
                    <a:pt x="9465" y="12793"/>
                  </a:cubicBezTo>
                  <a:cubicBezTo>
                    <a:pt x="10796" y="12719"/>
                    <a:pt x="12016" y="12497"/>
                    <a:pt x="13125" y="12201"/>
                  </a:cubicBezTo>
                  <a:cubicBezTo>
                    <a:pt x="13162" y="11942"/>
                    <a:pt x="13236" y="11683"/>
                    <a:pt x="13273" y="11388"/>
                  </a:cubicBezTo>
                  <a:cubicBezTo>
                    <a:pt x="13975" y="8171"/>
                    <a:pt x="15897" y="4955"/>
                    <a:pt x="16933" y="3365"/>
                  </a:cubicBezTo>
                  <a:lnTo>
                    <a:pt x="16933" y="3365"/>
                  </a:lnTo>
                  <a:cubicBezTo>
                    <a:pt x="15676" y="3920"/>
                    <a:pt x="14234" y="4252"/>
                    <a:pt x="12644" y="4326"/>
                  </a:cubicBezTo>
                  <a:cubicBezTo>
                    <a:pt x="12348" y="4363"/>
                    <a:pt x="12053" y="4363"/>
                    <a:pt x="11757" y="4363"/>
                  </a:cubicBezTo>
                  <a:cubicBezTo>
                    <a:pt x="6655" y="4363"/>
                    <a:pt x="3512" y="2219"/>
                    <a:pt x="1553"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909;p37">
              <a:extLst>
                <a:ext uri="{FF2B5EF4-FFF2-40B4-BE49-F238E27FC236}">
                  <a16:creationId xmlns:a16="http://schemas.microsoft.com/office/drawing/2014/main" id="{B95EED5E-08A2-FA25-FF42-FA7833AEA1D6}"/>
                </a:ext>
              </a:extLst>
            </p:cNvPr>
            <p:cNvSpPr/>
            <p:nvPr/>
          </p:nvSpPr>
          <p:spPr>
            <a:xfrm>
              <a:off x="5001825" y="2754200"/>
              <a:ext cx="510200" cy="748450"/>
            </a:xfrm>
            <a:custGeom>
              <a:avLst/>
              <a:gdLst/>
              <a:ahLst/>
              <a:cxnLst/>
              <a:rect l="l" t="t" r="r" b="b"/>
              <a:pathLst>
                <a:path w="20408" h="29938" extrusionOk="0">
                  <a:moveTo>
                    <a:pt x="3044" y="746"/>
                  </a:moveTo>
                  <a:lnTo>
                    <a:pt x="3044" y="746"/>
                  </a:lnTo>
                  <a:cubicBezTo>
                    <a:pt x="3908" y="1120"/>
                    <a:pt x="6406" y="2112"/>
                    <a:pt x="10722" y="3540"/>
                  </a:cubicBezTo>
                  <a:cubicBezTo>
                    <a:pt x="12089" y="4021"/>
                    <a:pt x="13383" y="4206"/>
                    <a:pt x="14493" y="4206"/>
                  </a:cubicBezTo>
                  <a:cubicBezTo>
                    <a:pt x="16987" y="4206"/>
                    <a:pt x="18742" y="3330"/>
                    <a:pt x="19532" y="2835"/>
                  </a:cubicBezTo>
                  <a:lnTo>
                    <a:pt x="19532" y="2835"/>
                  </a:lnTo>
                  <a:cubicBezTo>
                    <a:pt x="19537" y="3002"/>
                    <a:pt x="19546" y="3202"/>
                    <a:pt x="19558" y="3430"/>
                  </a:cubicBezTo>
                  <a:cubicBezTo>
                    <a:pt x="19631" y="5537"/>
                    <a:pt x="19779" y="10269"/>
                    <a:pt x="19779" y="13929"/>
                  </a:cubicBezTo>
                  <a:cubicBezTo>
                    <a:pt x="19779" y="16369"/>
                    <a:pt x="19521" y="19475"/>
                    <a:pt x="18374" y="22248"/>
                  </a:cubicBezTo>
                  <a:cubicBezTo>
                    <a:pt x="17191" y="25020"/>
                    <a:pt x="15195" y="27497"/>
                    <a:pt x="11720" y="28828"/>
                  </a:cubicBezTo>
                  <a:cubicBezTo>
                    <a:pt x="10759" y="29161"/>
                    <a:pt x="9908" y="29309"/>
                    <a:pt x="9095" y="29309"/>
                  </a:cubicBezTo>
                  <a:cubicBezTo>
                    <a:pt x="7764" y="29309"/>
                    <a:pt x="6581" y="28902"/>
                    <a:pt x="5546" y="28200"/>
                  </a:cubicBezTo>
                  <a:cubicBezTo>
                    <a:pt x="3993" y="27165"/>
                    <a:pt x="2736" y="25464"/>
                    <a:pt x="1886" y="23505"/>
                  </a:cubicBezTo>
                  <a:cubicBezTo>
                    <a:pt x="1072" y="21545"/>
                    <a:pt x="592" y="19327"/>
                    <a:pt x="592" y="17294"/>
                  </a:cubicBezTo>
                  <a:cubicBezTo>
                    <a:pt x="592" y="14188"/>
                    <a:pt x="1220" y="9936"/>
                    <a:pt x="1849" y="6498"/>
                  </a:cubicBezTo>
                  <a:cubicBezTo>
                    <a:pt x="2181" y="4761"/>
                    <a:pt x="2477" y="3245"/>
                    <a:pt x="2736" y="2136"/>
                  </a:cubicBezTo>
                  <a:cubicBezTo>
                    <a:pt x="2847" y="1581"/>
                    <a:pt x="2958" y="1174"/>
                    <a:pt x="3032" y="842"/>
                  </a:cubicBezTo>
                  <a:cubicBezTo>
                    <a:pt x="3036" y="808"/>
                    <a:pt x="3040" y="776"/>
                    <a:pt x="3044" y="746"/>
                  </a:cubicBezTo>
                  <a:close/>
                  <a:moveTo>
                    <a:pt x="2828" y="1"/>
                  </a:moveTo>
                  <a:cubicBezTo>
                    <a:pt x="2782" y="1"/>
                    <a:pt x="2736" y="10"/>
                    <a:pt x="2699" y="28"/>
                  </a:cubicBezTo>
                  <a:cubicBezTo>
                    <a:pt x="2588" y="65"/>
                    <a:pt x="2551" y="139"/>
                    <a:pt x="2514" y="250"/>
                  </a:cubicBezTo>
                  <a:cubicBezTo>
                    <a:pt x="2514" y="250"/>
                    <a:pt x="1886" y="2912"/>
                    <a:pt x="1257" y="6387"/>
                  </a:cubicBezTo>
                  <a:cubicBezTo>
                    <a:pt x="629" y="9862"/>
                    <a:pt x="0" y="14114"/>
                    <a:pt x="0" y="17294"/>
                  </a:cubicBezTo>
                  <a:cubicBezTo>
                    <a:pt x="0" y="20103"/>
                    <a:pt x="813" y="23246"/>
                    <a:pt x="2366" y="25686"/>
                  </a:cubicBezTo>
                  <a:cubicBezTo>
                    <a:pt x="3143" y="26906"/>
                    <a:pt x="4067" y="27978"/>
                    <a:pt x="5213" y="28718"/>
                  </a:cubicBezTo>
                  <a:cubicBezTo>
                    <a:pt x="6322" y="29494"/>
                    <a:pt x="7653" y="29938"/>
                    <a:pt x="9095" y="29938"/>
                  </a:cubicBezTo>
                  <a:cubicBezTo>
                    <a:pt x="9982" y="29938"/>
                    <a:pt x="10943" y="29753"/>
                    <a:pt x="11905" y="29383"/>
                  </a:cubicBezTo>
                  <a:cubicBezTo>
                    <a:pt x="15602" y="28015"/>
                    <a:pt x="17746" y="25390"/>
                    <a:pt x="18929" y="22469"/>
                  </a:cubicBezTo>
                  <a:cubicBezTo>
                    <a:pt x="20112" y="19586"/>
                    <a:pt x="20408" y="16406"/>
                    <a:pt x="20408" y="13929"/>
                  </a:cubicBezTo>
                  <a:cubicBezTo>
                    <a:pt x="20408" y="9012"/>
                    <a:pt x="20112" y="2283"/>
                    <a:pt x="20112" y="2283"/>
                  </a:cubicBezTo>
                  <a:cubicBezTo>
                    <a:pt x="20112" y="2136"/>
                    <a:pt x="20038" y="2062"/>
                    <a:pt x="19927" y="1988"/>
                  </a:cubicBezTo>
                  <a:cubicBezTo>
                    <a:pt x="19906" y="1977"/>
                    <a:pt x="19878" y="1972"/>
                    <a:pt x="19847" y="1972"/>
                  </a:cubicBezTo>
                  <a:cubicBezTo>
                    <a:pt x="19773" y="1972"/>
                    <a:pt x="19684" y="1999"/>
                    <a:pt x="19631" y="2025"/>
                  </a:cubicBezTo>
                  <a:lnTo>
                    <a:pt x="19594" y="2062"/>
                  </a:lnTo>
                  <a:cubicBezTo>
                    <a:pt x="19410" y="2210"/>
                    <a:pt x="17524" y="3577"/>
                    <a:pt x="14493" y="3577"/>
                  </a:cubicBezTo>
                  <a:cubicBezTo>
                    <a:pt x="13420" y="3577"/>
                    <a:pt x="12237" y="3393"/>
                    <a:pt x="10943" y="2986"/>
                  </a:cubicBezTo>
                  <a:cubicBezTo>
                    <a:pt x="8208" y="2062"/>
                    <a:pt x="6211" y="1322"/>
                    <a:pt x="4880" y="805"/>
                  </a:cubicBezTo>
                  <a:cubicBezTo>
                    <a:pt x="4215" y="583"/>
                    <a:pt x="3734" y="361"/>
                    <a:pt x="3438" y="250"/>
                  </a:cubicBezTo>
                  <a:cubicBezTo>
                    <a:pt x="3253" y="176"/>
                    <a:pt x="3143" y="102"/>
                    <a:pt x="3069" y="102"/>
                  </a:cubicBezTo>
                  <a:cubicBezTo>
                    <a:pt x="2995" y="65"/>
                    <a:pt x="2958" y="28"/>
                    <a:pt x="2958" y="28"/>
                  </a:cubicBezTo>
                  <a:cubicBezTo>
                    <a:pt x="2921" y="10"/>
                    <a:pt x="2875" y="1"/>
                    <a:pt x="28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910;p37">
              <a:extLst>
                <a:ext uri="{FF2B5EF4-FFF2-40B4-BE49-F238E27FC236}">
                  <a16:creationId xmlns:a16="http://schemas.microsoft.com/office/drawing/2014/main" id="{EDCE6887-1B80-DF77-9E02-346CA76E08C8}"/>
                </a:ext>
              </a:extLst>
            </p:cNvPr>
            <p:cNvSpPr/>
            <p:nvPr/>
          </p:nvSpPr>
          <p:spPr>
            <a:xfrm>
              <a:off x="5354875" y="2859575"/>
              <a:ext cx="133125" cy="419400"/>
            </a:xfrm>
            <a:custGeom>
              <a:avLst/>
              <a:gdLst/>
              <a:ahLst/>
              <a:cxnLst/>
              <a:rect l="l" t="t" r="r" b="b"/>
              <a:pathLst>
                <a:path w="5325" h="16776" extrusionOk="0">
                  <a:moveTo>
                    <a:pt x="4991" y="0"/>
                  </a:moveTo>
                  <a:cubicBezTo>
                    <a:pt x="4895" y="0"/>
                    <a:pt x="4800" y="49"/>
                    <a:pt x="4733" y="139"/>
                  </a:cubicBezTo>
                  <a:cubicBezTo>
                    <a:pt x="4733" y="139"/>
                    <a:pt x="1332" y="4649"/>
                    <a:pt x="334" y="9234"/>
                  </a:cubicBezTo>
                  <a:cubicBezTo>
                    <a:pt x="112" y="10343"/>
                    <a:pt x="1" y="11341"/>
                    <a:pt x="1" y="12228"/>
                  </a:cubicBezTo>
                  <a:cubicBezTo>
                    <a:pt x="1" y="15001"/>
                    <a:pt x="925" y="16591"/>
                    <a:pt x="925" y="16628"/>
                  </a:cubicBezTo>
                  <a:cubicBezTo>
                    <a:pt x="999" y="16726"/>
                    <a:pt x="1106" y="16776"/>
                    <a:pt x="1213" y="16776"/>
                  </a:cubicBezTo>
                  <a:cubicBezTo>
                    <a:pt x="1266" y="16776"/>
                    <a:pt x="1319" y="16763"/>
                    <a:pt x="1369" y="16739"/>
                  </a:cubicBezTo>
                  <a:cubicBezTo>
                    <a:pt x="1517" y="16665"/>
                    <a:pt x="1554" y="16443"/>
                    <a:pt x="1480" y="16295"/>
                  </a:cubicBezTo>
                  <a:cubicBezTo>
                    <a:pt x="1369" y="16147"/>
                    <a:pt x="629" y="14705"/>
                    <a:pt x="629" y="12228"/>
                  </a:cubicBezTo>
                  <a:cubicBezTo>
                    <a:pt x="629" y="11378"/>
                    <a:pt x="703" y="10417"/>
                    <a:pt x="925" y="9382"/>
                  </a:cubicBezTo>
                  <a:cubicBezTo>
                    <a:pt x="1406" y="7163"/>
                    <a:pt x="2478" y="4945"/>
                    <a:pt x="3439" y="3281"/>
                  </a:cubicBezTo>
                  <a:cubicBezTo>
                    <a:pt x="3920" y="2431"/>
                    <a:pt x="4363" y="1729"/>
                    <a:pt x="4696" y="1248"/>
                  </a:cubicBezTo>
                  <a:cubicBezTo>
                    <a:pt x="4881" y="1026"/>
                    <a:pt x="4992" y="841"/>
                    <a:pt x="5103" y="693"/>
                  </a:cubicBezTo>
                  <a:cubicBezTo>
                    <a:pt x="5177" y="582"/>
                    <a:pt x="5251" y="509"/>
                    <a:pt x="5251" y="509"/>
                  </a:cubicBezTo>
                  <a:cubicBezTo>
                    <a:pt x="5325" y="361"/>
                    <a:pt x="5325" y="176"/>
                    <a:pt x="5177" y="65"/>
                  </a:cubicBezTo>
                  <a:cubicBezTo>
                    <a:pt x="5118" y="21"/>
                    <a:pt x="5054" y="0"/>
                    <a:pt x="499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911;p37">
              <a:extLst>
                <a:ext uri="{FF2B5EF4-FFF2-40B4-BE49-F238E27FC236}">
                  <a16:creationId xmlns:a16="http://schemas.microsoft.com/office/drawing/2014/main" id="{247CE4BA-DC26-E86F-9A61-E01FC904C425}"/>
                </a:ext>
              </a:extLst>
            </p:cNvPr>
            <p:cNvSpPr/>
            <p:nvPr/>
          </p:nvSpPr>
          <p:spPr>
            <a:xfrm>
              <a:off x="3913950" y="2701900"/>
              <a:ext cx="2461350" cy="2225975"/>
            </a:xfrm>
            <a:custGeom>
              <a:avLst/>
              <a:gdLst/>
              <a:ahLst/>
              <a:cxnLst/>
              <a:rect l="l" t="t" r="r" b="b"/>
              <a:pathLst>
                <a:path w="98454" h="89039" extrusionOk="0">
                  <a:moveTo>
                    <a:pt x="45813" y="0"/>
                  </a:moveTo>
                  <a:cubicBezTo>
                    <a:pt x="45788" y="0"/>
                    <a:pt x="45770" y="13"/>
                    <a:pt x="45770" y="13"/>
                  </a:cubicBezTo>
                  <a:cubicBezTo>
                    <a:pt x="45770" y="13"/>
                    <a:pt x="18819" y="457"/>
                    <a:pt x="16859" y="567"/>
                  </a:cubicBezTo>
                  <a:cubicBezTo>
                    <a:pt x="14863" y="715"/>
                    <a:pt x="15713" y="14210"/>
                    <a:pt x="15713" y="33434"/>
                  </a:cubicBezTo>
                  <a:cubicBezTo>
                    <a:pt x="15713" y="51106"/>
                    <a:pt x="2219" y="83863"/>
                    <a:pt x="1" y="89038"/>
                  </a:cubicBezTo>
                  <a:lnTo>
                    <a:pt x="25584" y="89038"/>
                  </a:lnTo>
                  <a:cubicBezTo>
                    <a:pt x="26398" y="85489"/>
                    <a:pt x="30280" y="69259"/>
                    <a:pt x="33126" y="60423"/>
                  </a:cubicBezTo>
                  <a:cubicBezTo>
                    <a:pt x="36380" y="50441"/>
                    <a:pt x="40594" y="38093"/>
                    <a:pt x="41408" y="30625"/>
                  </a:cubicBezTo>
                  <a:cubicBezTo>
                    <a:pt x="42258" y="23194"/>
                    <a:pt x="45770" y="3377"/>
                    <a:pt x="45770" y="3377"/>
                  </a:cubicBezTo>
                  <a:cubicBezTo>
                    <a:pt x="46226" y="275"/>
                    <a:pt x="45932" y="0"/>
                    <a:pt x="45813" y="0"/>
                  </a:cubicBezTo>
                  <a:close/>
                  <a:moveTo>
                    <a:pt x="67668" y="1054"/>
                  </a:moveTo>
                  <a:cubicBezTo>
                    <a:pt x="63932" y="1054"/>
                    <a:pt x="63331" y="2426"/>
                    <a:pt x="63331" y="4375"/>
                  </a:cubicBezTo>
                  <a:cubicBezTo>
                    <a:pt x="63331" y="4375"/>
                    <a:pt x="62629" y="13211"/>
                    <a:pt x="61779" y="26854"/>
                  </a:cubicBezTo>
                  <a:cubicBezTo>
                    <a:pt x="60928" y="40459"/>
                    <a:pt x="57564" y="57059"/>
                    <a:pt x="53238" y="68150"/>
                  </a:cubicBezTo>
                  <a:cubicBezTo>
                    <a:pt x="48876" y="79241"/>
                    <a:pt x="49024" y="85970"/>
                    <a:pt x="49135" y="88077"/>
                  </a:cubicBezTo>
                  <a:cubicBezTo>
                    <a:pt x="49172" y="88447"/>
                    <a:pt x="49209" y="88780"/>
                    <a:pt x="49209" y="89038"/>
                  </a:cubicBezTo>
                  <a:lnTo>
                    <a:pt x="68766" y="89038"/>
                  </a:lnTo>
                  <a:cubicBezTo>
                    <a:pt x="68248" y="85896"/>
                    <a:pt x="67990" y="78465"/>
                    <a:pt x="72759" y="65451"/>
                  </a:cubicBezTo>
                  <a:cubicBezTo>
                    <a:pt x="72759" y="65451"/>
                    <a:pt x="72759" y="77134"/>
                    <a:pt x="73868" y="80498"/>
                  </a:cubicBezTo>
                  <a:cubicBezTo>
                    <a:pt x="74489" y="82381"/>
                    <a:pt x="74727" y="83383"/>
                    <a:pt x="75575" y="83383"/>
                  </a:cubicBezTo>
                  <a:cubicBezTo>
                    <a:pt x="76242" y="83383"/>
                    <a:pt x="77286" y="82762"/>
                    <a:pt x="79192" y="81459"/>
                  </a:cubicBezTo>
                  <a:cubicBezTo>
                    <a:pt x="83554" y="78539"/>
                    <a:pt x="98453" y="59425"/>
                    <a:pt x="98453" y="59425"/>
                  </a:cubicBezTo>
                  <a:lnTo>
                    <a:pt x="98453" y="53103"/>
                  </a:lnTo>
                  <a:cubicBezTo>
                    <a:pt x="98453" y="53103"/>
                    <a:pt x="92538" y="56615"/>
                    <a:pt x="88323" y="58722"/>
                  </a:cubicBezTo>
                  <a:cubicBezTo>
                    <a:pt x="87504" y="59132"/>
                    <a:pt x="86834" y="59335"/>
                    <a:pt x="86294" y="59335"/>
                  </a:cubicBezTo>
                  <a:cubicBezTo>
                    <a:pt x="84060" y="59335"/>
                    <a:pt x="84066" y="55855"/>
                    <a:pt x="84959" y="49184"/>
                  </a:cubicBezTo>
                  <a:cubicBezTo>
                    <a:pt x="86068" y="40903"/>
                    <a:pt x="95791" y="9440"/>
                    <a:pt x="95902" y="7185"/>
                  </a:cubicBezTo>
                  <a:cubicBezTo>
                    <a:pt x="96050" y="4930"/>
                    <a:pt x="79192" y="2564"/>
                    <a:pt x="71761" y="1418"/>
                  </a:cubicBezTo>
                  <a:cubicBezTo>
                    <a:pt x="70093" y="1169"/>
                    <a:pt x="68749" y="1054"/>
                    <a:pt x="67668" y="105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912;p37">
              <a:extLst>
                <a:ext uri="{FF2B5EF4-FFF2-40B4-BE49-F238E27FC236}">
                  <a16:creationId xmlns:a16="http://schemas.microsoft.com/office/drawing/2014/main" id="{C94B60E2-47C0-6BE7-8D38-79358CA3A0F8}"/>
                </a:ext>
              </a:extLst>
            </p:cNvPr>
            <p:cNvSpPr/>
            <p:nvPr/>
          </p:nvSpPr>
          <p:spPr>
            <a:xfrm>
              <a:off x="5139525" y="3731850"/>
              <a:ext cx="1235775" cy="1196025"/>
            </a:xfrm>
            <a:custGeom>
              <a:avLst/>
              <a:gdLst/>
              <a:ahLst/>
              <a:cxnLst/>
              <a:rect l="l" t="t" r="r" b="b"/>
              <a:pathLst>
                <a:path w="49431" h="47841" extrusionOk="0">
                  <a:moveTo>
                    <a:pt x="32276" y="0"/>
                  </a:moveTo>
                  <a:cubicBezTo>
                    <a:pt x="32276" y="0"/>
                    <a:pt x="14678" y="31388"/>
                    <a:pt x="5842" y="37969"/>
                  </a:cubicBezTo>
                  <a:cubicBezTo>
                    <a:pt x="3883" y="39448"/>
                    <a:pt x="1960" y="40779"/>
                    <a:pt x="259" y="42073"/>
                  </a:cubicBezTo>
                  <a:cubicBezTo>
                    <a:pt x="1" y="44402"/>
                    <a:pt x="75" y="46029"/>
                    <a:pt x="112" y="46879"/>
                  </a:cubicBezTo>
                  <a:cubicBezTo>
                    <a:pt x="149" y="47249"/>
                    <a:pt x="186" y="47582"/>
                    <a:pt x="186" y="47840"/>
                  </a:cubicBezTo>
                  <a:lnTo>
                    <a:pt x="19743" y="47840"/>
                  </a:lnTo>
                  <a:cubicBezTo>
                    <a:pt x="19225" y="44698"/>
                    <a:pt x="18967" y="37267"/>
                    <a:pt x="23736" y="24253"/>
                  </a:cubicBezTo>
                  <a:cubicBezTo>
                    <a:pt x="23736" y="24253"/>
                    <a:pt x="23736" y="35936"/>
                    <a:pt x="24845" y="39300"/>
                  </a:cubicBezTo>
                  <a:cubicBezTo>
                    <a:pt x="25466" y="41183"/>
                    <a:pt x="25704" y="42185"/>
                    <a:pt x="26552" y="42185"/>
                  </a:cubicBezTo>
                  <a:cubicBezTo>
                    <a:pt x="27219" y="42185"/>
                    <a:pt x="28263" y="41564"/>
                    <a:pt x="30169" y="40261"/>
                  </a:cubicBezTo>
                  <a:cubicBezTo>
                    <a:pt x="34531" y="37341"/>
                    <a:pt x="49430" y="18227"/>
                    <a:pt x="49430" y="18227"/>
                  </a:cubicBezTo>
                  <a:lnTo>
                    <a:pt x="49430" y="11905"/>
                  </a:lnTo>
                  <a:cubicBezTo>
                    <a:pt x="49430" y="11905"/>
                    <a:pt x="43515" y="15417"/>
                    <a:pt x="39300" y="17524"/>
                  </a:cubicBezTo>
                  <a:cubicBezTo>
                    <a:pt x="38481" y="17934"/>
                    <a:pt x="37811" y="18137"/>
                    <a:pt x="37271" y="18137"/>
                  </a:cubicBezTo>
                  <a:cubicBezTo>
                    <a:pt x="35037" y="18137"/>
                    <a:pt x="35043" y="14657"/>
                    <a:pt x="35936" y="7986"/>
                  </a:cubicBezTo>
                  <a:cubicBezTo>
                    <a:pt x="36158" y="6396"/>
                    <a:pt x="36676" y="3919"/>
                    <a:pt x="37415" y="962"/>
                  </a:cubicBezTo>
                  <a:lnTo>
                    <a:pt x="32276"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13;p37">
              <a:extLst>
                <a:ext uri="{FF2B5EF4-FFF2-40B4-BE49-F238E27FC236}">
                  <a16:creationId xmlns:a16="http://schemas.microsoft.com/office/drawing/2014/main" id="{CA0B888E-AC4F-0C7B-403E-33F2F5063D03}"/>
                </a:ext>
              </a:extLst>
            </p:cNvPr>
            <p:cNvSpPr/>
            <p:nvPr/>
          </p:nvSpPr>
          <p:spPr>
            <a:xfrm>
              <a:off x="3913950" y="3766050"/>
              <a:ext cx="429825" cy="1161825"/>
            </a:xfrm>
            <a:custGeom>
              <a:avLst/>
              <a:gdLst/>
              <a:ahLst/>
              <a:cxnLst/>
              <a:rect l="l" t="t" r="r" b="b"/>
              <a:pathLst>
                <a:path w="17193" h="46473" extrusionOk="0">
                  <a:moveTo>
                    <a:pt x="17192" y="0"/>
                  </a:moveTo>
                  <a:lnTo>
                    <a:pt x="13162" y="8097"/>
                  </a:lnTo>
                  <a:cubicBezTo>
                    <a:pt x="9095" y="24549"/>
                    <a:pt x="1590" y="42738"/>
                    <a:pt x="1" y="46472"/>
                  </a:cubicBezTo>
                  <a:lnTo>
                    <a:pt x="6101" y="46472"/>
                  </a:lnTo>
                  <a:lnTo>
                    <a:pt x="17192"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914;p37">
              <a:extLst>
                <a:ext uri="{FF2B5EF4-FFF2-40B4-BE49-F238E27FC236}">
                  <a16:creationId xmlns:a16="http://schemas.microsoft.com/office/drawing/2014/main" id="{70719B88-B820-E68A-112E-F1248C90C2F0}"/>
                </a:ext>
              </a:extLst>
            </p:cNvPr>
            <p:cNvSpPr/>
            <p:nvPr/>
          </p:nvSpPr>
          <p:spPr>
            <a:xfrm>
              <a:off x="5142300" y="4519325"/>
              <a:ext cx="933525" cy="401150"/>
            </a:xfrm>
            <a:custGeom>
              <a:avLst/>
              <a:gdLst/>
              <a:ahLst/>
              <a:cxnLst/>
              <a:rect l="l" t="t" r="r" b="b"/>
              <a:pathLst>
                <a:path w="37341" h="16046" extrusionOk="0">
                  <a:moveTo>
                    <a:pt x="24142" y="777"/>
                  </a:moveTo>
                  <a:lnTo>
                    <a:pt x="24142" y="777"/>
                  </a:lnTo>
                  <a:cubicBezTo>
                    <a:pt x="24216" y="1886"/>
                    <a:pt x="24290" y="2995"/>
                    <a:pt x="24401" y="3993"/>
                  </a:cubicBezTo>
                  <a:cubicBezTo>
                    <a:pt x="24549" y="5546"/>
                    <a:pt x="24771" y="6914"/>
                    <a:pt x="25030" y="7690"/>
                  </a:cubicBezTo>
                  <a:cubicBezTo>
                    <a:pt x="25252" y="8430"/>
                    <a:pt x="25436" y="8984"/>
                    <a:pt x="25621" y="9428"/>
                  </a:cubicBezTo>
                  <a:cubicBezTo>
                    <a:pt x="25769" y="9872"/>
                    <a:pt x="25954" y="10167"/>
                    <a:pt x="26102" y="10278"/>
                  </a:cubicBezTo>
                  <a:cubicBezTo>
                    <a:pt x="26213" y="10352"/>
                    <a:pt x="26287" y="10389"/>
                    <a:pt x="26435" y="10389"/>
                  </a:cubicBezTo>
                  <a:lnTo>
                    <a:pt x="26472" y="10389"/>
                  </a:lnTo>
                  <a:cubicBezTo>
                    <a:pt x="26693" y="10389"/>
                    <a:pt x="27100" y="10241"/>
                    <a:pt x="27655" y="9945"/>
                  </a:cubicBezTo>
                  <a:cubicBezTo>
                    <a:pt x="28209" y="9650"/>
                    <a:pt x="28949" y="9169"/>
                    <a:pt x="29910" y="8541"/>
                  </a:cubicBezTo>
                  <a:cubicBezTo>
                    <a:pt x="30797" y="7912"/>
                    <a:pt x="32276" y="6507"/>
                    <a:pt x="33940" y="4696"/>
                  </a:cubicBezTo>
                  <a:cubicBezTo>
                    <a:pt x="35012" y="3550"/>
                    <a:pt x="36158" y="2256"/>
                    <a:pt x="37341" y="888"/>
                  </a:cubicBezTo>
                  <a:lnTo>
                    <a:pt x="24142" y="777"/>
                  </a:lnTo>
                  <a:close/>
                  <a:moveTo>
                    <a:pt x="11868" y="0"/>
                  </a:moveTo>
                  <a:cubicBezTo>
                    <a:pt x="9613" y="2847"/>
                    <a:pt x="7506" y="5176"/>
                    <a:pt x="5731" y="6470"/>
                  </a:cubicBezTo>
                  <a:cubicBezTo>
                    <a:pt x="3883" y="7875"/>
                    <a:pt x="2108" y="9132"/>
                    <a:pt x="481" y="10315"/>
                  </a:cubicBezTo>
                  <a:cubicBezTo>
                    <a:pt x="333" y="11757"/>
                    <a:pt x="259" y="12940"/>
                    <a:pt x="259" y="13827"/>
                  </a:cubicBezTo>
                  <a:cubicBezTo>
                    <a:pt x="259" y="14493"/>
                    <a:pt x="296" y="15010"/>
                    <a:pt x="333" y="15343"/>
                  </a:cubicBezTo>
                  <a:lnTo>
                    <a:pt x="1" y="15380"/>
                  </a:lnTo>
                  <a:lnTo>
                    <a:pt x="333" y="15380"/>
                  </a:lnTo>
                  <a:cubicBezTo>
                    <a:pt x="333" y="15602"/>
                    <a:pt x="370" y="15824"/>
                    <a:pt x="370" y="16046"/>
                  </a:cubicBezTo>
                  <a:lnTo>
                    <a:pt x="19299" y="16046"/>
                  </a:lnTo>
                  <a:cubicBezTo>
                    <a:pt x="19151" y="15195"/>
                    <a:pt x="19077" y="14086"/>
                    <a:pt x="19077" y="12681"/>
                  </a:cubicBezTo>
                  <a:cubicBezTo>
                    <a:pt x="19077" y="9872"/>
                    <a:pt x="19447" y="5953"/>
                    <a:pt x="20778" y="740"/>
                  </a:cubicBezTo>
                  <a:lnTo>
                    <a:pt x="13273" y="666"/>
                  </a:lnTo>
                  <a:cubicBezTo>
                    <a:pt x="12682" y="666"/>
                    <a:pt x="12201" y="407"/>
                    <a:pt x="11868"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1915;p37">
              <a:extLst>
                <a:ext uri="{FF2B5EF4-FFF2-40B4-BE49-F238E27FC236}">
                  <a16:creationId xmlns:a16="http://schemas.microsoft.com/office/drawing/2014/main" id="{1D9CFF15-B1F1-1BCA-8FA2-A8E66EF91F15}"/>
                </a:ext>
              </a:extLst>
            </p:cNvPr>
            <p:cNvSpPr/>
            <p:nvPr/>
          </p:nvSpPr>
          <p:spPr>
            <a:xfrm>
              <a:off x="3925975" y="4024850"/>
              <a:ext cx="355850" cy="895625"/>
            </a:xfrm>
            <a:custGeom>
              <a:avLst/>
              <a:gdLst/>
              <a:ahLst/>
              <a:cxnLst/>
              <a:rect l="l" t="t" r="r" b="b"/>
              <a:pathLst>
                <a:path w="14234" h="35825" extrusionOk="0">
                  <a:moveTo>
                    <a:pt x="14234" y="0"/>
                  </a:moveTo>
                  <a:lnTo>
                    <a:pt x="11498" y="8060"/>
                  </a:lnTo>
                  <a:lnTo>
                    <a:pt x="12348" y="7912"/>
                  </a:lnTo>
                  <a:lnTo>
                    <a:pt x="14234" y="0"/>
                  </a:lnTo>
                  <a:close/>
                  <a:moveTo>
                    <a:pt x="7727" y="27358"/>
                  </a:moveTo>
                  <a:lnTo>
                    <a:pt x="7727" y="27358"/>
                  </a:lnTo>
                  <a:cubicBezTo>
                    <a:pt x="5805" y="27913"/>
                    <a:pt x="4104" y="28394"/>
                    <a:pt x="2847" y="28726"/>
                  </a:cubicBezTo>
                  <a:cubicBezTo>
                    <a:pt x="1590" y="31980"/>
                    <a:pt x="555" y="34457"/>
                    <a:pt x="0" y="35825"/>
                  </a:cubicBezTo>
                  <a:lnTo>
                    <a:pt x="5694" y="35825"/>
                  </a:lnTo>
                  <a:lnTo>
                    <a:pt x="7727" y="27358"/>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1916;p37">
              <a:extLst>
                <a:ext uri="{FF2B5EF4-FFF2-40B4-BE49-F238E27FC236}">
                  <a16:creationId xmlns:a16="http://schemas.microsoft.com/office/drawing/2014/main" id="{EE90C306-A75D-3FFF-42DD-E5344F70F247}"/>
                </a:ext>
              </a:extLst>
            </p:cNvPr>
            <p:cNvSpPr/>
            <p:nvPr/>
          </p:nvSpPr>
          <p:spPr>
            <a:xfrm>
              <a:off x="3906550" y="2694575"/>
              <a:ext cx="2476150" cy="2241625"/>
            </a:xfrm>
            <a:custGeom>
              <a:avLst/>
              <a:gdLst/>
              <a:ahLst/>
              <a:cxnLst/>
              <a:rect l="l" t="t" r="r" b="b"/>
              <a:pathLst>
                <a:path w="99046" h="89665" extrusionOk="0">
                  <a:moveTo>
                    <a:pt x="25427" y="29501"/>
                  </a:moveTo>
                  <a:cubicBezTo>
                    <a:pt x="25333" y="29501"/>
                    <a:pt x="25243" y="29537"/>
                    <a:pt x="25178" y="29624"/>
                  </a:cubicBezTo>
                  <a:lnTo>
                    <a:pt x="20704" y="35502"/>
                  </a:lnTo>
                  <a:cubicBezTo>
                    <a:pt x="20594" y="35650"/>
                    <a:pt x="20594" y="35835"/>
                    <a:pt x="20741" y="35946"/>
                  </a:cubicBezTo>
                  <a:cubicBezTo>
                    <a:pt x="20803" y="35992"/>
                    <a:pt x="20872" y="36013"/>
                    <a:pt x="20939" y="36013"/>
                  </a:cubicBezTo>
                  <a:cubicBezTo>
                    <a:pt x="21031" y="36013"/>
                    <a:pt x="21121" y="35973"/>
                    <a:pt x="21185" y="35909"/>
                  </a:cubicBezTo>
                  <a:lnTo>
                    <a:pt x="25659" y="29993"/>
                  </a:lnTo>
                  <a:cubicBezTo>
                    <a:pt x="25769" y="29846"/>
                    <a:pt x="25732" y="29661"/>
                    <a:pt x="25622" y="29550"/>
                  </a:cubicBezTo>
                  <a:cubicBezTo>
                    <a:pt x="25560" y="29519"/>
                    <a:pt x="25493" y="29501"/>
                    <a:pt x="25427" y="29501"/>
                  </a:cubicBezTo>
                  <a:close/>
                  <a:moveTo>
                    <a:pt x="84879" y="20321"/>
                  </a:moveTo>
                  <a:cubicBezTo>
                    <a:pt x="84739" y="20321"/>
                    <a:pt x="84619" y="20421"/>
                    <a:pt x="84590" y="20566"/>
                  </a:cubicBezTo>
                  <a:lnTo>
                    <a:pt x="79044" y="41196"/>
                  </a:lnTo>
                  <a:cubicBezTo>
                    <a:pt x="79007" y="41343"/>
                    <a:pt x="79118" y="41528"/>
                    <a:pt x="79266" y="41565"/>
                  </a:cubicBezTo>
                  <a:cubicBezTo>
                    <a:pt x="79297" y="41571"/>
                    <a:pt x="79326" y="41574"/>
                    <a:pt x="79355" y="41574"/>
                  </a:cubicBezTo>
                  <a:cubicBezTo>
                    <a:pt x="79497" y="41574"/>
                    <a:pt x="79605" y="41497"/>
                    <a:pt x="79636" y="41343"/>
                  </a:cubicBezTo>
                  <a:lnTo>
                    <a:pt x="85181" y="20714"/>
                  </a:lnTo>
                  <a:cubicBezTo>
                    <a:pt x="85255" y="20529"/>
                    <a:pt x="85144" y="20381"/>
                    <a:pt x="84996" y="20344"/>
                  </a:cubicBezTo>
                  <a:cubicBezTo>
                    <a:pt x="84957" y="20328"/>
                    <a:pt x="84917" y="20321"/>
                    <a:pt x="84879" y="20321"/>
                  </a:cubicBezTo>
                  <a:close/>
                  <a:moveTo>
                    <a:pt x="45982" y="639"/>
                  </a:moveTo>
                  <a:cubicBezTo>
                    <a:pt x="46008" y="736"/>
                    <a:pt x="46029" y="896"/>
                    <a:pt x="46029" y="1119"/>
                  </a:cubicBezTo>
                  <a:cubicBezTo>
                    <a:pt x="46029" y="1600"/>
                    <a:pt x="45955" y="2376"/>
                    <a:pt x="45771" y="3633"/>
                  </a:cubicBezTo>
                  <a:cubicBezTo>
                    <a:pt x="45771" y="3633"/>
                    <a:pt x="42258" y="23413"/>
                    <a:pt x="41408" y="30881"/>
                  </a:cubicBezTo>
                  <a:cubicBezTo>
                    <a:pt x="40595" y="38275"/>
                    <a:pt x="36380" y="50623"/>
                    <a:pt x="33127" y="60605"/>
                  </a:cubicBezTo>
                  <a:cubicBezTo>
                    <a:pt x="30343" y="69280"/>
                    <a:pt x="26571" y="84987"/>
                    <a:pt x="25644" y="89036"/>
                  </a:cubicBezTo>
                  <a:lnTo>
                    <a:pt x="779" y="89036"/>
                  </a:lnTo>
                  <a:cubicBezTo>
                    <a:pt x="2092" y="85905"/>
                    <a:pt x="5803" y="76838"/>
                    <a:pt x="9281" y="66336"/>
                  </a:cubicBezTo>
                  <a:cubicBezTo>
                    <a:pt x="12941" y="55244"/>
                    <a:pt x="16305" y="42637"/>
                    <a:pt x="16342" y="33727"/>
                  </a:cubicBezTo>
                  <a:cubicBezTo>
                    <a:pt x="16342" y="24854"/>
                    <a:pt x="16157" y="17202"/>
                    <a:pt x="16157" y="11545"/>
                  </a:cubicBezTo>
                  <a:cubicBezTo>
                    <a:pt x="16157" y="8218"/>
                    <a:pt x="16194" y="5593"/>
                    <a:pt x="16416" y="3781"/>
                  </a:cubicBezTo>
                  <a:cubicBezTo>
                    <a:pt x="16490" y="2894"/>
                    <a:pt x="16638" y="2191"/>
                    <a:pt x="16786" y="1748"/>
                  </a:cubicBezTo>
                  <a:cubicBezTo>
                    <a:pt x="16860" y="1526"/>
                    <a:pt x="16933" y="1378"/>
                    <a:pt x="17007" y="1267"/>
                  </a:cubicBezTo>
                  <a:cubicBezTo>
                    <a:pt x="17081" y="1193"/>
                    <a:pt x="17118" y="1193"/>
                    <a:pt x="17155" y="1193"/>
                  </a:cubicBezTo>
                  <a:cubicBezTo>
                    <a:pt x="17636" y="1156"/>
                    <a:pt x="19706" y="1082"/>
                    <a:pt x="22516" y="1045"/>
                  </a:cubicBezTo>
                  <a:cubicBezTo>
                    <a:pt x="26694" y="934"/>
                    <a:pt x="32609" y="860"/>
                    <a:pt x="37452" y="750"/>
                  </a:cubicBezTo>
                  <a:cubicBezTo>
                    <a:pt x="39855" y="713"/>
                    <a:pt x="42036" y="676"/>
                    <a:pt x="43589" y="676"/>
                  </a:cubicBezTo>
                  <a:cubicBezTo>
                    <a:pt x="44869" y="645"/>
                    <a:pt x="45721" y="640"/>
                    <a:pt x="45982" y="639"/>
                  </a:cubicBezTo>
                  <a:close/>
                  <a:moveTo>
                    <a:pt x="67916" y="1637"/>
                  </a:moveTo>
                  <a:cubicBezTo>
                    <a:pt x="68988" y="1637"/>
                    <a:pt x="70319" y="1785"/>
                    <a:pt x="72020" y="2007"/>
                  </a:cubicBezTo>
                  <a:cubicBezTo>
                    <a:pt x="75717" y="2598"/>
                    <a:pt x="81743" y="3448"/>
                    <a:pt x="86845" y="4484"/>
                  </a:cubicBezTo>
                  <a:cubicBezTo>
                    <a:pt x="89396" y="4964"/>
                    <a:pt x="91725" y="5519"/>
                    <a:pt x="93389" y="6073"/>
                  </a:cubicBezTo>
                  <a:cubicBezTo>
                    <a:pt x="94202" y="6332"/>
                    <a:pt x="94867" y="6591"/>
                    <a:pt x="95311" y="6887"/>
                  </a:cubicBezTo>
                  <a:cubicBezTo>
                    <a:pt x="95533" y="6998"/>
                    <a:pt x="95681" y="7109"/>
                    <a:pt x="95792" y="7219"/>
                  </a:cubicBezTo>
                  <a:cubicBezTo>
                    <a:pt x="95903" y="7330"/>
                    <a:pt x="95903" y="7404"/>
                    <a:pt x="95903" y="7441"/>
                  </a:cubicBezTo>
                  <a:cubicBezTo>
                    <a:pt x="95903" y="7552"/>
                    <a:pt x="95866" y="7811"/>
                    <a:pt x="95792" y="8144"/>
                  </a:cubicBezTo>
                  <a:cubicBezTo>
                    <a:pt x="95200" y="10806"/>
                    <a:pt x="92760" y="19198"/>
                    <a:pt x="90320" y="27849"/>
                  </a:cubicBezTo>
                  <a:cubicBezTo>
                    <a:pt x="87880" y="36537"/>
                    <a:pt x="85477" y="45484"/>
                    <a:pt x="84959" y="49440"/>
                  </a:cubicBezTo>
                  <a:cubicBezTo>
                    <a:pt x="84590" y="52028"/>
                    <a:pt x="84368" y="54135"/>
                    <a:pt x="84368" y="55762"/>
                  </a:cubicBezTo>
                  <a:cubicBezTo>
                    <a:pt x="84368" y="57056"/>
                    <a:pt x="84516" y="58054"/>
                    <a:pt x="84848" y="58794"/>
                  </a:cubicBezTo>
                  <a:cubicBezTo>
                    <a:pt x="85033" y="59163"/>
                    <a:pt x="85255" y="59459"/>
                    <a:pt x="85551" y="59644"/>
                  </a:cubicBezTo>
                  <a:cubicBezTo>
                    <a:pt x="85847" y="59829"/>
                    <a:pt x="86216" y="59940"/>
                    <a:pt x="86586" y="59940"/>
                  </a:cubicBezTo>
                  <a:cubicBezTo>
                    <a:pt x="87215" y="59940"/>
                    <a:pt x="87917" y="59718"/>
                    <a:pt x="88767" y="59311"/>
                  </a:cubicBezTo>
                  <a:cubicBezTo>
                    <a:pt x="92261" y="57533"/>
                    <a:pt x="96924" y="54816"/>
                    <a:pt x="98417" y="53938"/>
                  </a:cubicBezTo>
                  <a:lnTo>
                    <a:pt x="98417" y="53938"/>
                  </a:lnTo>
                  <a:lnTo>
                    <a:pt x="98417" y="59631"/>
                  </a:lnTo>
                  <a:lnTo>
                    <a:pt x="98417" y="59631"/>
                  </a:lnTo>
                  <a:cubicBezTo>
                    <a:pt x="98320" y="59757"/>
                    <a:pt x="98132" y="60003"/>
                    <a:pt x="97862" y="60346"/>
                  </a:cubicBezTo>
                  <a:cubicBezTo>
                    <a:pt x="96383" y="62195"/>
                    <a:pt x="92686" y="66853"/>
                    <a:pt x="88878" y="71364"/>
                  </a:cubicBezTo>
                  <a:cubicBezTo>
                    <a:pt x="86993" y="73619"/>
                    <a:pt x="85070" y="75874"/>
                    <a:pt x="83370" y="77686"/>
                  </a:cubicBezTo>
                  <a:cubicBezTo>
                    <a:pt x="81706" y="79497"/>
                    <a:pt x="80227" y="80902"/>
                    <a:pt x="79340" y="81531"/>
                  </a:cubicBezTo>
                  <a:cubicBezTo>
                    <a:pt x="78379" y="82159"/>
                    <a:pt x="77639" y="82640"/>
                    <a:pt x="77085" y="82935"/>
                  </a:cubicBezTo>
                  <a:cubicBezTo>
                    <a:pt x="76493" y="83268"/>
                    <a:pt x="76123" y="83379"/>
                    <a:pt x="75865" y="83379"/>
                  </a:cubicBezTo>
                  <a:cubicBezTo>
                    <a:pt x="75717" y="83379"/>
                    <a:pt x="75643" y="83342"/>
                    <a:pt x="75532" y="83268"/>
                  </a:cubicBezTo>
                  <a:cubicBezTo>
                    <a:pt x="75384" y="83157"/>
                    <a:pt x="75199" y="82862"/>
                    <a:pt x="75051" y="82418"/>
                  </a:cubicBezTo>
                  <a:cubicBezTo>
                    <a:pt x="74866" y="81974"/>
                    <a:pt x="74682" y="81420"/>
                    <a:pt x="74460" y="80680"/>
                  </a:cubicBezTo>
                  <a:cubicBezTo>
                    <a:pt x="74201" y="79904"/>
                    <a:pt x="73979" y="78536"/>
                    <a:pt x="73831" y="76983"/>
                  </a:cubicBezTo>
                  <a:cubicBezTo>
                    <a:pt x="73572" y="74654"/>
                    <a:pt x="73461" y="71844"/>
                    <a:pt x="73388" y="69626"/>
                  </a:cubicBezTo>
                  <a:cubicBezTo>
                    <a:pt x="73388" y="68517"/>
                    <a:pt x="73351" y="67556"/>
                    <a:pt x="73351" y="66853"/>
                  </a:cubicBezTo>
                  <a:cubicBezTo>
                    <a:pt x="73351" y="66151"/>
                    <a:pt x="73351" y="65744"/>
                    <a:pt x="73351" y="65744"/>
                  </a:cubicBezTo>
                  <a:cubicBezTo>
                    <a:pt x="73351" y="65596"/>
                    <a:pt x="73240" y="65485"/>
                    <a:pt x="73092" y="65448"/>
                  </a:cubicBezTo>
                  <a:cubicBezTo>
                    <a:pt x="72944" y="65448"/>
                    <a:pt x="72796" y="65522"/>
                    <a:pt x="72759" y="65670"/>
                  </a:cubicBezTo>
                  <a:cubicBezTo>
                    <a:pt x="72750" y="65695"/>
                    <a:pt x="72741" y="65719"/>
                    <a:pt x="72732" y="65744"/>
                  </a:cubicBezTo>
                  <a:lnTo>
                    <a:pt x="72722" y="65744"/>
                  </a:lnTo>
                  <a:cubicBezTo>
                    <a:pt x="72722" y="65746"/>
                    <a:pt x="72722" y="65755"/>
                    <a:pt x="72722" y="65771"/>
                  </a:cubicBezTo>
                  <a:lnTo>
                    <a:pt x="72722" y="65771"/>
                  </a:lnTo>
                  <a:cubicBezTo>
                    <a:pt x="69315" y="75070"/>
                    <a:pt x="68507" y="81545"/>
                    <a:pt x="68507" y="85671"/>
                  </a:cubicBezTo>
                  <a:cubicBezTo>
                    <a:pt x="68507" y="87058"/>
                    <a:pt x="68592" y="88163"/>
                    <a:pt x="68711" y="89036"/>
                  </a:cubicBezTo>
                  <a:lnTo>
                    <a:pt x="49802" y="89036"/>
                  </a:lnTo>
                  <a:cubicBezTo>
                    <a:pt x="49780" y="88832"/>
                    <a:pt x="49763" y="88618"/>
                    <a:pt x="49763" y="88370"/>
                  </a:cubicBezTo>
                  <a:lnTo>
                    <a:pt x="49431" y="88370"/>
                  </a:lnTo>
                  <a:lnTo>
                    <a:pt x="49763" y="88333"/>
                  </a:lnTo>
                  <a:cubicBezTo>
                    <a:pt x="49726" y="88000"/>
                    <a:pt x="49689" y="87483"/>
                    <a:pt x="49689" y="86817"/>
                  </a:cubicBezTo>
                  <a:cubicBezTo>
                    <a:pt x="49689" y="83786"/>
                    <a:pt x="50244" y="77649"/>
                    <a:pt x="53793" y="68554"/>
                  </a:cubicBezTo>
                  <a:cubicBezTo>
                    <a:pt x="58156" y="57389"/>
                    <a:pt x="61557" y="40826"/>
                    <a:pt x="62407" y="27147"/>
                  </a:cubicBezTo>
                  <a:cubicBezTo>
                    <a:pt x="62814" y="20344"/>
                    <a:pt x="63184" y="14725"/>
                    <a:pt x="63479" y="10806"/>
                  </a:cubicBezTo>
                  <a:cubicBezTo>
                    <a:pt x="63627" y="8846"/>
                    <a:pt x="63738" y="7330"/>
                    <a:pt x="63812" y="6295"/>
                  </a:cubicBezTo>
                  <a:cubicBezTo>
                    <a:pt x="63886" y="5260"/>
                    <a:pt x="63923" y="4705"/>
                    <a:pt x="63923" y="4705"/>
                  </a:cubicBezTo>
                  <a:lnTo>
                    <a:pt x="63923" y="4668"/>
                  </a:lnTo>
                  <a:cubicBezTo>
                    <a:pt x="63923" y="4188"/>
                    <a:pt x="63960" y="3781"/>
                    <a:pt x="64071" y="3411"/>
                  </a:cubicBezTo>
                  <a:cubicBezTo>
                    <a:pt x="64219" y="2857"/>
                    <a:pt x="64515" y="2450"/>
                    <a:pt x="65069" y="2154"/>
                  </a:cubicBezTo>
                  <a:cubicBezTo>
                    <a:pt x="65661" y="1859"/>
                    <a:pt x="66548" y="1637"/>
                    <a:pt x="67916" y="1637"/>
                  </a:cubicBezTo>
                  <a:close/>
                  <a:moveTo>
                    <a:pt x="46167" y="0"/>
                  </a:moveTo>
                  <a:cubicBezTo>
                    <a:pt x="46146" y="0"/>
                    <a:pt x="46124" y="3"/>
                    <a:pt x="46103" y="10"/>
                  </a:cubicBezTo>
                  <a:cubicBezTo>
                    <a:pt x="46090" y="10"/>
                    <a:pt x="46078" y="11"/>
                    <a:pt x="46066" y="12"/>
                  </a:cubicBezTo>
                  <a:lnTo>
                    <a:pt x="46066" y="12"/>
                  </a:lnTo>
                  <a:lnTo>
                    <a:pt x="46066" y="10"/>
                  </a:lnTo>
                  <a:cubicBezTo>
                    <a:pt x="46066" y="10"/>
                    <a:pt x="39338" y="121"/>
                    <a:pt x="32350" y="232"/>
                  </a:cubicBezTo>
                  <a:cubicBezTo>
                    <a:pt x="28838" y="306"/>
                    <a:pt x="25289" y="380"/>
                    <a:pt x="22479" y="417"/>
                  </a:cubicBezTo>
                  <a:cubicBezTo>
                    <a:pt x="19669" y="491"/>
                    <a:pt x="17636" y="528"/>
                    <a:pt x="17118" y="565"/>
                  </a:cubicBezTo>
                  <a:cubicBezTo>
                    <a:pt x="16896" y="602"/>
                    <a:pt x="16675" y="713"/>
                    <a:pt x="16564" y="897"/>
                  </a:cubicBezTo>
                  <a:cubicBezTo>
                    <a:pt x="16305" y="1193"/>
                    <a:pt x="16157" y="1637"/>
                    <a:pt x="16009" y="2228"/>
                  </a:cubicBezTo>
                  <a:cubicBezTo>
                    <a:pt x="15639" y="3966"/>
                    <a:pt x="15529" y="7182"/>
                    <a:pt x="15529" y="11545"/>
                  </a:cubicBezTo>
                  <a:cubicBezTo>
                    <a:pt x="15529" y="17202"/>
                    <a:pt x="15713" y="24854"/>
                    <a:pt x="15713" y="33727"/>
                  </a:cubicBezTo>
                  <a:cubicBezTo>
                    <a:pt x="15713" y="42490"/>
                    <a:pt x="12349" y="55097"/>
                    <a:pt x="8689" y="66114"/>
                  </a:cubicBezTo>
                  <a:cubicBezTo>
                    <a:pt x="5029" y="77168"/>
                    <a:pt x="1110" y="86633"/>
                    <a:pt x="38" y="89220"/>
                  </a:cubicBezTo>
                  <a:cubicBezTo>
                    <a:pt x="1" y="89331"/>
                    <a:pt x="1" y="89442"/>
                    <a:pt x="38" y="89516"/>
                  </a:cubicBezTo>
                  <a:cubicBezTo>
                    <a:pt x="112" y="89590"/>
                    <a:pt x="223" y="89664"/>
                    <a:pt x="297" y="89664"/>
                  </a:cubicBezTo>
                  <a:lnTo>
                    <a:pt x="25880" y="89664"/>
                  </a:lnTo>
                  <a:cubicBezTo>
                    <a:pt x="26028" y="89664"/>
                    <a:pt x="26139" y="89553"/>
                    <a:pt x="26176" y="89405"/>
                  </a:cubicBezTo>
                  <a:cubicBezTo>
                    <a:pt x="26989" y="85856"/>
                    <a:pt x="30871" y="69626"/>
                    <a:pt x="33718" y="60790"/>
                  </a:cubicBezTo>
                  <a:cubicBezTo>
                    <a:pt x="36972" y="50845"/>
                    <a:pt x="41186" y="38460"/>
                    <a:pt x="42036" y="30955"/>
                  </a:cubicBezTo>
                  <a:cubicBezTo>
                    <a:pt x="42443" y="27258"/>
                    <a:pt x="43515" y="20455"/>
                    <a:pt x="44514" y="14577"/>
                  </a:cubicBezTo>
                  <a:cubicBezTo>
                    <a:pt x="44994" y="11619"/>
                    <a:pt x="45475" y="8920"/>
                    <a:pt x="45807" y="6961"/>
                  </a:cubicBezTo>
                  <a:cubicBezTo>
                    <a:pt x="45992" y="5962"/>
                    <a:pt x="46140" y="5149"/>
                    <a:pt x="46214" y="4595"/>
                  </a:cubicBezTo>
                  <a:cubicBezTo>
                    <a:pt x="46325" y="4040"/>
                    <a:pt x="46362" y="3744"/>
                    <a:pt x="46362" y="3744"/>
                  </a:cubicBezTo>
                  <a:cubicBezTo>
                    <a:pt x="46584" y="2450"/>
                    <a:pt x="46621" y="1637"/>
                    <a:pt x="46621" y="1119"/>
                  </a:cubicBezTo>
                  <a:cubicBezTo>
                    <a:pt x="46621" y="750"/>
                    <a:pt x="46584" y="528"/>
                    <a:pt x="46547" y="343"/>
                  </a:cubicBezTo>
                  <a:cubicBezTo>
                    <a:pt x="46510" y="232"/>
                    <a:pt x="46473" y="158"/>
                    <a:pt x="46399" y="84"/>
                  </a:cubicBezTo>
                  <a:cubicBezTo>
                    <a:pt x="46339" y="54"/>
                    <a:pt x="46255" y="0"/>
                    <a:pt x="46167" y="0"/>
                  </a:cubicBezTo>
                  <a:close/>
                  <a:moveTo>
                    <a:pt x="67916" y="1045"/>
                  </a:moveTo>
                  <a:cubicBezTo>
                    <a:pt x="66030" y="1045"/>
                    <a:pt x="64884" y="1378"/>
                    <a:pt x="64182" y="2044"/>
                  </a:cubicBezTo>
                  <a:cubicBezTo>
                    <a:pt x="63812" y="2376"/>
                    <a:pt x="63590" y="2783"/>
                    <a:pt x="63479" y="3227"/>
                  </a:cubicBezTo>
                  <a:cubicBezTo>
                    <a:pt x="63371" y="3660"/>
                    <a:pt x="63333" y="4128"/>
                    <a:pt x="63332" y="4632"/>
                  </a:cubicBezTo>
                  <a:lnTo>
                    <a:pt x="63332" y="4632"/>
                  </a:lnTo>
                  <a:lnTo>
                    <a:pt x="63332" y="4631"/>
                  </a:lnTo>
                  <a:cubicBezTo>
                    <a:pt x="63332" y="4631"/>
                    <a:pt x="62629" y="13504"/>
                    <a:pt x="61779" y="27110"/>
                  </a:cubicBezTo>
                  <a:cubicBezTo>
                    <a:pt x="60928" y="40715"/>
                    <a:pt x="57564" y="57278"/>
                    <a:pt x="53239" y="68332"/>
                  </a:cubicBezTo>
                  <a:cubicBezTo>
                    <a:pt x="49615" y="77464"/>
                    <a:pt x="49098" y="83712"/>
                    <a:pt x="49098" y="86817"/>
                  </a:cubicBezTo>
                  <a:cubicBezTo>
                    <a:pt x="49098" y="87483"/>
                    <a:pt x="49098" y="88000"/>
                    <a:pt x="49135" y="88407"/>
                  </a:cubicBezTo>
                  <a:cubicBezTo>
                    <a:pt x="49172" y="88777"/>
                    <a:pt x="49172" y="89073"/>
                    <a:pt x="49209" y="89368"/>
                  </a:cubicBezTo>
                  <a:cubicBezTo>
                    <a:pt x="49209" y="89516"/>
                    <a:pt x="49357" y="89664"/>
                    <a:pt x="49505" y="89664"/>
                  </a:cubicBezTo>
                  <a:lnTo>
                    <a:pt x="69062" y="89664"/>
                  </a:lnTo>
                  <a:cubicBezTo>
                    <a:pt x="69173" y="89664"/>
                    <a:pt x="69247" y="89627"/>
                    <a:pt x="69321" y="89553"/>
                  </a:cubicBezTo>
                  <a:cubicBezTo>
                    <a:pt x="69358" y="89479"/>
                    <a:pt x="69395" y="89405"/>
                    <a:pt x="69395" y="89294"/>
                  </a:cubicBezTo>
                  <a:cubicBezTo>
                    <a:pt x="69247" y="88444"/>
                    <a:pt x="69099" y="87224"/>
                    <a:pt x="69099" y="85671"/>
                  </a:cubicBezTo>
                  <a:cubicBezTo>
                    <a:pt x="69099" y="81879"/>
                    <a:pt x="69819" y="75960"/>
                    <a:pt x="72738" y="67481"/>
                  </a:cubicBezTo>
                  <a:lnTo>
                    <a:pt x="72738" y="67481"/>
                  </a:lnTo>
                  <a:cubicBezTo>
                    <a:pt x="72756" y="68639"/>
                    <a:pt x="72793" y="70268"/>
                    <a:pt x="72870" y="72029"/>
                  </a:cubicBezTo>
                  <a:cubicBezTo>
                    <a:pt x="72944" y="73693"/>
                    <a:pt x="73055" y="75467"/>
                    <a:pt x="73203" y="77057"/>
                  </a:cubicBezTo>
                  <a:cubicBezTo>
                    <a:pt x="73351" y="78610"/>
                    <a:pt x="73572" y="79978"/>
                    <a:pt x="73868" y="80902"/>
                  </a:cubicBezTo>
                  <a:cubicBezTo>
                    <a:pt x="74201" y="81826"/>
                    <a:pt x="74386" y="82566"/>
                    <a:pt x="74645" y="83083"/>
                  </a:cubicBezTo>
                  <a:cubicBezTo>
                    <a:pt x="74792" y="83342"/>
                    <a:pt x="74940" y="83564"/>
                    <a:pt x="75125" y="83749"/>
                  </a:cubicBezTo>
                  <a:cubicBezTo>
                    <a:pt x="75347" y="83897"/>
                    <a:pt x="75606" y="84008"/>
                    <a:pt x="75865" y="84008"/>
                  </a:cubicBezTo>
                  <a:cubicBezTo>
                    <a:pt x="76308" y="83971"/>
                    <a:pt x="76752" y="83823"/>
                    <a:pt x="77380" y="83490"/>
                  </a:cubicBezTo>
                  <a:cubicBezTo>
                    <a:pt x="77972" y="83157"/>
                    <a:pt x="78711" y="82677"/>
                    <a:pt x="79673" y="82011"/>
                  </a:cubicBezTo>
                  <a:cubicBezTo>
                    <a:pt x="80819" y="81235"/>
                    <a:pt x="82556" y="79497"/>
                    <a:pt x="84553" y="77279"/>
                  </a:cubicBezTo>
                  <a:cubicBezTo>
                    <a:pt x="90616" y="70661"/>
                    <a:pt x="98971" y="59903"/>
                    <a:pt x="98971" y="59903"/>
                  </a:cubicBezTo>
                  <a:cubicBezTo>
                    <a:pt x="99008" y="59866"/>
                    <a:pt x="99045" y="59792"/>
                    <a:pt x="99045" y="59718"/>
                  </a:cubicBezTo>
                  <a:lnTo>
                    <a:pt x="99045" y="53396"/>
                  </a:lnTo>
                  <a:cubicBezTo>
                    <a:pt x="99045" y="53285"/>
                    <a:pt x="98971" y="53174"/>
                    <a:pt x="98897" y="53137"/>
                  </a:cubicBezTo>
                  <a:cubicBezTo>
                    <a:pt x="98842" y="53100"/>
                    <a:pt x="98786" y="53082"/>
                    <a:pt x="98731" y="53082"/>
                  </a:cubicBezTo>
                  <a:cubicBezTo>
                    <a:pt x="98675" y="53082"/>
                    <a:pt x="98620" y="53100"/>
                    <a:pt x="98565" y="53137"/>
                  </a:cubicBezTo>
                  <a:cubicBezTo>
                    <a:pt x="98565" y="53137"/>
                    <a:pt x="98232" y="53359"/>
                    <a:pt x="97603" y="53729"/>
                  </a:cubicBezTo>
                  <a:cubicBezTo>
                    <a:pt x="95755" y="54801"/>
                    <a:pt x="91651" y="57167"/>
                    <a:pt x="88472" y="58757"/>
                  </a:cubicBezTo>
                  <a:cubicBezTo>
                    <a:pt x="87695" y="59126"/>
                    <a:pt x="87067" y="59311"/>
                    <a:pt x="86586" y="59311"/>
                  </a:cubicBezTo>
                  <a:cubicBezTo>
                    <a:pt x="86290" y="59311"/>
                    <a:pt x="86068" y="59237"/>
                    <a:pt x="85884" y="59126"/>
                  </a:cubicBezTo>
                  <a:cubicBezTo>
                    <a:pt x="85625" y="58941"/>
                    <a:pt x="85403" y="58609"/>
                    <a:pt x="85218" y="58017"/>
                  </a:cubicBezTo>
                  <a:cubicBezTo>
                    <a:pt x="85070" y="57463"/>
                    <a:pt x="84996" y="56723"/>
                    <a:pt x="84996" y="55762"/>
                  </a:cubicBezTo>
                  <a:cubicBezTo>
                    <a:pt x="84996" y="54172"/>
                    <a:pt x="85218" y="52102"/>
                    <a:pt x="85551" y="49514"/>
                  </a:cubicBezTo>
                  <a:cubicBezTo>
                    <a:pt x="86105" y="45410"/>
                    <a:pt x="88804" y="35465"/>
                    <a:pt x="91392" y="26296"/>
                  </a:cubicBezTo>
                  <a:cubicBezTo>
                    <a:pt x="92686" y="21712"/>
                    <a:pt x="93943" y="17312"/>
                    <a:pt x="94904" y="13911"/>
                  </a:cubicBezTo>
                  <a:cubicBezTo>
                    <a:pt x="95385" y="12210"/>
                    <a:pt x="95755" y="10769"/>
                    <a:pt x="96051" y="9660"/>
                  </a:cubicBezTo>
                  <a:cubicBezTo>
                    <a:pt x="96198" y="9105"/>
                    <a:pt x="96309" y="8661"/>
                    <a:pt x="96383" y="8292"/>
                  </a:cubicBezTo>
                  <a:cubicBezTo>
                    <a:pt x="96457" y="7922"/>
                    <a:pt x="96494" y="7663"/>
                    <a:pt x="96531" y="7478"/>
                  </a:cubicBezTo>
                  <a:lnTo>
                    <a:pt x="96531" y="7441"/>
                  </a:lnTo>
                  <a:cubicBezTo>
                    <a:pt x="96531" y="7219"/>
                    <a:pt x="96420" y="6998"/>
                    <a:pt x="96235" y="6813"/>
                  </a:cubicBezTo>
                  <a:cubicBezTo>
                    <a:pt x="95977" y="6480"/>
                    <a:pt x="95496" y="6221"/>
                    <a:pt x="94867" y="5962"/>
                  </a:cubicBezTo>
                  <a:cubicBezTo>
                    <a:pt x="92686" y="5001"/>
                    <a:pt x="88545" y="4114"/>
                    <a:pt x="84146" y="3338"/>
                  </a:cubicBezTo>
                  <a:cubicBezTo>
                    <a:pt x="79746" y="2561"/>
                    <a:pt x="75125" y="1859"/>
                    <a:pt x="72094" y="1415"/>
                  </a:cubicBezTo>
                  <a:cubicBezTo>
                    <a:pt x="70393" y="1156"/>
                    <a:pt x="69025" y="1045"/>
                    <a:pt x="67916" y="104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1917;p37">
              <a:extLst>
                <a:ext uri="{FF2B5EF4-FFF2-40B4-BE49-F238E27FC236}">
                  <a16:creationId xmlns:a16="http://schemas.microsoft.com/office/drawing/2014/main" id="{6E7B9E43-4A61-552E-706B-7E5622DE5D4A}"/>
                </a:ext>
              </a:extLst>
            </p:cNvPr>
            <p:cNvSpPr/>
            <p:nvPr/>
          </p:nvSpPr>
          <p:spPr>
            <a:xfrm>
              <a:off x="4643200" y="2691125"/>
              <a:ext cx="389150" cy="1764450"/>
            </a:xfrm>
            <a:custGeom>
              <a:avLst/>
              <a:gdLst/>
              <a:ahLst/>
              <a:cxnLst/>
              <a:rect l="l" t="t" r="r" b="b"/>
              <a:pathLst>
                <a:path w="15566" h="70578" extrusionOk="0">
                  <a:moveTo>
                    <a:pt x="15189" y="0"/>
                  </a:moveTo>
                  <a:cubicBezTo>
                    <a:pt x="15084" y="0"/>
                    <a:pt x="14986" y="50"/>
                    <a:pt x="14937" y="148"/>
                  </a:cubicBezTo>
                  <a:lnTo>
                    <a:pt x="3845" y="20112"/>
                  </a:lnTo>
                  <a:cubicBezTo>
                    <a:pt x="3771" y="20223"/>
                    <a:pt x="3771" y="20334"/>
                    <a:pt x="3845" y="20445"/>
                  </a:cubicBezTo>
                  <a:lnTo>
                    <a:pt x="8171" y="26360"/>
                  </a:lnTo>
                  <a:lnTo>
                    <a:pt x="3217" y="29836"/>
                  </a:lnTo>
                  <a:cubicBezTo>
                    <a:pt x="3143" y="29873"/>
                    <a:pt x="3106" y="29984"/>
                    <a:pt x="3106" y="30057"/>
                  </a:cubicBezTo>
                  <a:lnTo>
                    <a:pt x="0" y="70245"/>
                  </a:lnTo>
                  <a:cubicBezTo>
                    <a:pt x="0" y="70393"/>
                    <a:pt x="111" y="70540"/>
                    <a:pt x="296" y="70577"/>
                  </a:cubicBezTo>
                  <a:cubicBezTo>
                    <a:pt x="444" y="70577"/>
                    <a:pt x="592" y="70429"/>
                    <a:pt x="629" y="70282"/>
                  </a:cubicBezTo>
                  <a:lnTo>
                    <a:pt x="3698" y="30242"/>
                  </a:lnTo>
                  <a:lnTo>
                    <a:pt x="8763" y="26693"/>
                  </a:lnTo>
                  <a:cubicBezTo>
                    <a:pt x="8836" y="26656"/>
                    <a:pt x="8910" y="26582"/>
                    <a:pt x="8910" y="26471"/>
                  </a:cubicBezTo>
                  <a:cubicBezTo>
                    <a:pt x="8910" y="26397"/>
                    <a:pt x="8910" y="26323"/>
                    <a:pt x="8836" y="26249"/>
                  </a:cubicBezTo>
                  <a:lnTo>
                    <a:pt x="4474" y="20223"/>
                  </a:lnTo>
                  <a:lnTo>
                    <a:pt x="15454" y="444"/>
                  </a:lnTo>
                  <a:cubicBezTo>
                    <a:pt x="15565" y="296"/>
                    <a:pt x="15491" y="111"/>
                    <a:pt x="15343" y="37"/>
                  </a:cubicBezTo>
                  <a:cubicBezTo>
                    <a:pt x="15294" y="13"/>
                    <a:pt x="15241" y="0"/>
                    <a:pt x="1518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1918;p37">
              <a:extLst>
                <a:ext uri="{FF2B5EF4-FFF2-40B4-BE49-F238E27FC236}">
                  <a16:creationId xmlns:a16="http://schemas.microsoft.com/office/drawing/2014/main" id="{5237354A-0D6C-190D-7A01-1CB3D872DCDC}"/>
                </a:ext>
              </a:extLst>
            </p:cNvPr>
            <p:cNvSpPr/>
            <p:nvPr/>
          </p:nvSpPr>
          <p:spPr>
            <a:xfrm>
              <a:off x="5353025" y="2758425"/>
              <a:ext cx="360500" cy="1559225"/>
            </a:xfrm>
            <a:custGeom>
              <a:avLst/>
              <a:gdLst/>
              <a:ahLst/>
              <a:cxnLst/>
              <a:rect l="l" t="t" r="r" b="b"/>
              <a:pathLst>
                <a:path w="14420" h="62369" extrusionOk="0">
                  <a:moveTo>
                    <a:pt x="9892" y="0"/>
                  </a:moveTo>
                  <a:cubicBezTo>
                    <a:pt x="9873" y="0"/>
                    <a:pt x="9854" y="2"/>
                    <a:pt x="9835" y="7"/>
                  </a:cubicBezTo>
                  <a:cubicBezTo>
                    <a:pt x="9650" y="7"/>
                    <a:pt x="9539" y="192"/>
                    <a:pt x="9576" y="340"/>
                  </a:cubicBezTo>
                  <a:lnTo>
                    <a:pt x="12941" y="20637"/>
                  </a:lnTo>
                  <a:lnTo>
                    <a:pt x="8393" y="24112"/>
                  </a:lnTo>
                  <a:cubicBezTo>
                    <a:pt x="8356" y="24186"/>
                    <a:pt x="8282" y="24260"/>
                    <a:pt x="8282" y="24334"/>
                  </a:cubicBezTo>
                  <a:cubicBezTo>
                    <a:pt x="8282" y="24445"/>
                    <a:pt x="8319" y="24519"/>
                    <a:pt x="8393" y="24593"/>
                  </a:cubicBezTo>
                  <a:lnTo>
                    <a:pt x="13717" y="29399"/>
                  </a:lnTo>
                  <a:lnTo>
                    <a:pt x="75" y="61933"/>
                  </a:lnTo>
                  <a:cubicBezTo>
                    <a:pt x="1" y="62081"/>
                    <a:pt x="75" y="62266"/>
                    <a:pt x="223" y="62340"/>
                  </a:cubicBezTo>
                  <a:cubicBezTo>
                    <a:pt x="262" y="62360"/>
                    <a:pt x="305" y="62369"/>
                    <a:pt x="347" y="62369"/>
                  </a:cubicBezTo>
                  <a:cubicBezTo>
                    <a:pt x="462" y="62369"/>
                    <a:pt x="575" y="62300"/>
                    <a:pt x="629" y="62192"/>
                  </a:cubicBezTo>
                  <a:lnTo>
                    <a:pt x="14382" y="29436"/>
                  </a:lnTo>
                  <a:cubicBezTo>
                    <a:pt x="14419" y="29325"/>
                    <a:pt x="14419" y="29177"/>
                    <a:pt x="14309" y="29103"/>
                  </a:cubicBezTo>
                  <a:lnTo>
                    <a:pt x="9096" y="24371"/>
                  </a:lnTo>
                  <a:lnTo>
                    <a:pt x="13458" y="21043"/>
                  </a:lnTo>
                  <a:cubicBezTo>
                    <a:pt x="13569" y="20970"/>
                    <a:pt x="13606" y="20859"/>
                    <a:pt x="13569" y="20748"/>
                  </a:cubicBezTo>
                  <a:lnTo>
                    <a:pt x="10168" y="266"/>
                  </a:lnTo>
                  <a:cubicBezTo>
                    <a:pt x="10136" y="105"/>
                    <a:pt x="10019" y="0"/>
                    <a:pt x="989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1919;p37">
              <a:extLst>
                <a:ext uri="{FF2B5EF4-FFF2-40B4-BE49-F238E27FC236}">
                  <a16:creationId xmlns:a16="http://schemas.microsoft.com/office/drawing/2014/main" id="{705FBEF5-87C3-681B-EBC7-F58F2D2FA1F6}"/>
                </a:ext>
              </a:extLst>
            </p:cNvPr>
            <p:cNvSpPr/>
            <p:nvPr/>
          </p:nvSpPr>
          <p:spPr>
            <a:xfrm>
              <a:off x="4686650" y="3654175"/>
              <a:ext cx="1109125" cy="736700"/>
            </a:xfrm>
            <a:custGeom>
              <a:avLst/>
              <a:gdLst/>
              <a:ahLst/>
              <a:cxnLst/>
              <a:rect l="l" t="t" r="r" b="b"/>
              <a:pathLst>
                <a:path w="44365" h="29468" extrusionOk="0">
                  <a:moveTo>
                    <a:pt x="25076" y="0"/>
                  </a:moveTo>
                  <a:cubicBezTo>
                    <a:pt x="23741" y="0"/>
                    <a:pt x="16385" y="10267"/>
                    <a:pt x="12200" y="13755"/>
                  </a:cubicBezTo>
                  <a:cubicBezTo>
                    <a:pt x="7986" y="17267"/>
                    <a:pt x="813" y="20225"/>
                    <a:pt x="813" y="20225"/>
                  </a:cubicBezTo>
                  <a:lnTo>
                    <a:pt x="0" y="29467"/>
                  </a:lnTo>
                  <a:lnTo>
                    <a:pt x="12053" y="19227"/>
                  </a:lnTo>
                  <a:lnTo>
                    <a:pt x="13605" y="19227"/>
                  </a:lnTo>
                  <a:cubicBezTo>
                    <a:pt x="15158" y="19227"/>
                    <a:pt x="18115" y="17120"/>
                    <a:pt x="18116" y="17119"/>
                  </a:cubicBezTo>
                  <a:lnTo>
                    <a:pt x="18116" y="17119"/>
                  </a:lnTo>
                  <a:cubicBezTo>
                    <a:pt x="18115" y="17119"/>
                    <a:pt x="17265" y="17970"/>
                    <a:pt x="16822" y="18376"/>
                  </a:cubicBezTo>
                  <a:cubicBezTo>
                    <a:pt x="16415" y="18820"/>
                    <a:pt x="16267" y="20225"/>
                    <a:pt x="16970" y="20336"/>
                  </a:cubicBezTo>
                  <a:cubicBezTo>
                    <a:pt x="17012" y="20345"/>
                    <a:pt x="17060" y="20349"/>
                    <a:pt x="17114" y="20349"/>
                  </a:cubicBezTo>
                  <a:cubicBezTo>
                    <a:pt x="17949" y="20349"/>
                    <a:pt x="20131" y="19298"/>
                    <a:pt x="23292" y="18117"/>
                  </a:cubicBezTo>
                  <a:cubicBezTo>
                    <a:pt x="26656" y="16860"/>
                    <a:pt x="31573" y="13459"/>
                    <a:pt x="32275" y="12757"/>
                  </a:cubicBezTo>
                  <a:cubicBezTo>
                    <a:pt x="32978" y="12054"/>
                    <a:pt x="28616" y="6435"/>
                    <a:pt x="28615" y="6435"/>
                  </a:cubicBezTo>
                  <a:lnTo>
                    <a:pt x="28615" y="6435"/>
                  </a:lnTo>
                  <a:cubicBezTo>
                    <a:pt x="28616" y="6435"/>
                    <a:pt x="36638" y="10649"/>
                    <a:pt x="39596" y="10649"/>
                  </a:cubicBezTo>
                  <a:cubicBezTo>
                    <a:pt x="42553" y="10649"/>
                    <a:pt x="44069" y="9836"/>
                    <a:pt x="44217" y="8986"/>
                  </a:cubicBezTo>
                  <a:cubicBezTo>
                    <a:pt x="44365" y="8135"/>
                    <a:pt x="41555" y="8135"/>
                    <a:pt x="37747" y="6878"/>
                  </a:cubicBezTo>
                  <a:cubicBezTo>
                    <a:pt x="33976" y="5621"/>
                    <a:pt x="26397" y="113"/>
                    <a:pt x="25103" y="2"/>
                  </a:cubicBezTo>
                  <a:cubicBezTo>
                    <a:pt x="25094" y="1"/>
                    <a:pt x="25085" y="0"/>
                    <a:pt x="25076"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1920;p37">
              <a:extLst>
                <a:ext uri="{FF2B5EF4-FFF2-40B4-BE49-F238E27FC236}">
                  <a16:creationId xmlns:a16="http://schemas.microsoft.com/office/drawing/2014/main" id="{88170D6D-3E30-8E2B-F9D4-84BF4CD916B3}"/>
                </a:ext>
              </a:extLst>
            </p:cNvPr>
            <p:cNvSpPr/>
            <p:nvPr/>
          </p:nvSpPr>
          <p:spPr>
            <a:xfrm>
              <a:off x="5364125" y="3758650"/>
              <a:ext cx="397450" cy="161775"/>
            </a:xfrm>
            <a:custGeom>
              <a:avLst/>
              <a:gdLst/>
              <a:ahLst/>
              <a:cxnLst/>
              <a:rect l="l" t="t" r="r" b="b"/>
              <a:pathLst>
                <a:path w="15898" h="6471" extrusionOk="0">
                  <a:moveTo>
                    <a:pt x="1" y="0"/>
                  </a:moveTo>
                  <a:lnTo>
                    <a:pt x="1516" y="2256"/>
                  </a:lnTo>
                  <a:cubicBezTo>
                    <a:pt x="1516" y="2256"/>
                    <a:pt x="9539" y="6470"/>
                    <a:pt x="12497" y="6470"/>
                  </a:cubicBezTo>
                  <a:cubicBezTo>
                    <a:pt x="13975" y="6470"/>
                    <a:pt x="15122" y="6285"/>
                    <a:pt x="15898" y="5953"/>
                  </a:cubicBezTo>
                  <a:lnTo>
                    <a:pt x="15750" y="5916"/>
                  </a:lnTo>
                  <a:cubicBezTo>
                    <a:pt x="9133" y="5472"/>
                    <a:pt x="1" y="1"/>
                    <a:pt x="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1921;p37">
              <a:extLst>
                <a:ext uri="{FF2B5EF4-FFF2-40B4-BE49-F238E27FC236}">
                  <a16:creationId xmlns:a16="http://schemas.microsoft.com/office/drawing/2014/main" id="{DA106968-C715-0D6B-4ED2-7167199AA114}"/>
                </a:ext>
              </a:extLst>
            </p:cNvPr>
            <p:cNvSpPr/>
            <p:nvPr/>
          </p:nvSpPr>
          <p:spPr>
            <a:xfrm>
              <a:off x="4686650" y="3815025"/>
              <a:ext cx="824450" cy="575850"/>
            </a:xfrm>
            <a:custGeom>
              <a:avLst/>
              <a:gdLst/>
              <a:ahLst/>
              <a:cxnLst/>
              <a:rect l="l" t="t" r="r" b="b"/>
              <a:pathLst>
                <a:path w="32978" h="23034" extrusionOk="0">
                  <a:moveTo>
                    <a:pt x="28615" y="1"/>
                  </a:moveTo>
                  <a:lnTo>
                    <a:pt x="28615" y="1"/>
                  </a:lnTo>
                  <a:cubicBezTo>
                    <a:pt x="28615" y="1"/>
                    <a:pt x="29613" y="4363"/>
                    <a:pt x="28467" y="5287"/>
                  </a:cubicBezTo>
                  <a:cubicBezTo>
                    <a:pt x="28269" y="5446"/>
                    <a:pt x="28046" y="5512"/>
                    <a:pt x="27815" y="5512"/>
                  </a:cubicBezTo>
                  <a:cubicBezTo>
                    <a:pt x="26756" y="5512"/>
                    <a:pt x="25510" y="4142"/>
                    <a:pt x="25510" y="4141"/>
                  </a:cubicBezTo>
                  <a:lnTo>
                    <a:pt x="25510" y="4141"/>
                  </a:lnTo>
                  <a:cubicBezTo>
                    <a:pt x="25510" y="4142"/>
                    <a:pt x="25990" y="8689"/>
                    <a:pt x="24623" y="8911"/>
                  </a:cubicBezTo>
                  <a:cubicBezTo>
                    <a:pt x="24504" y="8933"/>
                    <a:pt x="24382" y="8943"/>
                    <a:pt x="24259" y="8943"/>
                  </a:cubicBezTo>
                  <a:cubicBezTo>
                    <a:pt x="22949" y="8943"/>
                    <a:pt x="21406" y="7801"/>
                    <a:pt x="21406" y="7801"/>
                  </a:cubicBezTo>
                  <a:cubicBezTo>
                    <a:pt x="21406" y="7801"/>
                    <a:pt x="21406" y="10759"/>
                    <a:pt x="20038" y="10759"/>
                  </a:cubicBezTo>
                  <a:cubicBezTo>
                    <a:pt x="18670" y="10759"/>
                    <a:pt x="16637" y="6397"/>
                    <a:pt x="16637" y="6397"/>
                  </a:cubicBezTo>
                  <a:lnTo>
                    <a:pt x="16637" y="6397"/>
                  </a:lnTo>
                  <a:cubicBezTo>
                    <a:pt x="16637" y="6397"/>
                    <a:pt x="17117" y="8578"/>
                    <a:pt x="15713" y="10057"/>
                  </a:cubicBezTo>
                  <a:cubicBezTo>
                    <a:pt x="14744" y="11077"/>
                    <a:pt x="13159" y="11235"/>
                    <a:pt x="12269" y="11235"/>
                  </a:cubicBezTo>
                  <a:cubicBezTo>
                    <a:pt x="11869" y="11235"/>
                    <a:pt x="11609" y="11203"/>
                    <a:pt x="11609" y="11203"/>
                  </a:cubicBezTo>
                  <a:lnTo>
                    <a:pt x="887" y="18967"/>
                  </a:lnTo>
                  <a:lnTo>
                    <a:pt x="296" y="19669"/>
                  </a:lnTo>
                  <a:lnTo>
                    <a:pt x="0" y="23033"/>
                  </a:lnTo>
                  <a:lnTo>
                    <a:pt x="0" y="23033"/>
                  </a:lnTo>
                  <a:lnTo>
                    <a:pt x="12053" y="12793"/>
                  </a:lnTo>
                  <a:lnTo>
                    <a:pt x="13605" y="12793"/>
                  </a:lnTo>
                  <a:cubicBezTo>
                    <a:pt x="15158" y="12793"/>
                    <a:pt x="18115" y="10686"/>
                    <a:pt x="18116" y="10685"/>
                  </a:cubicBezTo>
                  <a:lnTo>
                    <a:pt x="18116" y="10685"/>
                  </a:lnTo>
                  <a:cubicBezTo>
                    <a:pt x="18115" y="10685"/>
                    <a:pt x="17265" y="11536"/>
                    <a:pt x="16822" y="11942"/>
                  </a:cubicBezTo>
                  <a:cubicBezTo>
                    <a:pt x="16415" y="12386"/>
                    <a:pt x="16267" y="13791"/>
                    <a:pt x="16970" y="13902"/>
                  </a:cubicBezTo>
                  <a:cubicBezTo>
                    <a:pt x="17012" y="13911"/>
                    <a:pt x="17060" y="13915"/>
                    <a:pt x="17114" y="13915"/>
                  </a:cubicBezTo>
                  <a:cubicBezTo>
                    <a:pt x="17949" y="13915"/>
                    <a:pt x="20131" y="12864"/>
                    <a:pt x="23292" y="11683"/>
                  </a:cubicBezTo>
                  <a:cubicBezTo>
                    <a:pt x="26656" y="10426"/>
                    <a:pt x="31573" y="7025"/>
                    <a:pt x="32275" y="6323"/>
                  </a:cubicBezTo>
                  <a:cubicBezTo>
                    <a:pt x="32978" y="5620"/>
                    <a:pt x="28616" y="1"/>
                    <a:pt x="2861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1922;p37">
              <a:extLst>
                <a:ext uri="{FF2B5EF4-FFF2-40B4-BE49-F238E27FC236}">
                  <a16:creationId xmlns:a16="http://schemas.microsoft.com/office/drawing/2014/main" id="{6C7438B3-C85B-60AC-CF7F-6ACF8E0FA31C}"/>
                </a:ext>
              </a:extLst>
            </p:cNvPr>
            <p:cNvSpPr/>
            <p:nvPr/>
          </p:nvSpPr>
          <p:spPr>
            <a:xfrm>
              <a:off x="5364125" y="3758650"/>
              <a:ext cx="329075" cy="154375"/>
            </a:xfrm>
            <a:custGeom>
              <a:avLst/>
              <a:gdLst/>
              <a:ahLst/>
              <a:cxnLst/>
              <a:rect l="l" t="t" r="r" b="b"/>
              <a:pathLst>
                <a:path w="13163" h="6175" extrusionOk="0">
                  <a:moveTo>
                    <a:pt x="1" y="0"/>
                  </a:moveTo>
                  <a:lnTo>
                    <a:pt x="1368" y="1997"/>
                  </a:lnTo>
                  <a:cubicBezTo>
                    <a:pt x="1405" y="1997"/>
                    <a:pt x="1479" y="1960"/>
                    <a:pt x="1516" y="1960"/>
                  </a:cubicBezTo>
                  <a:cubicBezTo>
                    <a:pt x="1590" y="1960"/>
                    <a:pt x="1627" y="1960"/>
                    <a:pt x="1664" y="1997"/>
                  </a:cubicBezTo>
                  <a:cubicBezTo>
                    <a:pt x="1664" y="1997"/>
                    <a:pt x="1960" y="2145"/>
                    <a:pt x="2441" y="2404"/>
                  </a:cubicBezTo>
                  <a:cubicBezTo>
                    <a:pt x="2921" y="2625"/>
                    <a:pt x="3587" y="2958"/>
                    <a:pt x="4363" y="3328"/>
                  </a:cubicBezTo>
                  <a:cubicBezTo>
                    <a:pt x="5916" y="4067"/>
                    <a:pt x="7912" y="4955"/>
                    <a:pt x="9613" y="5546"/>
                  </a:cubicBezTo>
                  <a:cubicBezTo>
                    <a:pt x="10759" y="5916"/>
                    <a:pt x="11794" y="6175"/>
                    <a:pt x="12497" y="6175"/>
                  </a:cubicBezTo>
                  <a:lnTo>
                    <a:pt x="12866" y="6175"/>
                  </a:lnTo>
                  <a:lnTo>
                    <a:pt x="13162" y="5546"/>
                  </a:lnTo>
                  <a:cubicBezTo>
                    <a:pt x="6988" y="4178"/>
                    <a:pt x="1" y="1"/>
                    <a:pt x="1"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1923;p37">
              <a:extLst>
                <a:ext uri="{FF2B5EF4-FFF2-40B4-BE49-F238E27FC236}">
                  <a16:creationId xmlns:a16="http://schemas.microsoft.com/office/drawing/2014/main" id="{15064AE9-04BF-E6BC-2814-9693072B0D7C}"/>
                </a:ext>
              </a:extLst>
            </p:cNvPr>
            <p:cNvSpPr/>
            <p:nvPr/>
          </p:nvSpPr>
          <p:spPr>
            <a:xfrm>
              <a:off x="4747650" y="3832600"/>
              <a:ext cx="740350" cy="496350"/>
            </a:xfrm>
            <a:custGeom>
              <a:avLst/>
              <a:gdLst/>
              <a:ahLst/>
              <a:cxnLst/>
              <a:rect l="l" t="t" r="r" b="b"/>
              <a:pathLst>
                <a:path w="29614" h="19854" extrusionOk="0">
                  <a:moveTo>
                    <a:pt x="26323" y="0"/>
                  </a:moveTo>
                  <a:lnTo>
                    <a:pt x="26323" y="0"/>
                  </a:lnTo>
                  <a:cubicBezTo>
                    <a:pt x="26434" y="666"/>
                    <a:pt x="26582" y="1664"/>
                    <a:pt x="26582" y="2588"/>
                  </a:cubicBezTo>
                  <a:cubicBezTo>
                    <a:pt x="26582" y="3438"/>
                    <a:pt x="26471" y="4252"/>
                    <a:pt x="26027" y="4584"/>
                  </a:cubicBezTo>
                  <a:cubicBezTo>
                    <a:pt x="25843" y="4732"/>
                    <a:pt x="25621" y="4806"/>
                    <a:pt x="25362" y="4806"/>
                  </a:cubicBezTo>
                  <a:cubicBezTo>
                    <a:pt x="24290" y="4806"/>
                    <a:pt x="23070" y="3439"/>
                    <a:pt x="23070" y="3438"/>
                  </a:cubicBezTo>
                  <a:lnTo>
                    <a:pt x="23070" y="3438"/>
                  </a:lnTo>
                  <a:cubicBezTo>
                    <a:pt x="23070" y="3439"/>
                    <a:pt x="23144" y="4141"/>
                    <a:pt x="23144" y="5028"/>
                  </a:cubicBezTo>
                  <a:cubicBezTo>
                    <a:pt x="23144" y="6396"/>
                    <a:pt x="22996" y="8097"/>
                    <a:pt x="22183" y="8208"/>
                  </a:cubicBezTo>
                  <a:cubicBezTo>
                    <a:pt x="22072" y="8245"/>
                    <a:pt x="21961" y="8245"/>
                    <a:pt x="21850" y="8245"/>
                  </a:cubicBezTo>
                  <a:cubicBezTo>
                    <a:pt x="20519" y="8245"/>
                    <a:pt x="18966" y="7098"/>
                    <a:pt x="18966" y="7098"/>
                  </a:cubicBezTo>
                  <a:cubicBezTo>
                    <a:pt x="18966" y="7098"/>
                    <a:pt x="18966" y="10056"/>
                    <a:pt x="17598" y="10056"/>
                  </a:cubicBezTo>
                  <a:cubicBezTo>
                    <a:pt x="16230" y="10056"/>
                    <a:pt x="14197" y="5694"/>
                    <a:pt x="14197" y="5694"/>
                  </a:cubicBezTo>
                  <a:lnTo>
                    <a:pt x="14197" y="5694"/>
                  </a:lnTo>
                  <a:cubicBezTo>
                    <a:pt x="14197" y="5694"/>
                    <a:pt x="14271" y="6100"/>
                    <a:pt x="14271" y="6618"/>
                  </a:cubicBezTo>
                  <a:cubicBezTo>
                    <a:pt x="14271" y="7394"/>
                    <a:pt x="14086" y="8503"/>
                    <a:pt x="13273" y="9354"/>
                  </a:cubicBezTo>
                  <a:cubicBezTo>
                    <a:pt x="12311" y="10389"/>
                    <a:pt x="10722" y="10537"/>
                    <a:pt x="9834" y="10537"/>
                  </a:cubicBezTo>
                  <a:cubicBezTo>
                    <a:pt x="9428" y="10537"/>
                    <a:pt x="9169" y="10500"/>
                    <a:pt x="9169" y="10500"/>
                  </a:cubicBezTo>
                  <a:lnTo>
                    <a:pt x="370" y="16859"/>
                  </a:lnTo>
                  <a:lnTo>
                    <a:pt x="0" y="19853"/>
                  </a:lnTo>
                  <a:lnTo>
                    <a:pt x="9428" y="11868"/>
                  </a:lnTo>
                  <a:cubicBezTo>
                    <a:pt x="9465" y="11794"/>
                    <a:pt x="9539" y="11794"/>
                    <a:pt x="9613" y="11794"/>
                  </a:cubicBezTo>
                  <a:lnTo>
                    <a:pt x="11165" y="11794"/>
                  </a:lnTo>
                  <a:cubicBezTo>
                    <a:pt x="11461" y="11794"/>
                    <a:pt x="11831" y="11683"/>
                    <a:pt x="12237" y="11535"/>
                  </a:cubicBezTo>
                  <a:cubicBezTo>
                    <a:pt x="12644" y="11387"/>
                    <a:pt x="13088" y="11202"/>
                    <a:pt x="13494" y="10980"/>
                  </a:cubicBezTo>
                  <a:cubicBezTo>
                    <a:pt x="14308" y="10537"/>
                    <a:pt x="15084" y="10019"/>
                    <a:pt x="15343" y="9834"/>
                  </a:cubicBezTo>
                  <a:cubicBezTo>
                    <a:pt x="15454" y="9760"/>
                    <a:pt x="15491" y="9723"/>
                    <a:pt x="15491" y="9723"/>
                  </a:cubicBezTo>
                  <a:cubicBezTo>
                    <a:pt x="15528" y="9686"/>
                    <a:pt x="15602" y="9686"/>
                    <a:pt x="15676" y="9686"/>
                  </a:cubicBezTo>
                  <a:cubicBezTo>
                    <a:pt x="15750" y="9686"/>
                    <a:pt x="15824" y="9723"/>
                    <a:pt x="15898" y="9797"/>
                  </a:cubicBezTo>
                  <a:cubicBezTo>
                    <a:pt x="16008" y="9908"/>
                    <a:pt x="15971" y="10093"/>
                    <a:pt x="15861" y="10204"/>
                  </a:cubicBezTo>
                  <a:cubicBezTo>
                    <a:pt x="15861" y="10204"/>
                    <a:pt x="15047" y="11054"/>
                    <a:pt x="14604" y="11461"/>
                  </a:cubicBezTo>
                  <a:cubicBezTo>
                    <a:pt x="14567" y="11535"/>
                    <a:pt x="14493" y="11646"/>
                    <a:pt x="14419" y="11794"/>
                  </a:cubicBezTo>
                  <a:cubicBezTo>
                    <a:pt x="14382" y="11979"/>
                    <a:pt x="14345" y="12163"/>
                    <a:pt x="14345" y="12348"/>
                  </a:cubicBezTo>
                  <a:cubicBezTo>
                    <a:pt x="14345" y="12533"/>
                    <a:pt x="14382" y="12681"/>
                    <a:pt x="14419" y="12755"/>
                  </a:cubicBezTo>
                  <a:cubicBezTo>
                    <a:pt x="14493" y="12866"/>
                    <a:pt x="14530" y="12903"/>
                    <a:pt x="14604" y="12903"/>
                  </a:cubicBezTo>
                  <a:lnTo>
                    <a:pt x="14677" y="12903"/>
                  </a:lnTo>
                  <a:cubicBezTo>
                    <a:pt x="14825" y="12903"/>
                    <a:pt x="15084" y="12866"/>
                    <a:pt x="15454" y="12755"/>
                  </a:cubicBezTo>
                  <a:cubicBezTo>
                    <a:pt x="15787" y="12644"/>
                    <a:pt x="16230" y="12459"/>
                    <a:pt x="16785" y="12274"/>
                  </a:cubicBezTo>
                  <a:cubicBezTo>
                    <a:pt x="17820" y="11831"/>
                    <a:pt x="19151" y="11276"/>
                    <a:pt x="20741" y="10685"/>
                  </a:cubicBezTo>
                  <a:cubicBezTo>
                    <a:pt x="23218" y="9760"/>
                    <a:pt x="26619" y="7616"/>
                    <a:pt x="28431" y="6322"/>
                  </a:cubicBezTo>
                  <a:cubicBezTo>
                    <a:pt x="29022" y="5915"/>
                    <a:pt x="29466" y="5583"/>
                    <a:pt x="29614" y="5435"/>
                  </a:cubicBezTo>
                  <a:lnTo>
                    <a:pt x="29614" y="5398"/>
                  </a:lnTo>
                  <a:cubicBezTo>
                    <a:pt x="29614" y="5250"/>
                    <a:pt x="29503" y="4917"/>
                    <a:pt x="29318" y="4511"/>
                  </a:cubicBezTo>
                  <a:cubicBezTo>
                    <a:pt x="29096" y="4067"/>
                    <a:pt x="28800" y="3586"/>
                    <a:pt x="28468" y="3069"/>
                  </a:cubicBezTo>
                  <a:cubicBezTo>
                    <a:pt x="27839" y="2070"/>
                    <a:pt x="27063" y="961"/>
                    <a:pt x="26545" y="259"/>
                  </a:cubicBezTo>
                  <a:cubicBezTo>
                    <a:pt x="26471" y="185"/>
                    <a:pt x="26397" y="74"/>
                    <a:pt x="26323"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1924;p37">
              <a:extLst>
                <a:ext uri="{FF2B5EF4-FFF2-40B4-BE49-F238E27FC236}">
                  <a16:creationId xmlns:a16="http://schemas.microsoft.com/office/drawing/2014/main" id="{A69F3B37-8672-E99B-1ECC-474CA1730227}"/>
                </a:ext>
              </a:extLst>
            </p:cNvPr>
            <p:cNvSpPr/>
            <p:nvPr/>
          </p:nvSpPr>
          <p:spPr>
            <a:xfrm>
              <a:off x="5105325" y="4022100"/>
              <a:ext cx="42550" cy="68175"/>
            </a:xfrm>
            <a:custGeom>
              <a:avLst/>
              <a:gdLst/>
              <a:ahLst/>
              <a:cxnLst/>
              <a:rect l="l" t="t" r="r" b="b"/>
              <a:pathLst>
                <a:path w="1702" h="2727" extrusionOk="0">
                  <a:moveTo>
                    <a:pt x="395" y="0"/>
                  </a:moveTo>
                  <a:cubicBezTo>
                    <a:pt x="340" y="0"/>
                    <a:pt x="281" y="13"/>
                    <a:pt x="223" y="36"/>
                  </a:cubicBezTo>
                  <a:cubicBezTo>
                    <a:pt x="75" y="110"/>
                    <a:pt x="1" y="258"/>
                    <a:pt x="75" y="443"/>
                  </a:cubicBezTo>
                  <a:lnTo>
                    <a:pt x="1073" y="2550"/>
                  </a:lnTo>
                  <a:cubicBezTo>
                    <a:pt x="1127" y="2658"/>
                    <a:pt x="1241" y="2727"/>
                    <a:pt x="1356" y="2727"/>
                  </a:cubicBezTo>
                  <a:cubicBezTo>
                    <a:pt x="1398" y="2727"/>
                    <a:pt x="1440" y="2718"/>
                    <a:pt x="1480" y="2698"/>
                  </a:cubicBezTo>
                  <a:cubicBezTo>
                    <a:pt x="1627" y="2624"/>
                    <a:pt x="1701" y="2439"/>
                    <a:pt x="1627" y="2291"/>
                  </a:cubicBezTo>
                  <a:lnTo>
                    <a:pt x="666" y="184"/>
                  </a:lnTo>
                  <a:cubicBezTo>
                    <a:pt x="616" y="58"/>
                    <a:pt x="513" y="0"/>
                    <a:pt x="3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1925;p37">
              <a:extLst>
                <a:ext uri="{FF2B5EF4-FFF2-40B4-BE49-F238E27FC236}">
                  <a16:creationId xmlns:a16="http://schemas.microsoft.com/office/drawing/2014/main" id="{9EC995D8-ECE3-C052-A535-4DCF832233E1}"/>
                </a:ext>
              </a:extLst>
            </p:cNvPr>
            <p:cNvSpPr/>
            <p:nvPr/>
          </p:nvSpPr>
          <p:spPr>
            <a:xfrm>
              <a:off x="5196825" y="3955100"/>
              <a:ext cx="80450" cy="159375"/>
            </a:xfrm>
            <a:custGeom>
              <a:avLst/>
              <a:gdLst/>
              <a:ahLst/>
              <a:cxnLst/>
              <a:rect l="l" t="t" r="r" b="b"/>
              <a:pathLst>
                <a:path w="3218" h="6375" extrusionOk="0">
                  <a:moveTo>
                    <a:pt x="377" y="1"/>
                  </a:moveTo>
                  <a:cubicBezTo>
                    <a:pt x="325" y="1"/>
                    <a:pt x="272" y="17"/>
                    <a:pt x="223" y="54"/>
                  </a:cubicBezTo>
                  <a:cubicBezTo>
                    <a:pt x="75" y="128"/>
                    <a:pt x="1" y="313"/>
                    <a:pt x="75" y="461"/>
                  </a:cubicBezTo>
                  <a:cubicBezTo>
                    <a:pt x="75" y="461"/>
                    <a:pt x="260" y="757"/>
                    <a:pt x="481" y="1200"/>
                  </a:cubicBezTo>
                  <a:cubicBezTo>
                    <a:pt x="851" y="1903"/>
                    <a:pt x="1369" y="2938"/>
                    <a:pt x="1812" y="3899"/>
                  </a:cubicBezTo>
                  <a:cubicBezTo>
                    <a:pt x="2034" y="4380"/>
                    <a:pt x="2256" y="4823"/>
                    <a:pt x="2367" y="5193"/>
                  </a:cubicBezTo>
                  <a:cubicBezTo>
                    <a:pt x="2441" y="5378"/>
                    <a:pt x="2515" y="5563"/>
                    <a:pt x="2552" y="5674"/>
                  </a:cubicBezTo>
                  <a:cubicBezTo>
                    <a:pt x="2589" y="5822"/>
                    <a:pt x="2589" y="5933"/>
                    <a:pt x="2589" y="5969"/>
                  </a:cubicBezTo>
                  <a:lnTo>
                    <a:pt x="2608" y="5974"/>
                  </a:lnTo>
                  <a:lnTo>
                    <a:pt x="2608" y="5974"/>
                  </a:lnTo>
                  <a:cubicBezTo>
                    <a:pt x="2560" y="6114"/>
                    <a:pt x="2602" y="6272"/>
                    <a:pt x="2737" y="6339"/>
                  </a:cubicBezTo>
                  <a:cubicBezTo>
                    <a:pt x="2795" y="6363"/>
                    <a:pt x="2854" y="6375"/>
                    <a:pt x="2909" y="6375"/>
                  </a:cubicBezTo>
                  <a:cubicBezTo>
                    <a:pt x="3027" y="6375"/>
                    <a:pt x="3130" y="6318"/>
                    <a:pt x="3180" y="6191"/>
                  </a:cubicBezTo>
                  <a:cubicBezTo>
                    <a:pt x="3217" y="6117"/>
                    <a:pt x="3217" y="6043"/>
                    <a:pt x="3217" y="5969"/>
                  </a:cubicBezTo>
                  <a:cubicBezTo>
                    <a:pt x="3217" y="5785"/>
                    <a:pt x="3180" y="5600"/>
                    <a:pt x="3106" y="5341"/>
                  </a:cubicBezTo>
                  <a:cubicBezTo>
                    <a:pt x="2848" y="4565"/>
                    <a:pt x="2219" y="3271"/>
                    <a:pt x="1665" y="2162"/>
                  </a:cubicBezTo>
                  <a:cubicBezTo>
                    <a:pt x="1110" y="1089"/>
                    <a:pt x="629" y="165"/>
                    <a:pt x="629" y="165"/>
                  </a:cubicBezTo>
                  <a:cubicBezTo>
                    <a:pt x="580" y="67"/>
                    <a:pt x="481" y="1"/>
                    <a:pt x="37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1926;p37">
              <a:extLst>
                <a:ext uri="{FF2B5EF4-FFF2-40B4-BE49-F238E27FC236}">
                  <a16:creationId xmlns:a16="http://schemas.microsoft.com/office/drawing/2014/main" id="{4767BD1B-EE53-90EE-3EC6-AEE2759AB498}"/>
                </a:ext>
              </a:extLst>
            </p:cNvPr>
            <p:cNvSpPr/>
            <p:nvPr/>
          </p:nvSpPr>
          <p:spPr>
            <a:xfrm>
              <a:off x="5292025" y="3860550"/>
              <a:ext cx="109100" cy="194575"/>
            </a:xfrm>
            <a:custGeom>
              <a:avLst/>
              <a:gdLst/>
              <a:ahLst/>
              <a:cxnLst/>
              <a:rect l="l" t="t" r="r" b="b"/>
              <a:pathLst>
                <a:path w="4364" h="7783" extrusionOk="0">
                  <a:moveTo>
                    <a:pt x="342" y="1"/>
                  </a:moveTo>
                  <a:cubicBezTo>
                    <a:pt x="285" y="1"/>
                    <a:pt x="229" y="21"/>
                    <a:pt x="186" y="65"/>
                  </a:cubicBezTo>
                  <a:cubicBezTo>
                    <a:pt x="38" y="139"/>
                    <a:pt x="1" y="324"/>
                    <a:pt x="75" y="472"/>
                  </a:cubicBezTo>
                  <a:cubicBezTo>
                    <a:pt x="112" y="472"/>
                    <a:pt x="334" y="805"/>
                    <a:pt x="666" y="1322"/>
                  </a:cubicBezTo>
                  <a:cubicBezTo>
                    <a:pt x="1184" y="2099"/>
                    <a:pt x="1960" y="3319"/>
                    <a:pt x="2626" y="4465"/>
                  </a:cubicBezTo>
                  <a:cubicBezTo>
                    <a:pt x="2958" y="5019"/>
                    <a:pt x="3254" y="5574"/>
                    <a:pt x="3439" y="6054"/>
                  </a:cubicBezTo>
                  <a:cubicBezTo>
                    <a:pt x="3661" y="6535"/>
                    <a:pt x="3772" y="6942"/>
                    <a:pt x="3772" y="7164"/>
                  </a:cubicBezTo>
                  <a:cubicBezTo>
                    <a:pt x="3772" y="7237"/>
                    <a:pt x="3735" y="7274"/>
                    <a:pt x="3735" y="7274"/>
                  </a:cubicBezTo>
                  <a:cubicBezTo>
                    <a:pt x="3661" y="7422"/>
                    <a:pt x="3661" y="7607"/>
                    <a:pt x="3809" y="7718"/>
                  </a:cubicBezTo>
                  <a:cubicBezTo>
                    <a:pt x="3867" y="7762"/>
                    <a:pt x="3931" y="7783"/>
                    <a:pt x="3994" y="7783"/>
                  </a:cubicBezTo>
                  <a:cubicBezTo>
                    <a:pt x="4091" y="7783"/>
                    <a:pt x="4185" y="7734"/>
                    <a:pt x="4252" y="7644"/>
                  </a:cubicBezTo>
                  <a:cubicBezTo>
                    <a:pt x="4363" y="7496"/>
                    <a:pt x="4363" y="7311"/>
                    <a:pt x="4363" y="7164"/>
                  </a:cubicBezTo>
                  <a:cubicBezTo>
                    <a:pt x="4363" y="6905"/>
                    <a:pt x="4326" y="6646"/>
                    <a:pt x="4215" y="6313"/>
                  </a:cubicBezTo>
                  <a:cubicBezTo>
                    <a:pt x="3809" y="5241"/>
                    <a:pt x="2922" y="3688"/>
                    <a:pt x="2108" y="2431"/>
                  </a:cubicBezTo>
                  <a:cubicBezTo>
                    <a:pt x="1332" y="1137"/>
                    <a:pt x="592" y="139"/>
                    <a:pt x="592" y="139"/>
                  </a:cubicBezTo>
                  <a:cubicBezTo>
                    <a:pt x="525" y="50"/>
                    <a:pt x="431" y="1"/>
                    <a:pt x="3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1927;p37">
              <a:extLst>
                <a:ext uri="{FF2B5EF4-FFF2-40B4-BE49-F238E27FC236}">
                  <a16:creationId xmlns:a16="http://schemas.microsoft.com/office/drawing/2014/main" id="{CC0C0772-F129-9604-C679-61BD8EFD1AE4}"/>
                </a:ext>
              </a:extLst>
            </p:cNvPr>
            <p:cNvSpPr/>
            <p:nvPr/>
          </p:nvSpPr>
          <p:spPr>
            <a:xfrm>
              <a:off x="4678325" y="3645900"/>
              <a:ext cx="1122075" cy="752975"/>
            </a:xfrm>
            <a:custGeom>
              <a:avLst/>
              <a:gdLst/>
              <a:ahLst/>
              <a:cxnLst/>
              <a:rect l="l" t="t" r="r" b="b"/>
              <a:pathLst>
                <a:path w="44883" h="30119" extrusionOk="0">
                  <a:moveTo>
                    <a:pt x="25436" y="629"/>
                  </a:moveTo>
                  <a:cubicBezTo>
                    <a:pt x="25510" y="629"/>
                    <a:pt x="25732" y="702"/>
                    <a:pt x="26065" y="887"/>
                  </a:cubicBezTo>
                  <a:cubicBezTo>
                    <a:pt x="27211" y="1442"/>
                    <a:pt x="29355" y="2810"/>
                    <a:pt x="31610" y="4178"/>
                  </a:cubicBezTo>
                  <a:cubicBezTo>
                    <a:pt x="33902" y="5546"/>
                    <a:pt x="36269" y="6914"/>
                    <a:pt x="38006" y="7505"/>
                  </a:cubicBezTo>
                  <a:cubicBezTo>
                    <a:pt x="39855" y="8134"/>
                    <a:pt x="41518" y="8429"/>
                    <a:pt x="42664" y="8688"/>
                  </a:cubicBezTo>
                  <a:cubicBezTo>
                    <a:pt x="43219" y="8836"/>
                    <a:pt x="43663" y="8947"/>
                    <a:pt x="43958" y="9058"/>
                  </a:cubicBezTo>
                  <a:cubicBezTo>
                    <a:pt x="44106" y="9132"/>
                    <a:pt x="44180" y="9169"/>
                    <a:pt x="44217" y="9206"/>
                  </a:cubicBezTo>
                  <a:lnTo>
                    <a:pt x="44254" y="9243"/>
                  </a:lnTo>
                  <a:cubicBezTo>
                    <a:pt x="44217" y="9391"/>
                    <a:pt x="44143" y="9538"/>
                    <a:pt x="43958" y="9686"/>
                  </a:cubicBezTo>
                  <a:cubicBezTo>
                    <a:pt x="43441" y="10204"/>
                    <a:pt x="42073" y="10685"/>
                    <a:pt x="39929" y="10685"/>
                  </a:cubicBezTo>
                  <a:cubicBezTo>
                    <a:pt x="39263" y="10685"/>
                    <a:pt x="38228" y="10426"/>
                    <a:pt x="37045" y="10056"/>
                  </a:cubicBezTo>
                  <a:cubicBezTo>
                    <a:pt x="35344" y="9465"/>
                    <a:pt x="33348" y="8577"/>
                    <a:pt x="31795" y="7838"/>
                  </a:cubicBezTo>
                  <a:cubicBezTo>
                    <a:pt x="31019" y="7468"/>
                    <a:pt x="30353" y="7135"/>
                    <a:pt x="29873" y="6914"/>
                  </a:cubicBezTo>
                  <a:cubicBezTo>
                    <a:pt x="29392" y="6655"/>
                    <a:pt x="29096" y="6507"/>
                    <a:pt x="29096" y="6507"/>
                  </a:cubicBezTo>
                  <a:cubicBezTo>
                    <a:pt x="29057" y="6481"/>
                    <a:pt x="29013" y="6468"/>
                    <a:pt x="28968" y="6468"/>
                  </a:cubicBezTo>
                  <a:cubicBezTo>
                    <a:pt x="28885" y="6468"/>
                    <a:pt x="28798" y="6509"/>
                    <a:pt x="28727" y="6581"/>
                  </a:cubicBezTo>
                  <a:cubicBezTo>
                    <a:pt x="28653" y="6692"/>
                    <a:pt x="28616" y="6840"/>
                    <a:pt x="28727" y="6987"/>
                  </a:cubicBezTo>
                  <a:cubicBezTo>
                    <a:pt x="28727" y="6987"/>
                    <a:pt x="28948" y="7283"/>
                    <a:pt x="29318" y="7727"/>
                  </a:cubicBezTo>
                  <a:cubicBezTo>
                    <a:pt x="29836" y="8429"/>
                    <a:pt x="30612" y="9538"/>
                    <a:pt x="31241" y="10537"/>
                  </a:cubicBezTo>
                  <a:cubicBezTo>
                    <a:pt x="31573" y="11054"/>
                    <a:pt x="31869" y="11535"/>
                    <a:pt x="32091" y="11979"/>
                  </a:cubicBezTo>
                  <a:cubicBezTo>
                    <a:pt x="32276" y="12385"/>
                    <a:pt x="32387" y="12718"/>
                    <a:pt x="32387" y="12866"/>
                  </a:cubicBezTo>
                  <a:cubicBezTo>
                    <a:pt x="32239" y="13014"/>
                    <a:pt x="31832" y="13383"/>
                    <a:pt x="31204" y="13790"/>
                  </a:cubicBezTo>
                  <a:cubicBezTo>
                    <a:pt x="29392" y="15084"/>
                    <a:pt x="25991" y="17228"/>
                    <a:pt x="23514" y="18153"/>
                  </a:cubicBezTo>
                  <a:cubicBezTo>
                    <a:pt x="21924" y="18744"/>
                    <a:pt x="20593" y="19299"/>
                    <a:pt x="19558" y="19742"/>
                  </a:cubicBezTo>
                  <a:cubicBezTo>
                    <a:pt x="19003" y="19927"/>
                    <a:pt x="18560" y="20112"/>
                    <a:pt x="18227" y="20223"/>
                  </a:cubicBezTo>
                  <a:cubicBezTo>
                    <a:pt x="17923" y="20314"/>
                    <a:pt x="17694" y="20381"/>
                    <a:pt x="17540" y="20381"/>
                  </a:cubicBezTo>
                  <a:cubicBezTo>
                    <a:pt x="17506" y="20381"/>
                    <a:pt x="17477" y="20377"/>
                    <a:pt x="17450" y="20371"/>
                  </a:cubicBezTo>
                  <a:lnTo>
                    <a:pt x="17377" y="20371"/>
                  </a:lnTo>
                  <a:cubicBezTo>
                    <a:pt x="17303" y="20371"/>
                    <a:pt x="17266" y="20334"/>
                    <a:pt x="17192" y="20223"/>
                  </a:cubicBezTo>
                  <a:cubicBezTo>
                    <a:pt x="17155" y="20149"/>
                    <a:pt x="17118" y="20001"/>
                    <a:pt x="17118" y="19816"/>
                  </a:cubicBezTo>
                  <a:cubicBezTo>
                    <a:pt x="17118" y="19631"/>
                    <a:pt x="17155" y="19447"/>
                    <a:pt x="17192" y="19262"/>
                  </a:cubicBezTo>
                  <a:cubicBezTo>
                    <a:pt x="17266" y="19114"/>
                    <a:pt x="17340" y="19003"/>
                    <a:pt x="17377" y="18929"/>
                  </a:cubicBezTo>
                  <a:cubicBezTo>
                    <a:pt x="17820" y="18522"/>
                    <a:pt x="18634" y="17672"/>
                    <a:pt x="18634" y="17672"/>
                  </a:cubicBezTo>
                  <a:cubicBezTo>
                    <a:pt x="18744" y="17561"/>
                    <a:pt x="18781" y="17376"/>
                    <a:pt x="18671" y="17265"/>
                  </a:cubicBezTo>
                  <a:cubicBezTo>
                    <a:pt x="18606" y="17179"/>
                    <a:pt x="18515" y="17143"/>
                    <a:pt x="18429" y="17143"/>
                  </a:cubicBezTo>
                  <a:cubicBezTo>
                    <a:pt x="18368" y="17143"/>
                    <a:pt x="18310" y="17161"/>
                    <a:pt x="18264" y="17191"/>
                  </a:cubicBezTo>
                  <a:cubicBezTo>
                    <a:pt x="18264" y="17191"/>
                    <a:pt x="18227" y="17228"/>
                    <a:pt x="18116" y="17302"/>
                  </a:cubicBezTo>
                  <a:cubicBezTo>
                    <a:pt x="17857" y="17487"/>
                    <a:pt x="17081" y="18005"/>
                    <a:pt x="16267" y="18448"/>
                  </a:cubicBezTo>
                  <a:cubicBezTo>
                    <a:pt x="15861" y="18670"/>
                    <a:pt x="15417" y="18855"/>
                    <a:pt x="15010" y="19003"/>
                  </a:cubicBezTo>
                  <a:cubicBezTo>
                    <a:pt x="14604" y="19151"/>
                    <a:pt x="14197" y="19262"/>
                    <a:pt x="13938" y="19262"/>
                  </a:cubicBezTo>
                  <a:lnTo>
                    <a:pt x="12386" y="19262"/>
                  </a:lnTo>
                  <a:cubicBezTo>
                    <a:pt x="12312" y="19262"/>
                    <a:pt x="12238" y="19262"/>
                    <a:pt x="12201" y="19336"/>
                  </a:cubicBezTo>
                  <a:lnTo>
                    <a:pt x="703" y="29096"/>
                  </a:lnTo>
                  <a:lnTo>
                    <a:pt x="1463" y="20733"/>
                  </a:lnTo>
                  <a:lnTo>
                    <a:pt x="1463" y="20733"/>
                  </a:lnTo>
                  <a:cubicBezTo>
                    <a:pt x="2668" y="20238"/>
                    <a:pt x="8882" y="17544"/>
                    <a:pt x="12718" y="14308"/>
                  </a:cubicBezTo>
                  <a:cubicBezTo>
                    <a:pt x="14863" y="12533"/>
                    <a:pt x="17746" y="9095"/>
                    <a:pt x="20297" y="6100"/>
                  </a:cubicBezTo>
                  <a:cubicBezTo>
                    <a:pt x="21554" y="4584"/>
                    <a:pt x="22737" y="3216"/>
                    <a:pt x="23662" y="2181"/>
                  </a:cubicBezTo>
                  <a:cubicBezTo>
                    <a:pt x="24142" y="1701"/>
                    <a:pt x="24549" y="1294"/>
                    <a:pt x="24845" y="998"/>
                  </a:cubicBezTo>
                  <a:cubicBezTo>
                    <a:pt x="25029" y="850"/>
                    <a:pt x="25177" y="776"/>
                    <a:pt x="25251" y="702"/>
                  </a:cubicBezTo>
                  <a:lnTo>
                    <a:pt x="25399" y="629"/>
                  </a:lnTo>
                  <a:close/>
                  <a:moveTo>
                    <a:pt x="25436" y="0"/>
                  </a:moveTo>
                  <a:cubicBezTo>
                    <a:pt x="25251" y="0"/>
                    <a:pt x="25103" y="74"/>
                    <a:pt x="24956" y="185"/>
                  </a:cubicBezTo>
                  <a:cubicBezTo>
                    <a:pt x="24660" y="333"/>
                    <a:pt x="24364" y="629"/>
                    <a:pt x="23957" y="998"/>
                  </a:cubicBezTo>
                  <a:cubicBezTo>
                    <a:pt x="22626" y="2292"/>
                    <a:pt x="20556" y="4806"/>
                    <a:pt x="18412" y="7357"/>
                  </a:cubicBezTo>
                  <a:cubicBezTo>
                    <a:pt x="16267" y="9871"/>
                    <a:pt x="14012" y="12459"/>
                    <a:pt x="12349" y="13864"/>
                  </a:cubicBezTo>
                  <a:cubicBezTo>
                    <a:pt x="10278" y="15565"/>
                    <a:pt x="7431" y="17191"/>
                    <a:pt x="5139" y="18374"/>
                  </a:cubicBezTo>
                  <a:cubicBezTo>
                    <a:pt x="3956" y="18929"/>
                    <a:pt x="2958" y="19410"/>
                    <a:pt x="2219" y="19742"/>
                  </a:cubicBezTo>
                  <a:cubicBezTo>
                    <a:pt x="1849" y="19927"/>
                    <a:pt x="1553" y="20038"/>
                    <a:pt x="1368" y="20112"/>
                  </a:cubicBezTo>
                  <a:cubicBezTo>
                    <a:pt x="1146" y="20223"/>
                    <a:pt x="1036" y="20260"/>
                    <a:pt x="1036" y="20260"/>
                  </a:cubicBezTo>
                  <a:cubicBezTo>
                    <a:pt x="925" y="20297"/>
                    <a:pt x="851" y="20408"/>
                    <a:pt x="851" y="20519"/>
                  </a:cubicBezTo>
                  <a:lnTo>
                    <a:pt x="0" y="29798"/>
                  </a:lnTo>
                  <a:cubicBezTo>
                    <a:pt x="0" y="29909"/>
                    <a:pt x="74" y="30020"/>
                    <a:pt x="185" y="30094"/>
                  </a:cubicBezTo>
                  <a:cubicBezTo>
                    <a:pt x="231" y="30109"/>
                    <a:pt x="277" y="30118"/>
                    <a:pt x="323" y="30118"/>
                  </a:cubicBezTo>
                  <a:cubicBezTo>
                    <a:pt x="388" y="30118"/>
                    <a:pt x="453" y="30101"/>
                    <a:pt x="518" y="30057"/>
                  </a:cubicBezTo>
                  <a:lnTo>
                    <a:pt x="12520" y="19853"/>
                  </a:lnTo>
                  <a:lnTo>
                    <a:pt x="13938" y="19853"/>
                  </a:lnTo>
                  <a:cubicBezTo>
                    <a:pt x="14382" y="19853"/>
                    <a:pt x="14900" y="19705"/>
                    <a:pt x="15417" y="19521"/>
                  </a:cubicBezTo>
                  <a:cubicBezTo>
                    <a:pt x="15848" y="19342"/>
                    <a:pt x="16291" y="19118"/>
                    <a:pt x="16704" y="18890"/>
                  </a:cubicBezTo>
                  <a:lnTo>
                    <a:pt x="16704" y="18890"/>
                  </a:lnTo>
                  <a:cubicBezTo>
                    <a:pt x="16681" y="18950"/>
                    <a:pt x="16659" y="19012"/>
                    <a:pt x="16637" y="19077"/>
                  </a:cubicBezTo>
                  <a:cubicBezTo>
                    <a:pt x="16563" y="19299"/>
                    <a:pt x="16526" y="19558"/>
                    <a:pt x="16526" y="19816"/>
                  </a:cubicBezTo>
                  <a:cubicBezTo>
                    <a:pt x="16526" y="20038"/>
                    <a:pt x="16563" y="20297"/>
                    <a:pt x="16637" y="20519"/>
                  </a:cubicBezTo>
                  <a:cubicBezTo>
                    <a:pt x="16748" y="20741"/>
                    <a:pt x="16970" y="20925"/>
                    <a:pt x="17266" y="20999"/>
                  </a:cubicBezTo>
                  <a:lnTo>
                    <a:pt x="17450" y="20999"/>
                  </a:lnTo>
                  <a:cubicBezTo>
                    <a:pt x="17709" y="20999"/>
                    <a:pt x="18005" y="20925"/>
                    <a:pt x="18412" y="20815"/>
                  </a:cubicBezTo>
                  <a:cubicBezTo>
                    <a:pt x="19558" y="20445"/>
                    <a:pt x="21369" y="19631"/>
                    <a:pt x="23735" y="18744"/>
                  </a:cubicBezTo>
                  <a:cubicBezTo>
                    <a:pt x="25473" y="18079"/>
                    <a:pt x="27543" y="16933"/>
                    <a:pt x="29281" y="15823"/>
                  </a:cubicBezTo>
                  <a:cubicBezTo>
                    <a:pt x="30168" y="15269"/>
                    <a:pt x="30945" y="14751"/>
                    <a:pt x="31573" y="14308"/>
                  </a:cubicBezTo>
                  <a:cubicBezTo>
                    <a:pt x="32202" y="13864"/>
                    <a:pt x="32608" y="13531"/>
                    <a:pt x="32830" y="13309"/>
                  </a:cubicBezTo>
                  <a:cubicBezTo>
                    <a:pt x="32978" y="13199"/>
                    <a:pt x="33015" y="13014"/>
                    <a:pt x="33015" y="12866"/>
                  </a:cubicBezTo>
                  <a:cubicBezTo>
                    <a:pt x="33015" y="12644"/>
                    <a:pt x="32941" y="12385"/>
                    <a:pt x="32830" y="12126"/>
                  </a:cubicBezTo>
                  <a:cubicBezTo>
                    <a:pt x="32424" y="11165"/>
                    <a:pt x="31536" y="9834"/>
                    <a:pt x="30723" y="8651"/>
                  </a:cubicBezTo>
                  <a:cubicBezTo>
                    <a:pt x="30464" y="8287"/>
                    <a:pt x="30217" y="7945"/>
                    <a:pt x="30000" y="7648"/>
                  </a:cubicBezTo>
                  <a:lnTo>
                    <a:pt x="30000" y="7648"/>
                  </a:lnTo>
                  <a:cubicBezTo>
                    <a:pt x="30804" y="8046"/>
                    <a:pt x="31950" y="8602"/>
                    <a:pt x="33200" y="9169"/>
                  </a:cubicBezTo>
                  <a:cubicBezTo>
                    <a:pt x="34420" y="9686"/>
                    <a:pt x="35677" y="10241"/>
                    <a:pt x="36860" y="10611"/>
                  </a:cubicBezTo>
                  <a:cubicBezTo>
                    <a:pt x="38043" y="11017"/>
                    <a:pt x="39115" y="11313"/>
                    <a:pt x="39929" y="11313"/>
                  </a:cubicBezTo>
                  <a:cubicBezTo>
                    <a:pt x="41407" y="11313"/>
                    <a:pt x="42590" y="11091"/>
                    <a:pt x="43404" y="10759"/>
                  </a:cubicBezTo>
                  <a:cubicBezTo>
                    <a:pt x="43811" y="10574"/>
                    <a:pt x="44143" y="10389"/>
                    <a:pt x="44402" y="10167"/>
                  </a:cubicBezTo>
                  <a:cubicBezTo>
                    <a:pt x="44661" y="9908"/>
                    <a:pt x="44809" y="9649"/>
                    <a:pt x="44846" y="9354"/>
                  </a:cubicBezTo>
                  <a:lnTo>
                    <a:pt x="44883" y="9243"/>
                  </a:lnTo>
                  <a:cubicBezTo>
                    <a:pt x="44883" y="9058"/>
                    <a:pt x="44772" y="8873"/>
                    <a:pt x="44661" y="8762"/>
                  </a:cubicBezTo>
                  <a:cubicBezTo>
                    <a:pt x="44439" y="8577"/>
                    <a:pt x="44143" y="8466"/>
                    <a:pt x="43737" y="8318"/>
                  </a:cubicBezTo>
                  <a:cubicBezTo>
                    <a:pt x="42590" y="7986"/>
                    <a:pt x="40594" y="7727"/>
                    <a:pt x="38191" y="6914"/>
                  </a:cubicBezTo>
                  <a:cubicBezTo>
                    <a:pt x="36342" y="6285"/>
                    <a:pt x="33496" y="4621"/>
                    <a:pt x="30982" y="3069"/>
                  </a:cubicBezTo>
                  <a:cubicBezTo>
                    <a:pt x="29725" y="2292"/>
                    <a:pt x="28542" y="1553"/>
                    <a:pt x="27580" y="998"/>
                  </a:cubicBezTo>
                  <a:cubicBezTo>
                    <a:pt x="27100" y="739"/>
                    <a:pt x="26693" y="518"/>
                    <a:pt x="26323" y="333"/>
                  </a:cubicBezTo>
                  <a:cubicBezTo>
                    <a:pt x="25991" y="148"/>
                    <a:pt x="25732" y="37"/>
                    <a:pt x="2547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1928;p37">
              <a:extLst>
                <a:ext uri="{FF2B5EF4-FFF2-40B4-BE49-F238E27FC236}">
                  <a16:creationId xmlns:a16="http://schemas.microsoft.com/office/drawing/2014/main" id="{C7157076-0566-EF6D-0489-4154001CBA64}"/>
                </a:ext>
              </a:extLst>
            </p:cNvPr>
            <p:cNvSpPr/>
            <p:nvPr/>
          </p:nvSpPr>
          <p:spPr>
            <a:xfrm>
              <a:off x="3709700" y="2698525"/>
              <a:ext cx="1055525" cy="2070975"/>
            </a:xfrm>
            <a:custGeom>
              <a:avLst/>
              <a:gdLst/>
              <a:ahLst/>
              <a:cxnLst/>
              <a:rect l="l" t="t" r="r" b="b"/>
              <a:pathLst>
                <a:path w="42221" h="82839" extrusionOk="0">
                  <a:moveTo>
                    <a:pt x="21776" y="0"/>
                  </a:moveTo>
                  <a:cubicBezTo>
                    <a:pt x="20667" y="0"/>
                    <a:pt x="18966" y="850"/>
                    <a:pt x="18707" y="4658"/>
                  </a:cubicBezTo>
                  <a:cubicBezTo>
                    <a:pt x="18412" y="8429"/>
                    <a:pt x="0" y="79376"/>
                    <a:pt x="0" y="81188"/>
                  </a:cubicBezTo>
                  <a:cubicBezTo>
                    <a:pt x="0" y="82197"/>
                    <a:pt x="872" y="82839"/>
                    <a:pt x="3134" y="82839"/>
                  </a:cubicBezTo>
                  <a:cubicBezTo>
                    <a:pt x="4932" y="82839"/>
                    <a:pt x="7609" y="82433"/>
                    <a:pt x="11424" y="81483"/>
                  </a:cubicBezTo>
                  <a:cubicBezTo>
                    <a:pt x="18707" y="79672"/>
                    <a:pt x="40335" y="72352"/>
                    <a:pt x="40335" y="72352"/>
                  </a:cubicBezTo>
                  <a:lnTo>
                    <a:pt x="42221" y="57009"/>
                  </a:lnTo>
                  <a:lnTo>
                    <a:pt x="19669" y="61519"/>
                  </a:lnTo>
                  <a:lnTo>
                    <a:pt x="30649" y="29355"/>
                  </a:lnTo>
                  <a:lnTo>
                    <a:pt x="27543" y="444"/>
                  </a:lnTo>
                  <a:cubicBezTo>
                    <a:pt x="27543" y="444"/>
                    <a:pt x="22922" y="0"/>
                    <a:pt x="2177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1929;p37">
              <a:extLst>
                <a:ext uri="{FF2B5EF4-FFF2-40B4-BE49-F238E27FC236}">
                  <a16:creationId xmlns:a16="http://schemas.microsoft.com/office/drawing/2014/main" id="{215F811F-75B3-FCC0-2CB1-37B618F61757}"/>
                </a:ext>
              </a:extLst>
            </p:cNvPr>
            <p:cNvSpPr/>
            <p:nvPr/>
          </p:nvSpPr>
          <p:spPr>
            <a:xfrm>
              <a:off x="3709700" y="3396325"/>
              <a:ext cx="1024100" cy="1373175"/>
            </a:xfrm>
            <a:custGeom>
              <a:avLst/>
              <a:gdLst/>
              <a:ahLst/>
              <a:cxnLst/>
              <a:rect l="l" t="t" r="r" b="b"/>
              <a:pathLst>
                <a:path w="40964" h="54927" extrusionOk="0">
                  <a:moveTo>
                    <a:pt x="13199" y="1"/>
                  </a:moveTo>
                  <a:cubicBezTo>
                    <a:pt x="7690" y="22109"/>
                    <a:pt x="0" y="52093"/>
                    <a:pt x="0" y="53276"/>
                  </a:cubicBezTo>
                  <a:cubicBezTo>
                    <a:pt x="0" y="54285"/>
                    <a:pt x="872" y="54927"/>
                    <a:pt x="3134" y="54927"/>
                  </a:cubicBezTo>
                  <a:cubicBezTo>
                    <a:pt x="4932" y="54927"/>
                    <a:pt x="7609" y="54521"/>
                    <a:pt x="11424" y="53571"/>
                  </a:cubicBezTo>
                  <a:cubicBezTo>
                    <a:pt x="18707" y="51760"/>
                    <a:pt x="40335" y="44440"/>
                    <a:pt x="40335" y="44440"/>
                  </a:cubicBezTo>
                  <a:lnTo>
                    <a:pt x="40964" y="39301"/>
                  </a:lnTo>
                  <a:lnTo>
                    <a:pt x="40964" y="39301"/>
                  </a:lnTo>
                  <a:cubicBezTo>
                    <a:pt x="39374" y="39744"/>
                    <a:pt x="14197" y="46510"/>
                    <a:pt x="9391" y="48100"/>
                  </a:cubicBezTo>
                  <a:cubicBezTo>
                    <a:pt x="8943" y="48249"/>
                    <a:pt x="8622" y="48317"/>
                    <a:pt x="8405" y="48317"/>
                  </a:cubicBezTo>
                  <a:cubicBezTo>
                    <a:pt x="7334" y="48317"/>
                    <a:pt x="8820" y="46661"/>
                    <a:pt x="10204" y="45031"/>
                  </a:cubicBezTo>
                  <a:cubicBezTo>
                    <a:pt x="11587" y="43400"/>
                    <a:pt x="12868" y="41769"/>
                    <a:pt x="11502" y="41769"/>
                  </a:cubicBezTo>
                  <a:cubicBezTo>
                    <a:pt x="11444" y="41769"/>
                    <a:pt x="11381" y="41772"/>
                    <a:pt x="11313" y="41778"/>
                  </a:cubicBezTo>
                  <a:cubicBezTo>
                    <a:pt x="7764" y="42037"/>
                    <a:pt x="3623" y="46991"/>
                    <a:pt x="3623" y="46991"/>
                  </a:cubicBezTo>
                  <a:lnTo>
                    <a:pt x="13199"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1930;p37">
              <a:extLst>
                <a:ext uri="{FF2B5EF4-FFF2-40B4-BE49-F238E27FC236}">
                  <a16:creationId xmlns:a16="http://schemas.microsoft.com/office/drawing/2014/main" id="{C127AFD9-E725-3079-2C40-17A6E807F1EE}"/>
                </a:ext>
              </a:extLst>
            </p:cNvPr>
            <p:cNvSpPr/>
            <p:nvPr/>
          </p:nvSpPr>
          <p:spPr>
            <a:xfrm>
              <a:off x="3718000" y="3645900"/>
              <a:ext cx="1007475" cy="1115600"/>
            </a:xfrm>
            <a:custGeom>
              <a:avLst/>
              <a:gdLst/>
              <a:ahLst/>
              <a:cxnLst/>
              <a:rect l="l" t="t" r="r" b="b"/>
              <a:pathLst>
                <a:path w="40299" h="44624" extrusionOk="0">
                  <a:moveTo>
                    <a:pt x="10685" y="0"/>
                  </a:moveTo>
                  <a:cubicBezTo>
                    <a:pt x="8134" y="10241"/>
                    <a:pt x="5399" y="20925"/>
                    <a:pt x="3365" y="29170"/>
                  </a:cubicBezTo>
                  <a:cubicBezTo>
                    <a:pt x="1591" y="36268"/>
                    <a:pt x="297" y="41555"/>
                    <a:pt x="38" y="42997"/>
                  </a:cubicBezTo>
                  <a:cubicBezTo>
                    <a:pt x="1" y="43145"/>
                    <a:pt x="1" y="43293"/>
                    <a:pt x="1" y="43293"/>
                  </a:cubicBezTo>
                  <a:cubicBezTo>
                    <a:pt x="1" y="43515"/>
                    <a:pt x="38" y="43662"/>
                    <a:pt x="112" y="43847"/>
                  </a:cubicBezTo>
                  <a:cubicBezTo>
                    <a:pt x="223" y="43995"/>
                    <a:pt x="334" y="44106"/>
                    <a:pt x="555" y="44217"/>
                  </a:cubicBezTo>
                  <a:cubicBezTo>
                    <a:pt x="962" y="44476"/>
                    <a:pt x="1702" y="44624"/>
                    <a:pt x="2774" y="44624"/>
                  </a:cubicBezTo>
                  <a:cubicBezTo>
                    <a:pt x="4548" y="44624"/>
                    <a:pt x="7210" y="44217"/>
                    <a:pt x="11018" y="43293"/>
                  </a:cubicBezTo>
                  <a:cubicBezTo>
                    <a:pt x="17377" y="41703"/>
                    <a:pt x="34716" y="35899"/>
                    <a:pt x="38968" y="34457"/>
                  </a:cubicBezTo>
                  <a:cubicBezTo>
                    <a:pt x="39301" y="34346"/>
                    <a:pt x="39559" y="34272"/>
                    <a:pt x="39707" y="34235"/>
                  </a:cubicBezTo>
                  <a:lnTo>
                    <a:pt x="40299" y="29429"/>
                  </a:lnTo>
                  <a:lnTo>
                    <a:pt x="40299" y="29429"/>
                  </a:lnTo>
                  <a:cubicBezTo>
                    <a:pt x="36972" y="30316"/>
                    <a:pt x="13680" y="36564"/>
                    <a:pt x="9059" y="38117"/>
                  </a:cubicBezTo>
                  <a:cubicBezTo>
                    <a:pt x="8615" y="38265"/>
                    <a:pt x="8282" y="38339"/>
                    <a:pt x="8061" y="38339"/>
                  </a:cubicBezTo>
                  <a:cubicBezTo>
                    <a:pt x="7839" y="38339"/>
                    <a:pt x="7728" y="38228"/>
                    <a:pt x="7728" y="38080"/>
                  </a:cubicBezTo>
                  <a:cubicBezTo>
                    <a:pt x="7728" y="37525"/>
                    <a:pt x="8800" y="36305"/>
                    <a:pt x="9872" y="35048"/>
                  </a:cubicBezTo>
                  <a:cubicBezTo>
                    <a:pt x="10833" y="33902"/>
                    <a:pt x="11758" y="32756"/>
                    <a:pt x="11758" y="32165"/>
                  </a:cubicBezTo>
                  <a:cubicBezTo>
                    <a:pt x="11758" y="31943"/>
                    <a:pt x="11573" y="31795"/>
                    <a:pt x="11166" y="31795"/>
                  </a:cubicBezTo>
                  <a:lnTo>
                    <a:pt x="10981" y="31795"/>
                  </a:lnTo>
                  <a:cubicBezTo>
                    <a:pt x="7432" y="32054"/>
                    <a:pt x="3291" y="37008"/>
                    <a:pt x="3291" y="37008"/>
                  </a:cubicBezTo>
                  <a:lnTo>
                    <a:pt x="10833"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1931;p37">
              <a:extLst>
                <a:ext uri="{FF2B5EF4-FFF2-40B4-BE49-F238E27FC236}">
                  <a16:creationId xmlns:a16="http://schemas.microsoft.com/office/drawing/2014/main" id="{C7B90CCE-7583-B492-364B-9551014846AF}"/>
                </a:ext>
              </a:extLst>
            </p:cNvPr>
            <p:cNvSpPr/>
            <p:nvPr/>
          </p:nvSpPr>
          <p:spPr>
            <a:xfrm>
              <a:off x="3702300" y="2691125"/>
              <a:ext cx="1071250" cy="2086100"/>
            </a:xfrm>
            <a:custGeom>
              <a:avLst/>
              <a:gdLst/>
              <a:ahLst/>
              <a:cxnLst/>
              <a:rect l="l" t="t" r="r" b="b"/>
              <a:pathLst>
                <a:path w="42850" h="83444" extrusionOk="0">
                  <a:moveTo>
                    <a:pt x="22072" y="0"/>
                  </a:moveTo>
                  <a:cubicBezTo>
                    <a:pt x="21443" y="0"/>
                    <a:pt x="20630" y="259"/>
                    <a:pt x="20002" y="998"/>
                  </a:cubicBezTo>
                  <a:cubicBezTo>
                    <a:pt x="19336" y="1775"/>
                    <a:pt x="18818" y="2995"/>
                    <a:pt x="18671" y="4917"/>
                  </a:cubicBezTo>
                  <a:cubicBezTo>
                    <a:pt x="18671" y="5139"/>
                    <a:pt x="18597" y="5620"/>
                    <a:pt x="18449" y="6359"/>
                  </a:cubicBezTo>
                  <a:cubicBezTo>
                    <a:pt x="17303" y="11794"/>
                    <a:pt x="12718" y="30131"/>
                    <a:pt x="8393" y="47323"/>
                  </a:cubicBezTo>
                  <a:cubicBezTo>
                    <a:pt x="6211" y="55937"/>
                    <a:pt x="4141" y="64218"/>
                    <a:pt x="2588" y="70503"/>
                  </a:cubicBezTo>
                  <a:cubicBezTo>
                    <a:pt x="1812" y="73646"/>
                    <a:pt x="1147" y="76271"/>
                    <a:pt x="703" y="78156"/>
                  </a:cubicBezTo>
                  <a:cubicBezTo>
                    <a:pt x="481" y="79081"/>
                    <a:pt x="296" y="79857"/>
                    <a:pt x="185" y="80412"/>
                  </a:cubicBezTo>
                  <a:cubicBezTo>
                    <a:pt x="148" y="80707"/>
                    <a:pt x="74" y="80929"/>
                    <a:pt x="74" y="81114"/>
                  </a:cubicBezTo>
                  <a:cubicBezTo>
                    <a:pt x="37" y="81262"/>
                    <a:pt x="0" y="81373"/>
                    <a:pt x="0" y="81484"/>
                  </a:cubicBezTo>
                  <a:cubicBezTo>
                    <a:pt x="0" y="81779"/>
                    <a:pt x="74" y="82075"/>
                    <a:pt x="222" y="82334"/>
                  </a:cubicBezTo>
                  <a:cubicBezTo>
                    <a:pt x="444" y="82704"/>
                    <a:pt x="814" y="83000"/>
                    <a:pt x="1331" y="83184"/>
                  </a:cubicBezTo>
                  <a:cubicBezTo>
                    <a:pt x="1886" y="83369"/>
                    <a:pt x="2551" y="83443"/>
                    <a:pt x="3402" y="83443"/>
                  </a:cubicBezTo>
                  <a:cubicBezTo>
                    <a:pt x="5250" y="83443"/>
                    <a:pt x="7949" y="83037"/>
                    <a:pt x="11794" y="82075"/>
                  </a:cubicBezTo>
                  <a:cubicBezTo>
                    <a:pt x="19114" y="80227"/>
                    <a:pt x="40705" y="72943"/>
                    <a:pt x="40705" y="72943"/>
                  </a:cubicBezTo>
                  <a:cubicBezTo>
                    <a:pt x="40816" y="72907"/>
                    <a:pt x="40927" y="72796"/>
                    <a:pt x="40927" y="72685"/>
                  </a:cubicBezTo>
                  <a:lnTo>
                    <a:pt x="42849" y="57342"/>
                  </a:lnTo>
                  <a:cubicBezTo>
                    <a:pt x="42849" y="57231"/>
                    <a:pt x="42812" y="57157"/>
                    <a:pt x="42738" y="57083"/>
                  </a:cubicBezTo>
                  <a:cubicBezTo>
                    <a:pt x="42684" y="57029"/>
                    <a:pt x="42610" y="56995"/>
                    <a:pt x="42546" y="56995"/>
                  </a:cubicBezTo>
                  <a:cubicBezTo>
                    <a:pt x="42522" y="56995"/>
                    <a:pt x="42499" y="56999"/>
                    <a:pt x="42480" y="57009"/>
                  </a:cubicBezTo>
                  <a:lnTo>
                    <a:pt x="20445" y="61409"/>
                  </a:lnTo>
                  <a:lnTo>
                    <a:pt x="31204" y="29762"/>
                  </a:lnTo>
                  <a:cubicBezTo>
                    <a:pt x="31278" y="29614"/>
                    <a:pt x="31204" y="29429"/>
                    <a:pt x="31019" y="29355"/>
                  </a:cubicBezTo>
                  <a:cubicBezTo>
                    <a:pt x="30994" y="29349"/>
                    <a:pt x="30968" y="29346"/>
                    <a:pt x="30943" y="29346"/>
                  </a:cubicBezTo>
                  <a:cubicBezTo>
                    <a:pt x="30813" y="29346"/>
                    <a:pt x="30680" y="29423"/>
                    <a:pt x="30649" y="29577"/>
                  </a:cubicBezTo>
                  <a:lnTo>
                    <a:pt x="19669" y="61741"/>
                  </a:lnTo>
                  <a:cubicBezTo>
                    <a:pt x="19632" y="61815"/>
                    <a:pt x="19669" y="61963"/>
                    <a:pt x="19743" y="62037"/>
                  </a:cubicBezTo>
                  <a:cubicBezTo>
                    <a:pt x="19797" y="62091"/>
                    <a:pt x="19871" y="62126"/>
                    <a:pt x="19950" y="62126"/>
                  </a:cubicBezTo>
                  <a:cubicBezTo>
                    <a:pt x="19979" y="62126"/>
                    <a:pt x="20009" y="62121"/>
                    <a:pt x="20038" y="62111"/>
                  </a:cubicBezTo>
                  <a:lnTo>
                    <a:pt x="42184" y="57675"/>
                  </a:lnTo>
                  <a:lnTo>
                    <a:pt x="40323" y="72417"/>
                  </a:lnTo>
                  <a:lnTo>
                    <a:pt x="40323" y="72417"/>
                  </a:lnTo>
                  <a:cubicBezTo>
                    <a:pt x="40166" y="72467"/>
                    <a:pt x="39920" y="72546"/>
                    <a:pt x="39596" y="72648"/>
                  </a:cubicBezTo>
                  <a:cubicBezTo>
                    <a:pt x="35344" y="74090"/>
                    <a:pt x="18005" y="79894"/>
                    <a:pt x="11646" y="81484"/>
                  </a:cubicBezTo>
                  <a:cubicBezTo>
                    <a:pt x="7838" y="82408"/>
                    <a:pt x="5176" y="82815"/>
                    <a:pt x="3402" y="82815"/>
                  </a:cubicBezTo>
                  <a:cubicBezTo>
                    <a:pt x="2330" y="82815"/>
                    <a:pt x="1590" y="82667"/>
                    <a:pt x="1183" y="82408"/>
                  </a:cubicBezTo>
                  <a:cubicBezTo>
                    <a:pt x="962" y="82297"/>
                    <a:pt x="851" y="82186"/>
                    <a:pt x="740" y="82038"/>
                  </a:cubicBezTo>
                  <a:cubicBezTo>
                    <a:pt x="666" y="81853"/>
                    <a:pt x="629" y="81706"/>
                    <a:pt x="629" y="81484"/>
                  </a:cubicBezTo>
                  <a:cubicBezTo>
                    <a:pt x="629" y="81484"/>
                    <a:pt x="629" y="81336"/>
                    <a:pt x="666" y="81188"/>
                  </a:cubicBezTo>
                  <a:cubicBezTo>
                    <a:pt x="925" y="79746"/>
                    <a:pt x="2219" y="74459"/>
                    <a:pt x="3993" y="67361"/>
                  </a:cubicBezTo>
                  <a:cubicBezTo>
                    <a:pt x="6655" y="56676"/>
                    <a:pt x="10426" y="41777"/>
                    <a:pt x="13569" y="29207"/>
                  </a:cubicBezTo>
                  <a:cubicBezTo>
                    <a:pt x="15121" y="22922"/>
                    <a:pt x="16526" y="17229"/>
                    <a:pt x="17561" y="12903"/>
                  </a:cubicBezTo>
                  <a:cubicBezTo>
                    <a:pt x="18079" y="10759"/>
                    <a:pt x="18486" y="8947"/>
                    <a:pt x="18781" y="7616"/>
                  </a:cubicBezTo>
                  <a:cubicBezTo>
                    <a:pt x="19077" y="6248"/>
                    <a:pt x="19262" y="5361"/>
                    <a:pt x="19299" y="4954"/>
                  </a:cubicBezTo>
                  <a:cubicBezTo>
                    <a:pt x="19447" y="3106"/>
                    <a:pt x="19928" y="2034"/>
                    <a:pt x="20445" y="1405"/>
                  </a:cubicBezTo>
                  <a:cubicBezTo>
                    <a:pt x="21000" y="777"/>
                    <a:pt x="21591" y="629"/>
                    <a:pt x="22072" y="629"/>
                  </a:cubicBezTo>
                  <a:cubicBezTo>
                    <a:pt x="22626" y="629"/>
                    <a:pt x="24068" y="740"/>
                    <a:pt x="25362" y="814"/>
                  </a:cubicBezTo>
                  <a:cubicBezTo>
                    <a:pt x="26656" y="925"/>
                    <a:pt x="27802" y="1035"/>
                    <a:pt x="27802" y="1035"/>
                  </a:cubicBezTo>
                  <a:cubicBezTo>
                    <a:pt x="27822" y="1039"/>
                    <a:pt x="27841" y="1041"/>
                    <a:pt x="27859" y="1041"/>
                  </a:cubicBezTo>
                  <a:cubicBezTo>
                    <a:pt x="28017" y="1041"/>
                    <a:pt x="28135" y="909"/>
                    <a:pt x="28135" y="777"/>
                  </a:cubicBezTo>
                  <a:cubicBezTo>
                    <a:pt x="28172" y="592"/>
                    <a:pt x="28024" y="444"/>
                    <a:pt x="27876" y="444"/>
                  </a:cubicBezTo>
                  <a:cubicBezTo>
                    <a:pt x="27876" y="444"/>
                    <a:pt x="26693" y="333"/>
                    <a:pt x="25399" y="222"/>
                  </a:cubicBezTo>
                  <a:cubicBezTo>
                    <a:pt x="24105" y="111"/>
                    <a:pt x="22663" y="0"/>
                    <a:pt x="2207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1932;p37">
              <a:extLst>
                <a:ext uri="{FF2B5EF4-FFF2-40B4-BE49-F238E27FC236}">
                  <a16:creationId xmlns:a16="http://schemas.microsoft.com/office/drawing/2014/main" id="{7BDB211E-2618-A1D2-1F97-75BC2FC01022}"/>
                </a:ext>
              </a:extLst>
            </p:cNvPr>
            <p:cNvSpPr/>
            <p:nvPr/>
          </p:nvSpPr>
          <p:spPr>
            <a:xfrm>
              <a:off x="4389950" y="3681000"/>
              <a:ext cx="277300" cy="403025"/>
            </a:xfrm>
            <a:custGeom>
              <a:avLst/>
              <a:gdLst/>
              <a:ahLst/>
              <a:cxnLst/>
              <a:rect l="l" t="t" r="r" b="b"/>
              <a:pathLst>
                <a:path w="11092" h="16121" extrusionOk="0">
                  <a:moveTo>
                    <a:pt x="1258" y="1"/>
                  </a:moveTo>
                  <a:lnTo>
                    <a:pt x="1" y="15713"/>
                  </a:lnTo>
                  <a:lnTo>
                    <a:pt x="10130" y="16120"/>
                  </a:lnTo>
                  <a:lnTo>
                    <a:pt x="11092" y="851"/>
                  </a:lnTo>
                  <a:lnTo>
                    <a:pt x="1258"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1933;p37">
              <a:extLst>
                <a:ext uri="{FF2B5EF4-FFF2-40B4-BE49-F238E27FC236}">
                  <a16:creationId xmlns:a16="http://schemas.microsoft.com/office/drawing/2014/main" id="{83E0904E-03FA-0774-89E4-D026FB51C322}"/>
                </a:ext>
              </a:extLst>
            </p:cNvPr>
            <p:cNvSpPr/>
            <p:nvPr/>
          </p:nvSpPr>
          <p:spPr>
            <a:xfrm>
              <a:off x="4381625" y="3673250"/>
              <a:ext cx="293950" cy="419075"/>
            </a:xfrm>
            <a:custGeom>
              <a:avLst/>
              <a:gdLst/>
              <a:ahLst/>
              <a:cxnLst/>
              <a:rect l="l" t="t" r="r" b="b"/>
              <a:pathLst>
                <a:path w="11758" h="16763" extrusionOk="0">
                  <a:moveTo>
                    <a:pt x="1864" y="633"/>
                  </a:moveTo>
                  <a:lnTo>
                    <a:pt x="11092" y="1420"/>
                  </a:lnTo>
                  <a:lnTo>
                    <a:pt x="10205" y="16134"/>
                  </a:lnTo>
                  <a:lnTo>
                    <a:pt x="666" y="15728"/>
                  </a:lnTo>
                  <a:lnTo>
                    <a:pt x="1864" y="633"/>
                  </a:lnTo>
                  <a:close/>
                  <a:moveTo>
                    <a:pt x="1562" y="1"/>
                  </a:moveTo>
                  <a:cubicBezTo>
                    <a:pt x="1499" y="1"/>
                    <a:pt x="1433" y="35"/>
                    <a:pt x="1406" y="89"/>
                  </a:cubicBezTo>
                  <a:cubicBezTo>
                    <a:pt x="1332" y="126"/>
                    <a:pt x="1295" y="200"/>
                    <a:pt x="1295" y="274"/>
                  </a:cubicBezTo>
                  <a:lnTo>
                    <a:pt x="38" y="16023"/>
                  </a:lnTo>
                  <a:cubicBezTo>
                    <a:pt x="1" y="16097"/>
                    <a:pt x="38" y="16171"/>
                    <a:pt x="112" y="16245"/>
                  </a:cubicBezTo>
                  <a:cubicBezTo>
                    <a:pt x="149" y="16319"/>
                    <a:pt x="223" y="16356"/>
                    <a:pt x="334" y="16356"/>
                  </a:cubicBezTo>
                  <a:lnTo>
                    <a:pt x="10463" y="16763"/>
                  </a:lnTo>
                  <a:cubicBezTo>
                    <a:pt x="10648" y="16763"/>
                    <a:pt x="10759" y="16615"/>
                    <a:pt x="10796" y="16467"/>
                  </a:cubicBezTo>
                  <a:lnTo>
                    <a:pt x="11720" y="1161"/>
                  </a:lnTo>
                  <a:cubicBezTo>
                    <a:pt x="11757" y="1013"/>
                    <a:pt x="11610" y="865"/>
                    <a:pt x="11462" y="829"/>
                  </a:cubicBezTo>
                  <a:lnTo>
                    <a:pt x="1628" y="15"/>
                  </a:lnTo>
                  <a:cubicBezTo>
                    <a:pt x="1608" y="5"/>
                    <a:pt x="1585" y="1"/>
                    <a:pt x="156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1934;p37">
              <a:extLst>
                <a:ext uri="{FF2B5EF4-FFF2-40B4-BE49-F238E27FC236}">
                  <a16:creationId xmlns:a16="http://schemas.microsoft.com/office/drawing/2014/main" id="{3412D856-D3B8-F548-FBE6-552BA4414DCC}"/>
                </a:ext>
              </a:extLst>
            </p:cNvPr>
            <p:cNvSpPr/>
            <p:nvPr/>
          </p:nvSpPr>
          <p:spPr>
            <a:xfrm>
              <a:off x="4512875" y="3582125"/>
              <a:ext cx="70275" cy="158075"/>
            </a:xfrm>
            <a:custGeom>
              <a:avLst/>
              <a:gdLst/>
              <a:ahLst/>
              <a:cxnLst/>
              <a:rect l="l" t="t" r="r" b="b"/>
              <a:pathLst>
                <a:path w="2811" h="6323" extrusionOk="0">
                  <a:moveTo>
                    <a:pt x="149" y="0"/>
                  </a:moveTo>
                  <a:lnTo>
                    <a:pt x="1" y="6174"/>
                  </a:lnTo>
                  <a:lnTo>
                    <a:pt x="2663" y="6322"/>
                  </a:lnTo>
                  <a:lnTo>
                    <a:pt x="2810"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1935;p37">
              <a:extLst>
                <a:ext uri="{FF2B5EF4-FFF2-40B4-BE49-F238E27FC236}">
                  <a16:creationId xmlns:a16="http://schemas.microsoft.com/office/drawing/2014/main" id="{B837F29E-D20B-0575-E840-703ECEDB39BF}"/>
                </a:ext>
              </a:extLst>
            </p:cNvPr>
            <p:cNvSpPr/>
            <p:nvPr/>
          </p:nvSpPr>
          <p:spPr>
            <a:xfrm>
              <a:off x="4505475" y="3574725"/>
              <a:ext cx="85075" cy="172850"/>
            </a:xfrm>
            <a:custGeom>
              <a:avLst/>
              <a:gdLst/>
              <a:ahLst/>
              <a:cxnLst/>
              <a:rect l="l" t="t" r="r" b="b"/>
              <a:pathLst>
                <a:path w="3403" h="6914" extrusionOk="0">
                  <a:moveTo>
                    <a:pt x="2774" y="592"/>
                  </a:moveTo>
                  <a:lnTo>
                    <a:pt x="2663" y="6285"/>
                  </a:lnTo>
                  <a:lnTo>
                    <a:pt x="629" y="6174"/>
                  </a:lnTo>
                  <a:lnTo>
                    <a:pt x="735" y="592"/>
                  </a:lnTo>
                  <a:close/>
                  <a:moveTo>
                    <a:pt x="445" y="0"/>
                  </a:moveTo>
                  <a:cubicBezTo>
                    <a:pt x="260" y="0"/>
                    <a:pt x="149" y="111"/>
                    <a:pt x="149" y="296"/>
                  </a:cubicBezTo>
                  <a:lnTo>
                    <a:pt x="1" y="6470"/>
                  </a:lnTo>
                  <a:cubicBezTo>
                    <a:pt x="1" y="6618"/>
                    <a:pt x="112" y="6766"/>
                    <a:pt x="297" y="6766"/>
                  </a:cubicBezTo>
                  <a:lnTo>
                    <a:pt x="2959" y="6914"/>
                  </a:lnTo>
                  <a:cubicBezTo>
                    <a:pt x="3032" y="6914"/>
                    <a:pt x="3106" y="6877"/>
                    <a:pt x="3180" y="6840"/>
                  </a:cubicBezTo>
                  <a:cubicBezTo>
                    <a:pt x="3254" y="6766"/>
                    <a:pt x="3254" y="6692"/>
                    <a:pt x="3291" y="6618"/>
                  </a:cubicBezTo>
                  <a:lnTo>
                    <a:pt x="3402" y="296"/>
                  </a:lnTo>
                  <a:cubicBezTo>
                    <a:pt x="3402" y="222"/>
                    <a:pt x="3402" y="148"/>
                    <a:pt x="3328" y="74"/>
                  </a:cubicBezTo>
                  <a:cubicBezTo>
                    <a:pt x="3254" y="0"/>
                    <a:pt x="3180" y="0"/>
                    <a:pt x="310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1936;p37">
              <a:extLst>
                <a:ext uri="{FF2B5EF4-FFF2-40B4-BE49-F238E27FC236}">
                  <a16:creationId xmlns:a16="http://schemas.microsoft.com/office/drawing/2014/main" id="{A95EA2A6-017F-7233-963E-C5FA909C0B66}"/>
                </a:ext>
              </a:extLst>
            </p:cNvPr>
            <p:cNvSpPr/>
            <p:nvPr/>
          </p:nvSpPr>
          <p:spPr>
            <a:xfrm>
              <a:off x="5426975" y="3461900"/>
              <a:ext cx="1298625" cy="1073150"/>
            </a:xfrm>
            <a:custGeom>
              <a:avLst/>
              <a:gdLst/>
              <a:ahLst/>
              <a:cxnLst/>
              <a:rect l="l" t="t" r="r" b="b"/>
              <a:pathLst>
                <a:path w="51945" h="42926" extrusionOk="0">
                  <a:moveTo>
                    <a:pt x="19915" y="0"/>
                  </a:moveTo>
                  <a:cubicBezTo>
                    <a:pt x="19319" y="0"/>
                    <a:pt x="18770" y="363"/>
                    <a:pt x="18523" y="927"/>
                  </a:cubicBezTo>
                  <a:lnTo>
                    <a:pt x="481" y="40412"/>
                  </a:lnTo>
                  <a:cubicBezTo>
                    <a:pt x="1" y="41447"/>
                    <a:pt x="740" y="42667"/>
                    <a:pt x="1886" y="42667"/>
                  </a:cubicBezTo>
                  <a:lnTo>
                    <a:pt x="31167" y="42926"/>
                  </a:lnTo>
                  <a:cubicBezTo>
                    <a:pt x="31758" y="42926"/>
                    <a:pt x="32350" y="42593"/>
                    <a:pt x="32609" y="42039"/>
                  </a:cubicBezTo>
                  <a:lnTo>
                    <a:pt x="51464" y="3145"/>
                  </a:lnTo>
                  <a:cubicBezTo>
                    <a:pt x="51944" y="2110"/>
                    <a:pt x="51205" y="890"/>
                    <a:pt x="50059" y="853"/>
                  </a:cubicBezTo>
                  <a:lnTo>
                    <a:pt x="20002" y="3"/>
                  </a:lnTo>
                  <a:cubicBezTo>
                    <a:pt x="19973" y="1"/>
                    <a:pt x="19944" y="0"/>
                    <a:pt x="1991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1937;p37">
              <a:extLst>
                <a:ext uri="{FF2B5EF4-FFF2-40B4-BE49-F238E27FC236}">
                  <a16:creationId xmlns:a16="http://schemas.microsoft.com/office/drawing/2014/main" id="{677E1151-12B1-B214-15DC-6055B2C687D1}"/>
                </a:ext>
              </a:extLst>
            </p:cNvPr>
            <p:cNvSpPr/>
            <p:nvPr/>
          </p:nvSpPr>
          <p:spPr>
            <a:xfrm>
              <a:off x="5426975" y="3453650"/>
              <a:ext cx="1297700" cy="1088800"/>
            </a:xfrm>
            <a:custGeom>
              <a:avLst/>
              <a:gdLst/>
              <a:ahLst/>
              <a:cxnLst/>
              <a:rect l="l" t="t" r="r" b="b"/>
              <a:pathLst>
                <a:path w="51908" h="43552" extrusionOk="0">
                  <a:moveTo>
                    <a:pt x="20002" y="629"/>
                  </a:moveTo>
                  <a:lnTo>
                    <a:pt x="50059" y="1516"/>
                  </a:lnTo>
                  <a:cubicBezTo>
                    <a:pt x="50798" y="1516"/>
                    <a:pt x="51316" y="2144"/>
                    <a:pt x="51316" y="2810"/>
                  </a:cubicBezTo>
                  <a:cubicBezTo>
                    <a:pt x="51316" y="2995"/>
                    <a:pt x="51279" y="3180"/>
                    <a:pt x="51168" y="3364"/>
                  </a:cubicBezTo>
                  <a:lnTo>
                    <a:pt x="32313" y="42221"/>
                  </a:lnTo>
                  <a:cubicBezTo>
                    <a:pt x="32128" y="42664"/>
                    <a:pt x="31647" y="42960"/>
                    <a:pt x="31167" y="42960"/>
                  </a:cubicBezTo>
                  <a:lnTo>
                    <a:pt x="1886" y="42701"/>
                  </a:lnTo>
                  <a:cubicBezTo>
                    <a:pt x="1147" y="42701"/>
                    <a:pt x="629" y="42073"/>
                    <a:pt x="629" y="41407"/>
                  </a:cubicBezTo>
                  <a:cubicBezTo>
                    <a:pt x="629" y="41222"/>
                    <a:pt x="666" y="41038"/>
                    <a:pt x="740" y="40890"/>
                  </a:cubicBezTo>
                  <a:lnTo>
                    <a:pt x="18819" y="1368"/>
                  </a:lnTo>
                  <a:cubicBezTo>
                    <a:pt x="19003" y="924"/>
                    <a:pt x="19484" y="629"/>
                    <a:pt x="19965" y="629"/>
                  </a:cubicBezTo>
                  <a:close/>
                  <a:moveTo>
                    <a:pt x="19965" y="0"/>
                  </a:moveTo>
                  <a:cubicBezTo>
                    <a:pt x="19225" y="0"/>
                    <a:pt x="18560" y="444"/>
                    <a:pt x="18227" y="1109"/>
                  </a:cubicBezTo>
                  <a:lnTo>
                    <a:pt x="185" y="40631"/>
                  </a:lnTo>
                  <a:cubicBezTo>
                    <a:pt x="74" y="40890"/>
                    <a:pt x="1" y="41149"/>
                    <a:pt x="1" y="41407"/>
                  </a:cubicBezTo>
                  <a:cubicBezTo>
                    <a:pt x="1" y="42406"/>
                    <a:pt x="814" y="43293"/>
                    <a:pt x="1886" y="43293"/>
                  </a:cubicBezTo>
                  <a:lnTo>
                    <a:pt x="31167" y="43552"/>
                  </a:lnTo>
                  <a:cubicBezTo>
                    <a:pt x="31906" y="43552"/>
                    <a:pt x="32572" y="43145"/>
                    <a:pt x="32867" y="42479"/>
                  </a:cubicBezTo>
                  <a:lnTo>
                    <a:pt x="51722" y="3623"/>
                  </a:lnTo>
                  <a:cubicBezTo>
                    <a:pt x="51870" y="3364"/>
                    <a:pt x="51907" y="3069"/>
                    <a:pt x="51907" y="2810"/>
                  </a:cubicBezTo>
                  <a:cubicBezTo>
                    <a:pt x="51907" y="1812"/>
                    <a:pt x="51168" y="924"/>
                    <a:pt x="50059" y="887"/>
                  </a:cubicBezTo>
                  <a:lnTo>
                    <a:pt x="20039"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1938;p37">
              <a:extLst>
                <a:ext uri="{FF2B5EF4-FFF2-40B4-BE49-F238E27FC236}">
                  <a16:creationId xmlns:a16="http://schemas.microsoft.com/office/drawing/2014/main" id="{9E31653B-4FEE-1318-FE1F-BA61F3FBABFA}"/>
                </a:ext>
              </a:extLst>
            </p:cNvPr>
            <p:cNvSpPr/>
            <p:nvPr/>
          </p:nvSpPr>
          <p:spPr>
            <a:xfrm>
              <a:off x="5548050" y="4175700"/>
              <a:ext cx="53625" cy="94825"/>
            </a:xfrm>
            <a:custGeom>
              <a:avLst/>
              <a:gdLst/>
              <a:ahLst/>
              <a:cxnLst/>
              <a:rect l="l" t="t" r="r" b="b"/>
              <a:pathLst>
                <a:path w="2145" h="3793" extrusionOk="0">
                  <a:moveTo>
                    <a:pt x="1777" y="0"/>
                  </a:moveTo>
                  <a:cubicBezTo>
                    <a:pt x="1650" y="0"/>
                    <a:pt x="1544" y="69"/>
                    <a:pt x="1516" y="177"/>
                  </a:cubicBezTo>
                  <a:lnTo>
                    <a:pt x="38" y="3357"/>
                  </a:lnTo>
                  <a:cubicBezTo>
                    <a:pt x="1" y="3504"/>
                    <a:pt x="38" y="3689"/>
                    <a:pt x="223" y="3763"/>
                  </a:cubicBezTo>
                  <a:cubicBezTo>
                    <a:pt x="262" y="3783"/>
                    <a:pt x="304" y="3792"/>
                    <a:pt x="347" y="3792"/>
                  </a:cubicBezTo>
                  <a:cubicBezTo>
                    <a:pt x="461" y="3792"/>
                    <a:pt x="575" y="3724"/>
                    <a:pt x="629" y="3615"/>
                  </a:cubicBezTo>
                  <a:lnTo>
                    <a:pt x="2071" y="436"/>
                  </a:lnTo>
                  <a:cubicBezTo>
                    <a:pt x="2145" y="288"/>
                    <a:pt x="2071" y="103"/>
                    <a:pt x="1923" y="29"/>
                  </a:cubicBezTo>
                  <a:cubicBezTo>
                    <a:pt x="1874" y="9"/>
                    <a:pt x="1824" y="0"/>
                    <a:pt x="17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1939;p37">
              <a:extLst>
                <a:ext uri="{FF2B5EF4-FFF2-40B4-BE49-F238E27FC236}">
                  <a16:creationId xmlns:a16="http://schemas.microsoft.com/office/drawing/2014/main" id="{02C85946-9C29-2FF0-DF73-2D5CB0033E71}"/>
                </a:ext>
              </a:extLst>
            </p:cNvPr>
            <p:cNvSpPr/>
            <p:nvPr/>
          </p:nvSpPr>
          <p:spPr>
            <a:xfrm>
              <a:off x="5610900" y="3469350"/>
              <a:ext cx="451075" cy="661600"/>
            </a:xfrm>
            <a:custGeom>
              <a:avLst/>
              <a:gdLst/>
              <a:ahLst/>
              <a:cxnLst/>
              <a:rect l="l" t="t" r="r" b="b"/>
              <a:pathLst>
                <a:path w="18043" h="26464" extrusionOk="0">
                  <a:moveTo>
                    <a:pt x="13236" y="1"/>
                  </a:moveTo>
                  <a:cubicBezTo>
                    <a:pt x="12460" y="1"/>
                    <a:pt x="11794" y="407"/>
                    <a:pt x="11499" y="1110"/>
                  </a:cubicBezTo>
                  <a:lnTo>
                    <a:pt x="75" y="26028"/>
                  </a:lnTo>
                  <a:cubicBezTo>
                    <a:pt x="1" y="26176"/>
                    <a:pt x="75" y="26361"/>
                    <a:pt x="223" y="26435"/>
                  </a:cubicBezTo>
                  <a:cubicBezTo>
                    <a:pt x="272" y="26454"/>
                    <a:pt x="322" y="26464"/>
                    <a:pt x="368" y="26464"/>
                  </a:cubicBezTo>
                  <a:cubicBezTo>
                    <a:pt x="496" y="26464"/>
                    <a:pt x="602" y="26395"/>
                    <a:pt x="629" y="26287"/>
                  </a:cubicBezTo>
                  <a:lnTo>
                    <a:pt x="12053" y="1369"/>
                  </a:lnTo>
                  <a:cubicBezTo>
                    <a:pt x="12275" y="888"/>
                    <a:pt x="12719" y="592"/>
                    <a:pt x="13236" y="592"/>
                  </a:cubicBezTo>
                  <a:lnTo>
                    <a:pt x="13273" y="592"/>
                  </a:lnTo>
                  <a:lnTo>
                    <a:pt x="17710" y="740"/>
                  </a:lnTo>
                  <a:cubicBezTo>
                    <a:pt x="17894" y="740"/>
                    <a:pt x="18042" y="592"/>
                    <a:pt x="18042" y="444"/>
                  </a:cubicBezTo>
                  <a:cubicBezTo>
                    <a:pt x="18042" y="259"/>
                    <a:pt x="17931" y="112"/>
                    <a:pt x="17747" y="112"/>
                  </a:cubicBezTo>
                  <a:lnTo>
                    <a:pt x="1327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1940;p37">
              <a:extLst>
                <a:ext uri="{FF2B5EF4-FFF2-40B4-BE49-F238E27FC236}">
                  <a16:creationId xmlns:a16="http://schemas.microsoft.com/office/drawing/2014/main" id="{1ACAE95E-F085-9D2D-05FD-C6243483C76C}"/>
                </a:ext>
              </a:extLst>
            </p:cNvPr>
            <p:cNvSpPr/>
            <p:nvPr/>
          </p:nvSpPr>
          <p:spPr>
            <a:xfrm>
              <a:off x="6081350" y="3473050"/>
              <a:ext cx="74900" cy="17575"/>
            </a:xfrm>
            <a:custGeom>
              <a:avLst/>
              <a:gdLst/>
              <a:ahLst/>
              <a:cxnLst/>
              <a:rect l="l" t="t" r="r" b="b"/>
              <a:pathLst>
                <a:path w="2996" h="703" extrusionOk="0">
                  <a:moveTo>
                    <a:pt x="333" y="1"/>
                  </a:moveTo>
                  <a:cubicBezTo>
                    <a:pt x="149" y="1"/>
                    <a:pt x="1" y="148"/>
                    <a:pt x="1" y="296"/>
                  </a:cubicBezTo>
                  <a:cubicBezTo>
                    <a:pt x="1" y="481"/>
                    <a:pt x="149" y="629"/>
                    <a:pt x="296" y="629"/>
                  </a:cubicBezTo>
                  <a:lnTo>
                    <a:pt x="2663" y="703"/>
                  </a:lnTo>
                  <a:cubicBezTo>
                    <a:pt x="2847" y="703"/>
                    <a:pt x="2995" y="555"/>
                    <a:pt x="2995" y="407"/>
                  </a:cubicBezTo>
                  <a:cubicBezTo>
                    <a:pt x="2995" y="222"/>
                    <a:pt x="2847" y="74"/>
                    <a:pt x="2700" y="74"/>
                  </a:cubicBezTo>
                  <a:lnTo>
                    <a:pt x="333"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1941;p37">
              <a:extLst>
                <a:ext uri="{FF2B5EF4-FFF2-40B4-BE49-F238E27FC236}">
                  <a16:creationId xmlns:a16="http://schemas.microsoft.com/office/drawing/2014/main" id="{5183BFBE-8569-4DC4-6676-4F0E21A06F29}"/>
                </a:ext>
              </a:extLst>
            </p:cNvPr>
            <p:cNvSpPr/>
            <p:nvPr/>
          </p:nvSpPr>
          <p:spPr>
            <a:xfrm>
              <a:off x="6350325" y="4060025"/>
              <a:ext cx="263225" cy="113650"/>
            </a:xfrm>
            <a:custGeom>
              <a:avLst/>
              <a:gdLst/>
              <a:ahLst/>
              <a:cxnLst/>
              <a:rect l="l" t="t" r="r" b="b"/>
              <a:pathLst>
                <a:path w="10529" h="4546" extrusionOk="0">
                  <a:moveTo>
                    <a:pt x="9134" y="1"/>
                  </a:moveTo>
                  <a:cubicBezTo>
                    <a:pt x="9019" y="1"/>
                    <a:pt x="8895" y="12"/>
                    <a:pt x="8762" y="35"/>
                  </a:cubicBezTo>
                  <a:cubicBezTo>
                    <a:pt x="8762" y="35"/>
                    <a:pt x="5287" y="1551"/>
                    <a:pt x="2625" y="2586"/>
                  </a:cubicBezTo>
                  <a:cubicBezTo>
                    <a:pt x="0" y="3621"/>
                    <a:pt x="1479" y="4545"/>
                    <a:pt x="2551" y="4545"/>
                  </a:cubicBezTo>
                  <a:cubicBezTo>
                    <a:pt x="3586" y="4545"/>
                    <a:pt x="7616" y="3325"/>
                    <a:pt x="9132" y="2364"/>
                  </a:cubicBezTo>
                  <a:cubicBezTo>
                    <a:pt x="10529" y="1512"/>
                    <a:pt x="10481" y="1"/>
                    <a:pt x="913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1942;p37">
              <a:extLst>
                <a:ext uri="{FF2B5EF4-FFF2-40B4-BE49-F238E27FC236}">
                  <a16:creationId xmlns:a16="http://schemas.microsoft.com/office/drawing/2014/main" id="{61994548-0901-E156-FD2A-F1D7F1C8DAE6}"/>
                </a:ext>
              </a:extLst>
            </p:cNvPr>
            <p:cNvSpPr/>
            <p:nvPr/>
          </p:nvSpPr>
          <p:spPr>
            <a:xfrm>
              <a:off x="6386375" y="4075675"/>
              <a:ext cx="210750" cy="90600"/>
            </a:xfrm>
            <a:custGeom>
              <a:avLst/>
              <a:gdLst/>
              <a:ahLst/>
              <a:cxnLst/>
              <a:rect l="l" t="t" r="r" b="b"/>
              <a:pathLst>
                <a:path w="8430" h="3624" extrusionOk="0">
                  <a:moveTo>
                    <a:pt x="8355" y="0"/>
                  </a:moveTo>
                  <a:cubicBezTo>
                    <a:pt x="7801" y="222"/>
                    <a:pt x="7135" y="481"/>
                    <a:pt x="6507" y="703"/>
                  </a:cubicBezTo>
                  <a:cubicBezTo>
                    <a:pt x="5139" y="1220"/>
                    <a:pt x="3697" y="1627"/>
                    <a:pt x="2551" y="1886"/>
                  </a:cubicBezTo>
                  <a:cubicBezTo>
                    <a:pt x="2218" y="1997"/>
                    <a:pt x="1922" y="2034"/>
                    <a:pt x="1627" y="2108"/>
                  </a:cubicBezTo>
                  <a:cubicBezTo>
                    <a:pt x="1516" y="2145"/>
                    <a:pt x="1405" y="2182"/>
                    <a:pt x="1294" y="2219"/>
                  </a:cubicBezTo>
                  <a:cubicBezTo>
                    <a:pt x="776" y="2440"/>
                    <a:pt x="444" y="2625"/>
                    <a:pt x="222" y="2810"/>
                  </a:cubicBezTo>
                  <a:cubicBezTo>
                    <a:pt x="37" y="2958"/>
                    <a:pt x="0" y="3069"/>
                    <a:pt x="37" y="3106"/>
                  </a:cubicBezTo>
                  <a:cubicBezTo>
                    <a:pt x="37" y="3143"/>
                    <a:pt x="37" y="3180"/>
                    <a:pt x="74" y="3254"/>
                  </a:cubicBezTo>
                  <a:cubicBezTo>
                    <a:pt x="111" y="3328"/>
                    <a:pt x="222" y="3365"/>
                    <a:pt x="333" y="3439"/>
                  </a:cubicBezTo>
                  <a:cubicBezTo>
                    <a:pt x="518" y="3550"/>
                    <a:pt x="850" y="3624"/>
                    <a:pt x="1072" y="3624"/>
                  </a:cubicBezTo>
                  <a:lnTo>
                    <a:pt x="1109" y="3624"/>
                  </a:lnTo>
                  <a:cubicBezTo>
                    <a:pt x="1294" y="3624"/>
                    <a:pt x="1738" y="3550"/>
                    <a:pt x="2292" y="3439"/>
                  </a:cubicBezTo>
                  <a:cubicBezTo>
                    <a:pt x="2810" y="3291"/>
                    <a:pt x="3475" y="3106"/>
                    <a:pt x="4141" y="2921"/>
                  </a:cubicBezTo>
                  <a:cubicBezTo>
                    <a:pt x="5435" y="2477"/>
                    <a:pt x="6840" y="1923"/>
                    <a:pt x="7542" y="1479"/>
                  </a:cubicBezTo>
                  <a:cubicBezTo>
                    <a:pt x="8171" y="1110"/>
                    <a:pt x="8429" y="592"/>
                    <a:pt x="8429" y="259"/>
                  </a:cubicBezTo>
                  <a:cubicBezTo>
                    <a:pt x="8429" y="148"/>
                    <a:pt x="8392" y="74"/>
                    <a:pt x="8355"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1943;p37">
              <a:extLst>
                <a:ext uri="{FF2B5EF4-FFF2-40B4-BE49-F238E27FC236}">
                  <a16:creationId xmlns:a16="http://schemas.microsoft.com/office/drawing/2014/main" id="{C89B2FFA-56AF-6AE3-98A5-2CB510EC4181}"/>
                </a:ext>
              </a:extLst>
            </p:cNvPr>
            <p:cNvSpPr/>
            <p:nvPr/>
          </p:nvSpPr>
          <p:spPr>
            <a:xfrm>
              <a:off x="6371575" y="4051650"/>
              <a:ext cx="240325" cy="130350"/>
            </a:xfrm>
            <a:custGeom>
              <a:avLst/>
              <a:gdLst/>
              <a:ahLst/>
              <a:cxnLst/>
              <a:rect l="l" t="t" r="r" b="b"/>
              <a:pathLst>
                <a:path w="9613" h="5214" extrusionOk="0">
                  <a:moveTo>
                    <a:pt x="8282" y="629"/>
                  </a:moveTo>
                  <a:cubicBezTo>
                    <a:pt x="8578" y="629"/>
                    <a:pt x="8726" y="703"/>
                    <a:pt x="8836" y="814"/>
                  </a:cubicBezTo>
                  <a:cubicBezTo>
                    <a:pt x="8947" y="924"/>
                    <a:pt x="9021" y="1035"/>
                    <a:pt x="9021" y="1220"/>
                  </a:cubicBezTo>
                  <a:cubicBezTo>
                    <a:pt x="9021" y="1553"/>
                    <a:pt x="8763" y="2071"/>
                    <a:pt x="8134" y="2440"/>
                  </a:cubicBezTo>
                  <a:cubicBezTo>
                    <a:pt x="7432" y="2884"/>
                    <a:pt x="6027" y="3438"/>
                    <a:pt x="4733" y="3882"/>
                  </a:cubicBezTo>
                  <a:cubicBezTo>
                    <a:pt x="4067" y="4067"/>
                    <a:pt x="3402" y="4252"/>
                    <a:pt x="2884" y="4400"/>
                  </a:cubicBezTo>
                  <a:cubicBezTo>
                    <a:pt x="2330" y="4511"/>
                    <a:pt x="1886" y="4585"/>
                    <a:pt x="1701" y="4585"/>
                  </a:cubicBezTo>
                  <a:cubicBezTo>
                    <a:pt x="1442" y="4585"/>
                    <a:pt x="1110" y="4511"/>
                    <a:pt x="925" y="4400"/>
                  </a:cubicBezTo>
                  <a:cubicBezTo>
                    <a:pt x="814" y="4326"/>
                    <a:pt x="703" y="4289"/>
                    <a:pt x="666" y="4215"/>
                  </a:cubicBezTo>
                  <a:cubicBezTo>
                    <a:pt x="629" y="4141"/>
                    <a:pt x="629" y="4104"/>
                    <a:pt x="629" y="4067"/>
                  </a:cubicBezTo>
                  <a:cubicBezTo>
                    <a:pt x="592" y="4030"/>
                    <a:pt x="629" y="3919"/>
                    <a:pt x="814" y="3771"/>
                  </a:cubicBezTo>
                  <a:cubicBezTo>
                    <a:pt x="1036" y="3586"/>
                    <a:pt x="1368" y="3401"/>
                    <a:pt x="1886" y="3180"/>
                  </a:cubicBezTo>
                  <a:cubicBezTo>
                    <a:pt x="4319" y="2234"/>
                    <a:pt x="7431" y="886"/>
                    <a:pt x="7949" y="661"/>
                  </a:cubicBezTo>
                  <a:lnTo>
                    <a:pt x="7949" y="661"/>
                  </a:lnTo>
                  <a:lnTo>
                    <a:pt x="7949" y="666"/>
                  </a:lnTo>
                  <a:cubicBezTo>
                    <a:pt x="8060" y="629"/>
                    <a:pt x="8171" y="629"/>
                    <a:pt x="8282" y="629"/>
                  </a:cubicBezTo>
                  <a:close/>
                  <a:moveTo>
                    <a:pt x="8282" y="0"/>
                  </a:moveTo>
                  <a:cubicBezTo>
                    <a:pt x="8134" y="0"/>
                    <a:pt x="8023" y="37"/>
                    <a:pt x="7875" y="37"/>
                  </a:cubicBezTo>
                  <a:lnTo>
                    <a:pt x="7801" y="74"/>
                  </a:lnTo>
                  <a:cubicBezTo>
                    <a:pt x="7801" y="74"/>
                    <a:pt x="6914" y="444"/>
                    <a:pt x="5731" y="961"/>
                  </a:cubicBezTo>
                  <a:cubicBezTo>
                    <a:pt x="4511" y="1479"/>
                    <a:pt x="2995" y="2107"/>
                    <a:pt x="1664" y="2625"/>
                  </a:cubicBezTo>
                  <a:cubicBezTo>
                    <a:pt x="1110" y="2847"/>
                    <a:pt x="703" y="3069"/>
                    <a:pt x="444" y="3291"/>
                  </a:cubicBezTo>
                  <a:cubicBezTo>
                    <a:pt x="148" y="3512"/>
                    <a:pt x="0" y="3808"/>
                    <a:pt x="0" y="4067"/>
                  </a:cubicBezTo>
                  <a:cubicBezTo>
                    <a:pt x="0" y="4289"/>
                    <a:pt x="74" y="4474"/>
                    <a:pt x="185" y="4622"/>
                  </a:cubicBezTo>
                  <a:cubicBezTo>
                    <a:pt x="370" y="4806"/>
                    <a:pt x="629" y="4954"/>
                    <a:pt x="888" y="5065"/>
                  </a:cubicBezTo>
                  <a:cubicBezTo>
                    <a:pt x="1147" y="5139"/>
                    <a:pt x="1405" y="5213"/>
                    <a:pt x="1701" y="5213"/>
                  </a:cubicBezTo>
                  <a:cubicBezTo>
                    <a:pt x="1997" y="5176"/>
                    <a:pt x="2441" y="5102"/>
                    <a:pt x="2995" y="4991"/>
                  </a:cubicBezTo>
                  <a:cubicBezTo>
                    <a:pt x="3845" y="4769"/>
                    <a:pt x="4918" y="4474"/>
                    <a:pt x="5916" y="4104"/>
                  </a:cubicBezTo>
                  <a:cubicBezTo>
                    <a:pt x="6914" y="3734"/>
                    <a:pt x="7838" y="3365"/>
                    <a:pt x="8467" y="2995"/>
                  </a:cubicBezTo>
                  <a:cubicBezTo>
                    <a:pt x="9206" y="2514"/>
                    <a:pt x="9613" y="1849"/>
                    <a:pt x="9613" y="1220"/>
                  </a:cubicBezTo>
                  <a:cubicBezTo>
                    <a:pt x="9613" y="887"/>
                    <a:pt x="9502" y="592"/>
                    <a:pt x="9243" y="370"/>
                  </a:cubicBezTo>
                  <a:cubicBezTo>
                    <a:pt x="9021" y="148"/>
                    <a:pt x="8689" y="0"/>
                    <a:pt x="828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1944;p37">
              <a:extLst>
                <a:ext uri="{FF2B5EF4-FFF2-40B4-BE49-F238E27FC236}">
                  <a16:creationId xmlns:a16="http://schemas.microsoft.com/office/drawing/2014/main" id="{44F85C42-F02D-2DF2-B11F-E371006C35B0}"/>
                </a:ext>
              </a:extLst>
            </p:cNvPr>
            <p:cNvSpPr/>
            <p:nvPr/>
          </p:nvSpPr>
          <p:spPr>
            <a:xfrm>
              <a:off x="6319825" y="3967450"/>
              <a:ext cx="358550" cy="155375"/>
            </a:xfrm>
            <a:custGeom>
              <a:avLst/>
              <a:gdLst/>
              <a:ahLst/>
              <a:cxnLst/>
              <a:rect l="l" t="t" r="r" b="b"/>
              <a:pathLst>
                <a:path w="14342" h="6215" extrusionOk="0">
                  <a:moveTo>
                    <a:pt x="12382" y="1"/>
                  </a:moveTo>
                  <a:cubicBezTo>
                    <a:pt x="12234" y="1"/>
                    <a:pt x="12075" y="14"/>
                    <a:pt x="11905" y="41"/>
                  </a:cubicBezTo>
                  <a:cubicBezTo>
                    <a:pt x="11905" y="41"/>
                    <a:pt x="7172" y="2111"/>
                    <a:pt x="3586" y="3516"/>
                  </a:cubicBezTo>
                  <a:cubicBezTo>
                    <a:pt x="0" y="4921"/>
                    <a:pt x="2034" y="6215"/>
                    <a:pt x="3438" y="6215"/>
                  </a:cubicBezTo>
                  <a:cubicBezTo>
                    <a:pt x="4880" y="6215"/>
                    <a:pt x="10389" y="4551"/>
                    <a:pt x="12422" y="3257"/>
                  </a:cubicBezTo>
                  <a:cubicBezTo>
                    <a:pt x="14341" y="2058"/>
                    <a:pt x="14259" y="1"/>
                    <a:pt x="1238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1945;p37">
              <a:extLst>
                <a:ext uri="{FF2B5EF4-FFF2-40B4-BE49-F238E27FC236}">
                  <a16:creationId xmlns:a16="http://schemas.microsoft.com/office/drawing/2014/main" id="{5D4739A8-86D6-FEBC-73B4-1D7F26EF81C1}"/>
                </a:ext>
              </a:extLst>
            </p:cNvPr>
            <p:cNvSpPr/>
            <p:nvPr/>
          </p:nvSpPr>
          <p:spPr>
            <a:xfrm>
              <a:off x="6366950" y="3975850"/>
              <a:ext cx="291175" cy="139600"/>
            </a:xfrm>
            <a:custGeom>
              <a:avLst/>
              <a:gdLst/>
              <a:ahLst/>
              <a:cxnLst/>
              <a:rect l="l" t="t" r="r" b="b"/>
              <a:pathLst>
                <a:path w="11647" h="5584" extrusionOk="0">
                  <a:moveTo>
                    <a:pt x="10722" y="1"/>
                  </a:moveTo>
                  <a:cubicBezTo>
                    <a:pt x="10685" y="38"/>
                    <a:pt x="10648" y="38"/>
                    <a:pt x="10611" y="75"/>
                  </a:cubicBezTo>
                  <a:cubicBezTo>
                    <a:pt x="9724" y="629"/>
                    <a:pt x="8356" y="1221"/>
                    <a:pt x="6877" y="1738"/>
                  </a:cubicBezTo>
                  <a:cubicBezTo>
                    <a:pt x="5731" y="2145"/>
                    <a:pt x="4548" y="2515"/>
                    <a:pt x="3513" y="2773"/>
                  </a:cubicBezTo>
                  <a:cubicBezTo>
                    <a:pt x="2921" y="3032"/>
                    <a:pt x="2367" y="3254"/>
                    <a:pt x="1812" y="3476"/>
                  </a:cubicBezTo>
                  <a:cubicBezTo>
                    <a:pt x="1073" y="3772"/>
                    <a:pt x="629" y="4030"/>
                    <a:pt x="333" y="4252"/>
                  </a:cubicBezTo>
                  <a:cubicBezTo>
                    <a:pt x="75" y="4511"/>
                    <a:pt x="1" y="4696"/>
                    <a:pt x="1" y="4770"/>
                  </a:cubicBezTo>
                  <a:cubicBezTo>
                    <a:pt x="1" y="4881"/>
                    <a:pt x="38" y="4955"/>
                    <a:pt x="112" y="5029"/>
                  </a:cubicBezTo>
                  <a:cubicBezTo>
                    <a:pt x="185" y="5139"/>
                    <a:pt x="296" y="5213"/>
                    <a:pt x="444" y="5287"/>
                  </a:cubicBezTo>
                  <a:cubicBezTo>
                    <a:pt x="777" y="5472"/>
                    <a:pt x="1184" y="5583"/>
                    <a:pt x="1553" y="5583"/>
                  </a:cubicBezTo>
                  <a:lnTo>
                    <a:pt x="1590" y="5583"/>
                  </a:lnTo>
                  <a:cubicBezTo>
                    <a:pt x="1886" y="5583"/>
                    <a:pt x="2478" y="5472"/>
                    <a:pt x="3217" y="5287"/>
                  </a:cubicBezTo>
                  <a:cubicBezTo>
                    <a:pt x="3956" y="5139"/>
                    <a:pt x="4807" y="4881"/>
                    <a:pt x="5731" y="4585"/>
                  </a:cubicBezTo>
                  <a:cubicBezTo>
                    <a:pt x="7506" y="4030"/>
                    <a:pt x="9391" y="3291"/>
                    <a:pt x="10389" y="2662"/>
                  </a:cubicBezTo>
                  <a:cubicBezTo>
                    <a:pt x="11240" y="2108"/>
                    <a:pt x="11646" y="1405"/>
                    <a:pt x="11609" y="888"/>
                  </a:cubicBezTo>
                  <a:cubicBezTo>
                    <a:pt x="11609" y="629"/>
                    <a:pt x="11535" y="407"/>
                    <a:pt x="11351" y="259"/>
                  </a:cubicBezTo>
                  <a:cubicBezTo>
                    <a:pt x="11240" y="111"/>
                    <a:pt x="11018" y="38"/>
                    <a:pt x="10722" y="1"/>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1946;p37">
              <a:extLst>
                <a:ext uri="{FF2B5EF4-FFF2-40B4-BE49-F238E27FC236}">
                  <a16:creationId xmlns:a16="http://schemas.microsoft.com/office/drawing/2014/main" id="{38036B7F-9A95-4659-D051-F2438921CC7C}"/>
                </a:ext>
              </a:extLst>
            </p:cNvPr>
            <p:cNvSpPr/>
            <p:nvPr/>
          </p:nvSpPr>
          <p:spPr>
            <a:xfrm>
              <a:off x="6351250" y="3960150"/>
              <a:ext cx="321650" cy="170075"/>
            </a:xfrm>
            <a:custGeom>
              <a:avLst/>
              <a:gdLst/>
              <a:ahLst/>
              <a:cxnLst/>
              <a:rect l="l" t="t" r="r" b="b"/>
              <a:pathLst>
                <a:path w="12866" h="6803" extrusionOk="0">
                  <a:moveTo>
                    <a:pt x="11128" y="629"/>
                  </a:moveTo>
                  <a:cubicBezTo>
                    <a:pt x="11572" y="629"/>
                    <a:pt x="11831" y="739"/>
                    <a:pt x="11979" y="887"/>
                  </a:cubicBezTo>
                  <a:cubicBezTo>
                    <a:pt x="12163" y="1035"/>
                    <a:pt x="12237" y="1257"/>
                    <a:pt x="12237" y="1516"/>
                  </a:cubicBezTo>
                  <a:cubicBezTo>
                    <a:pt x="12274" y="2033"/>
                    <a:pt x="11868" y="2736"/>
                    <a:pt x="11017" y="3290"/>
                  </a:cubicBezTo>
                  <a:cubicBezTo>
                    <a:pt x="10019" y="3919"/>
                    <a:pt x="8134" y="4658"/>
                    <a:pt x="6359" y="5213"/>
                  </a:cubicBezTo>
                  <a:cubicBezTo>
                    <a:pt x="5435" y="5509"/>
                    <a:pt x="4584" y="5767"/>
                    <a:pt x="3845" y="5915"/>
                  </a:cubicBezTo>
                  <a:cubicBezTo>
                    <a:pt x="3106" y="6100"/>
                    <a:pt x="2477" y="6211"/>
                    <a:pt x="2181" y="6211"/>
                  </a:cubicBezTo>
                  <a:cubicBezTo>
                    <a:pt x="1849" y="6211"/>
                    <a:pt x="1405" y="6100"/>
                    <a:pt x="1072" y="5915"/>
                  </a:cubicBezTo>
                  <a:cubicBezTo>
                    <a:pt x="924" y="5841"/>
                    <a:pt x="813" y="5767"/>
                    <a:pt x="740" y="5657"/>
                  </a:cubicBezTo>
                  <a:cubicBezTo>
                    <a:pt x="666" y="5583"/>
                    <a:pt x="629" y="5509"/>
                    <a:pt x="629" y="5398"/>
                  </a:cubicBezTo>
                  <a:cubicBezTo>
                    <a:pt x="629" y="5324"/>
                    <a:pt x="703" y="5139"/>
                    <a:pt x="961" y="4880"/>
                  </a:cubicBezTo>
                  <a:cubicBezTo>
                    <a:pt x="1257" y="4658"/>
                    <a:pt x="1701" y="4400"/>
                    <a:pt x="2440" y="4104"/>
                  </a:cubicBezTo>
                  <a:cubicBezTo>
                    <a:pt x="5763" y="2802"/>
                    <a:pt x="10101" y="929"/>
                    <a:pt x="10721" y="661"/>
                  </a:cubicBezTo>
                  <a:lnTo>
                    <a:pt x="10721" y="661"/>
                  </a:lnTo>
                  <a:lnTo>
                    <a:pt x="10722" y="666"/>
                  </a:lnTo>
                  <a:cubicBezTo>
                    <a:pt x="10869" y="629"/>
                    <a:pt x="11017" y="629"/>
                    <a:pt x="11128" y="629"/>
                  </a:cubicBezTo>
                  <a:close/>
                  <a:moveTo>
                    <a:pt x="11128" y="0"/>
                  </a:moveTo>
                  <a:cubicBezTo>
                    <a:pt x="10980" y="0"/>
                    <a:pt x="10796" y="0"/>
                    <a:pt x="10611" y="37"/>
                  </a:cubicBezTo>
                  <a:lnTo>
                    <a:pt x="10537" y="74"/>
                  </a:lnTo>
                  <a:cubicBezTo>
                    <a:pt x="10537" y="74"/>
                    <a:pt x="10241" y="185"/>
                    <a:pt x="9723" y="407"/>
                  </a:cubicBezTo>
                  <a:cubicBezTo>
                    <a:pt x="8245" y="1035"/>
                    <a:pt x="4880" y="2477"/>
                    <a:pt x="2218" y="3512"/>
                  </a:cubicBezTo>
                  <a:cubicBezTo>
                    <a:pt x="1442" y="3808"/>
                    <a:pt x="924" y="4104"/>
                    <a:pt x="555" y="4437"/>
                  </a:cubicBezTo>
                  <a:cubicBezTo>
                    <a:pt x="222" y="4732"/>
                    <a:pt x="0" y="5065"/>
                    <a:pt x="0" y="5398"/>
                  </a:cubicBezTo>
                  <a:cubicBezTo>
                    <a:pt x="0" y="5657"/>
                    <a:pt x="111" y="5878"/>
                    <a:pt x="259" y="6063"/>
                  </a:cubicBezTo>
                  <a:cubicBezTo>
                    <a:pt x="481" y="6322"/>
                    <a:pt x="777" y="6507"/>
                    <a:pt x="1146" y="6618"/>
                  </a:cubicBezTo>
                  <a:cubicBezTo>
                    <a:pt x="1479" y="6729"/>
                    <a:pt x="1849" y="6803"/>
                    <a:pt x="2181" y="6803"/>
                  </a:cubicBezTo>
                  <a:cubicBezTo>
                    <a:pt x="2588" y="6803"/>
                    <a:pt x="3217" y="6692"/>
                    <a:pt x="3956" y="6507"/>
                  </a:cubicBezTo>
                  <a:cubicBezTo>
                    <a:pt x="5102" y="6248"/>
                    <a:pt x="6544" y="5841"/>
                    <a:pt x="7912" y="5324"/>
                  </a:cubicBezTo>
                  <a:cubicBezTo>
                    <a:pt x="9243" y="4843"/>
                    <a:pt x="10537" y="4326"/>
                    <a:pt x="11350" y="3808"/>
                  </a:cubicBezTo>
                  <a:cubicBezTo>
                    <a:pt x="12348" y="3180"/>
                    <a:pt x="12866" y="2329"/>
                    <a:pt x="12866" y="1516"/>
                  </a:cubicBezTo>
                  <a:cubicBezTo>
                    <a:pt x="12866" y="1109"/>
                    <a:pt x="12718" y="703"/>
                    <a:pt x="12422" y="444"/>
                  </a:cubicBezTo>
                  <a:cubicBezTo>
                    <a:pt x="12090" y="148"/>
                    <a:pt x="11683" y="0"/>
                    <a:pt x="11128"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1947;p37">
              <a:extLst>
                <a:ext uri="{FF2B5EF4-FFF2-40B4-BE49-F238E27FC236}">
                  <a16:creationId xmlns:a16="http://schemas.microsoft.com/office/drawing/2014/main" id="{B940D6F5-14FF-4B0C-EC5C-52784B0EFB0E}"/>
                </a:ext>
              </a:extLst>
            </p:cNvPr>
            <p:cNvSpPr/>
            <p:nvPr/>
          </p:nvSpPr>
          <p:spPr>
            <a:xfrm>
              <a:off x="6287475" y="3882150"/>
              <a:ext cx="392175" cy="169525"/>
            </a:xfrm>
            <a:custGeom>
              <a:avLst/>
              <a:gdLst/>
              <a:ahLst/>
              <a:cxnLst/>
              <a:rect l="l" t="t" r="r" b="b"/>
              <a:pathLst>
                <a:path w="15687" h="6781" extrusionOk="0">
                  <a:moveTo>
                    <a:pt x="13608" y="0"/>
                  </a:moveTo>
                  <a:cubicBezTo>
                    <a:pt x="13436" y="0"/>
                    <a:pt x="13251" y="17"/>
                    <a:pt x="13051" y="51"/>
                  </a:cubicBezTo>
                  <a:cubicBezTo>
                    <a:pt x="13051" y="51"/>
                    <a:pt x="7875" y="2307"/>
                    <a:pt x="3919" y="3823"/>
                  </a:cubicBezTo>
                  <a:cubicBezTo>
                    <a:pt x="0" y="5375"/>
                    <a:pt x="2255" y="6780"/>
                    <a:pt x="3808" y="6780"/>
                  </a:cubicBezTo>
                  <a:cubicBezTo>
                    <a:pt x="5324" y="6780"/>
                    <a:pt x="11387" y="4969"/>
                    <a:pt x="13642" y="3564"/>
                  </a:cubicBezTo>
                  <a:cubicBezTo>
                    <a:pt x="15687" y="2269"/>
                    <a:pt x="15627" y="0"/>
                    <a:pt x="13608"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1948;p37">
              <a:extLst>
                <a:ext uri="{FF2B5EF4-FFF2-40B4-BE49-F238E27FC236}">
                  <a16:creationId xmlns:a16="http://schemas.microsoft.com/office/drawing/2014/main" id="{B1719ADB-F89B-CE0C-0434-C105486555E4}"/>
                </a:ext>
              </a:extLst>
            </p:cNvPr>
            <p:cNvSpPr/>
            <p:nvPr/>
          </p:nvSpPr>
          <p:spPr>
            <a:xfrm>
              <a:off x="6338300" y="3891750"/>
              <a:ext cx="320750" cy="152525"/>
            </a:xfrm>
            <a:custGeom>
              <a:avLst/>
              <a:gdLst/>
              <a:ahLst/>
              <a:cxnLst/>
              <a:rect l="l" t="t" r="r" b="b"/>
              <a:pathLst>
                <a:path w="12830" h="6101" extrusionOk="0">
                  <a:moveTo>
                    <a:pt x="12090" y="0"/>
                  </a:moveTo>
                  <a:cubicBezTo>
                    <a:pt x="12053" y="0"/>
                    <a:pt x="12016" y="37"/>
                    <a:pt x="12016" y="37"/>
                  </a:cubicBezTo>
                  <a:cubicBezTo>
                    <a:pt x="10278" y="1109"/>
                    <a:pt x="6286" y="2440"/>
                    <a:pt x="3845" y="2995"/>
                  </a:cubicBezTo>
                  <a:cubicBezTo>
                    <a:pt x="3217" y="3254"/>
                    <a:pt x="2625" y="3512"/>
                    <a:pt x="2034" y="3734"/>
                  </a:cubicBezTo>
                  <a:cubicBezTo>
                    <a:pt x="1221" y="4067"/>
                    <a:pt x="703" y="4363"/>
                    <a:pt x="407" y="4622"/>
                  </a:cubicBezTo>
                  <a:cubicBezTo>
                    <a:pt x="74" y="4880"/>
                    <a:pt x="1" y="5065"/>
                    <a:pt x="1" y="5213"/>
                  </a:cubicBezTo>
                  <a:cubicBezTo>
                    <a:pt x="1" y="5287"/>
                    <a:pt x="38" y="5398"/>
                    <a:pt x="148" y="5509"/>
                  </a:cubicBezTo>
                  <a:cubicBezTo>
                    <a:pt x="222" y="5583"/>
                    <a:pt x="370" y="5694"/>
                    <a:pt x="555" y="5805"/>
                  </a:cubicBezTo>
                  <a:cubicBezTo>
                    <a:pt x="888" y="5989"/>
                    <a:pt x="1368" y="6100"/>
                    <a:pt x="1738" y="6100"/>
                  </a:cubicBezTo>
                  <a:lnTo>
                    <a:pt x="1775" y="6100"/>
                  </a:lnTo>
                  <a:cubicBezTo>
                    <a:pt x="2108" y="6100"/>
                    <a:pt x="2773" y="5989"/>
                    <a:pt x="3550" y="5805"/>
                  </a:cubicBezTo>
                  <a:cubicBezTo>
                    <a:pt x="4363" y="5620"/>
                    <a:pt x="5324" y="5324"/>
                    <a:pt x="6323" y="5028"/>
                  </a:cubicBezTo>
                  <a:cubicBezTo>
                    <a:pt x="8282" y="4400"/>
                    <a:pt x="10352" y="3586"/>
                    <a:pt x="11424" y="2921"/>
                  </a:cubicBezTo>
                  <a:cubicBezTo>
                    <a:pt x="12386" y="2329"/>
                    <a:pt x="12829" y="1516"/>
                    <a:pt x="12792" y="925"/>
                  </a:cubicBezTo>
                  <a:cubicBezTo>
                    <a:pt x="12792" y="629"/>
                    <a:pt x="12718" y="407"/>
                    <a:pt x="12534" y="222"/>
                  </a:cubicBezTo>
                  <a:cubicBezTo>
                    <a:pt x="12423" y="111"/>
                    <a:pt x="12275" y="37"/>
                    <a:pt x="1209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1949;p37">
              <a:extLst>
                <a:ext uri="{FF2B5EF4-FFF2-40B4-BE49-F238E27FC236}">
                  <a16:creationId xmlns:a16="http://schemas.microsoft.com/office/drawing/2014/main" id="{19FBF567-5DD9-3F61-1506-221E2F52C94A}"/>
                </a:ext>
              </a:extLst>
            </p:cNvPr>
            <p:cNvSpPr/>
            <p:nvPr/>
          </p:nvSpPr>
          <p:spPr>
            <a:xfrm>
              <a:off x="6323525" y="3874175"/>
              <a:ext cx="350300" cy="184875"/>
            </a:xfrm>
            <a:custGeom>
              <a:avLst/>
              <a:gdLst/>
              <a:ahLst/>
              <a:cxnLst/>
              <a:rect l="l" t="t" r="r" b="b"/>
              <a:pathLst>
                <a:path w="14012" h="7395" extrusionOk="0">
                  <a:moveTo>
                    <a:pt x="12163" y="629"/>
                  </a:moveTo>
                  <a:cubicBezTo>
                    <a:pt x="12607" y="629"/>
                    <a:pt x="12903" y="740"/>
                    <a:pt x="13125" y="925"/>
                  </a:cubicBezTo>
                  <a:cubicBezTo>
                    <a:pt x="13309" y="1110"/>
                    <a:pt x="13383" y="1332"/>
                    <a:pt x="13383" y="1628"/>
                  </a:cubicBezTo>
                  <a:cubicBezTo>
                    <a:pt x="13420" y="2219"/>
                    <a:pt x="12977" y="3032"/>
                    <a:pt x="12015" y="3624"/>
                  </a:cubicBezTo>
                  <a:cubicBezTo>
                    <a:pt x="10943" y="4289"/>
                    <a:pt x="8873" y="5103"/>
                    <a:pt x="6914" y="5731"/>
                  </a:cubicBezTo>
                  <a:cubicBezTo>
                    <a:pt x="5915" y="6027"/>
                    <a:pt x="4954" y="6323"/>
                    <a:pt x="4141" y="6508"/>
                  </a:cubicBezTo>
                  <a:cubicBezTo>
                    <a:pt x="3364" y="6692"/>
                    <a:pt x="2699" y="6803"/>
                    <a:pt x="2366" y="6803"/>
                  </a:cubicBezTo>
                  <a:cubicBezTo>
                    <a:pt x="1959" y="6803"/>
                    <a:pt x="1479" y="6692"/>
                    <a:pt x="1146" y="6508"/>
                  </a:cubicBezTo>
                  <a:cubicBezTo>
                    <a:pt x="961" y="6397"/>
                    <a:pt x="813" y="6286"/>
                    <a:pt x="739" y="6212"/>
                  </a:cubicBezTo>
                  <a:cubicBezTo>
                    <a:pt x="629" y="6101"/>
                    <a:pt x="592" y="5990"/>
                    <a:pt x="592" y="5916"/>
                  </a:cubicBezTo>
                  <a:cubicBezTo>
                    <a:pt x="592" y="5768"/>
                    <a:pt x="665" y="5583"/>
                    <a:pt x="998" y="5325"/>
                  </a:cubicBezTo>
                  <a:cubicBezTo>
                    <a:pt x="1294" y="5066"/>
                    <a:pt x="1812" y="4770"/>
                    <a:pt x="2625" y="4437"/>
                  </a:cubicBezTo>
                  <a:cubicBezTo>
                    <a:pt x="6268" y="2994"/>
                    <a:pt x="11030" y="943"/>
                    <a:pt x="11682" y="662"/>
                  </a:cubicBezTo>
                  <a:lnTo>
                    <a:pt x="11682" y="662"/>
                  </a:lnTo>
                  <a:lnTo>
                    <a:pt x="11683" y="666"/>
                  </a:lnTo>
                  <a:cubicBezTo>
                    <a:pt x="11831" y="629"/>
                    <a:pt x="12015" y="629"/>
                    <a:pt x="12163" y="629"/>
                  </a:cubicBezTo>
                  <a:close/>
                  <a:moveTo>
                    <a:pt x="12163" y="1"/>
                  </a:moveTo>
                  <a:cubicBezTo>
                    <a:pt x="11978" y="1"/>
                    <a:pt x="11794" y="38"/>
                    <a:pt x="11572" y="75"/>
                  </a:cubicBezTo>
                  <a:lnTo>
                    <a:pt x="11498" y="75"/>
                  </a:lnTo>
                  <a:cubicBezTo>
                    <a:pt x="11498" y="75"/>
                    <a:pt x="11165" y="223"/>
                    <a:pt x="10611" y="444"/>
                  </a:cubicBezTo>
                  <a:cubicBezTo>
                    <a:pt x="8984" y="1147"/>
                    <a:pt x="5324" y="2700"/>
                    <a:pt x="2366" y="3883"/>
                  </a:cubicBezTo>
                  <a:cubicBezTo>
                    <a:pt x="1553" y="4178"/>
                    <a:pt x="961" y="4511"/>
                    <a:pt x="592" y="4844"/>
                  </a:cubicBezTo>
                  <a:cubicBezTo>
                    <a:pt x="222" y="5177"/>
                    <a:pt x="0" y="5546"/>
                    <a:pt x="0" y="5916"/>
                  </a:cubicBezTo>
                  <a:cubicBezTo>
                    <a:pt x="0" y="6175"/>
                    <a:pt x="111" y="6397"/>
                    <a:pt x="259" y="6582"/>
                  </a:cubicBezTo>
                  <a:cubicBezTo>
                    <a:pt x="481" y="6877"/>
                    <a:pt x="813" y="7062"/>
                    <a:pt x="1183" y="7210"/>
                  </a:cubicBezTo>
                  <a:cubicBezTo>
                    <a:pt x="1553" y="7321"/>
                    <a:pt x="1959" y="7395"/>
                    <a:pt x="2366" y="7395"/>
                  </a:cubicBezTo>
                  <a:cubicBezTo>
                    <a:pt x="2810" y="7395"/>
                    <a:pt x="3475" y="7284"/>
                    <a:pt x="4289" y="7099"/>
                  </a:cubicBezTo>
                  <a:cubicBezTo>
                    <a:pt x="5546" y="6803"/>
                    <a:pt x="7098" y="6323"/>
                    <a:pt x="8614" y="5805"/>
                  </a:cubicBezTo>
                  <a:cubicBezTo>
                    <a:pt x="10093" y="5288"/>
                    <a:pt x="11461" y="4696"/>
                    <a:pt x="12348" y="4142"/>
                  </a:cubicBezTo>
                  <a:cubicBezTo>
                    <a:pt x="13420" y="3439"/>
                    <a:pt x="14012" y="2515"/>
                    <a:pt x="14012" y="1628"/>
                  </a:cubicBezTo>
                  <a:cubicBezTo>
                    <a:pt x="14012" y="1184"/>
                    <a:pt x="13864" y="777"/>
                    <a:pt x="13531" y="481"/>
                  </a:cubicBezTo>
                  <a:cubicBezTo>
                    <a:pt x="13199" y="186"/>
                    <a:pt x="12718" y="1"/>
                    <a:pt x="121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1950;p37">
              <a:extLst>
                <a:ext uri="{FF2B5EF4-FFF2-40B4-BE49-F238E27FC236}">
                  <a16:creationId xmlns:a16="http://schemas.microsoft.com/office/drawing/2014/main" id="{78B96CF0-C616-6027-9389-8135B1B849DA}"/>
                </a:ext>
              </a:extLst>
            </p:cNvPr>
            <p:cNvSpPr/>
            <p:nvPr/>
          </p:nvSpPr>
          <p:spPr>
            <a:xfrm>
              <a:off x="6297625" y="3803775"/>
              <a:ext cx="392475" cy="169325"/>
            </a:xfrm>
            <a:custGeom>
              <a:avLst/>
              <a:gdLst/>
              <a:ahLst/>
              <a:cxnLst/>
              <a:rect l="l" t="t" r="r" b="b"/>
              <a:pathLst>
                <a:path w="15699" h="6773" extrusionOk="0">
                  <a:moveTo>
                    <a:pt x="13576" y="0"/>
                  </a:moveTo>
                  <a:cubicBezTo>
                    <a:pt x="13413" y="0"/>
                    <a:pt x="13239" y="14"/>
                    <a:pt x="13051" y="44"/>
                  </a:cubicBezTo>
                  <a:cubicBezTo>
                    <a:pt x="13051" y="44"/>
                    <a:pt x="7876" y="2299"/>
                    <a:pt x="3957" y="3852"/>
                  </a:cubicBezTo>
                  <a:cubicBezTo>
                    <a:pt x="1" y="5368"/>
                    <a:pt x="2256" y="6773"/>
                    <a:pt x="3809" y="6773"/>
                  </a:cubicBezTo>
                  <a:cubicBezTo>
                    <a:pt x="5362" y="6773"/>
                    <a:pt x="11388" y="4961"/>
                    <a:pt x="13643" y="3556"/>
                  </a:cubicBezTo>
                  <a:cubicBezTo>
                    <a:pt x="15699" y="2254"/>
                    <a:pt x="15627" y="0"/>
                    <a:pt x="1357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1951;p37">
              <a:extLst>
                <a:ext uri="{FF2B5EF4-FFF2-40B4-BE49-F238E27FC236}">
                  <a16:creationId xmlns:a16="http://schemas.microsoft.com/office/drawing/2014/main" id="{FE2C9A85-7896-F9EB-7BC5-1707E561F667}"/>
                </a:ext>
              </a:extLst>
            </p:cNvPr>
            <p:cNvSpPr/>
            <p:nvPr/>
          </p:nvSpPr>
          <p:spPr>
            <a:xfrm>
              <a:off x="6341075" y="3803950"/>
              <a:ext cx="335525" cy="169150"/>
            </a:xfrm>
            <a:custGeom>
              <a:avLst/>
              <a:gdLst/>
              <a:ahLst/>
              <a:cxnLst/>
              <a:rect l="l" t="t" r="r" b="b"/>
              <a:pathLst>
                <a:path w="13421" h="6766" extrusionOk="0">
                  <a:moveTo>
                    <a:pt x="11868" y="0"/>
                  </a:moveTo>
                  <a:cubicBezTo>
                    <a:pt x="11683" y="0"/>
                    <a:pt x="11535" y="0"/>
                    <a:pt x="11313" y="37"/>
                  </a:cubicBezTo>
                  <a:cubicBezTo>
                    <a:pt x="11313" y="37"/>
                    <a:pt x="6138" y="2292"/>
                    <a:pt x="2219" y="3845"/>
                  </a:cubicBezTo>
                  <a:cubicBezTo>
                    <a:pt x="592" y="4473"/>
                    <a:pt x="0" y="5065"/>
                    <a:pt x="0" y="5583"/>
                  </a:cubicBezTo>
                  <a:cubicBezTo>
                    <a:pt x="0" y="6285"/>
                    <a:pt x="1147" y="6766"/>
                    <a:pt x="2071" y="6766"/>
                  </a:cubicBezTo>
                  <a:cubicBezTo>
                    <a:pt x="3624" y="6766"/>
                    <a:pt x="9650" y="4954"/>
                    <a:pt x="11905" y="3549"/>
                  </a:cubicBezTo>
                  <a:cubicBezTo>
                    <a:pt x="11905" y="3549"/>
                    <a:pt x="11942" y="3512"/>
                    <a:pt x="11979" y="3512"/>
                  </a:cubicBezTo>
                  <a:cubicBezTo>
                    <a:pt x="12164" y="3364"/>
                    <a:pt x="12349" y="3216"/>
                    <a:pt x="12533" y="3069"/>
                  </a:cubicBezTo>
                  <a:cubicBezTo>
                    <a:pt x="13125" y="2514"/>
                    <a:pt x="13421" y="1886"/>
                    <a:pt x="13421" y="1331"/>
                  </a:cubicBezTo>
                  <a:cubicBezTo>
                    <a:pt x="13421" y="592"/>
                    <a:pt x="12903" y="0"/>
                    <a:pt x="11868"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1952;p37">
              <a:extLst>
                <a:ext uri="{FF2B5EF4-FFF2-40B4-BE49-F238E27FC236}">
                  <a16:creationId xmlns:a16="http://schemas.microsoft.com/office/drawing/2014/main" id="{436C4E6F-B081-5D80-DD93-62737BF9C98A}"/>
                </a:ext>
              </a:extLst>
            </p:cNvPr>
            <p:cNvSpPr/>
            <p:nvPr/>
          </p:nvSpPr>
          <p:spPr>
            <a:xfrm>
              <a:off x="6333675" y="3795625"/>
              <a:ext cx="350325" cy="185800"/>
            </a:xfrm>
            <a:custGeom>
              <a:avLst/>
              <a:gdLst/>
              <a:ahLst/>
              <a:cxnLst/>
              <a:rect l="l" t="t" r="r" b="b"/>
              <a:pathLst>
                <a:path w="14013" h="7432" extrusionOk="0">
                  <a:moveTo>
                    <a:pt x="12164" y="629"/>
                  </a:moveTo>
                  <a:cubicBezTo>
                    <a:pt x="12608" y="629"/>
                    <a:pt x="12903" y="777"/>
                    <a:pt x="13125" y="925"/>
                  </a:cubicBezTo>
                  <a:cubicBezTo>
                    <a:pt x="13310" y="1109"/>
                    <a:pt x="13384" y="1331"/>
                    <a:pt x="13421" y="1664"/>
                  </a:cubicBezTo>
                  <a:cubicBezTo>
                    <a:pt x="13421" y="2219"/>
                    <a:pt x="12977" y="3032"/>
                    <a:pt x="12016" y="3623"/>
                  </a:cubicBezTo>
                  <a:cubicBezTo>
                    <a:pt x="10944" y="4289"/>
                    <a:pt x="8874" y="5102"/>
                    <a:pt x="6914" y="5731"/>
                  </a:cubicBezTo>
                  <a:cubicBezTo>
                    <a:pt x="5916" y="6027"/>
                    <a:pt x="4955" y="6322"/>
                    <a:pt x="4141" y="6507"/>
                  </a:cubicBezTo>
                  <a:cubicBezTo>
                    <a:pt x="3365" y="6692"/>
                    <a:pt x="2700" y="6803"/>
                    <a:pt x="2367" y="6803"/>
                  </a:cubicBezTo>
                  <a:cubicBezTo>
                    <a:pt x="1960" y="6803"/>
                    <a:pt x="1480" y="6692"/>
                    <a:pt x="1147" y="6507"/>
                  </a:cubicBezTo>
                  <a:cubicBezTo>
                    <a:pt x="962" y="6433"/>
                    <a:pt x="814" y="6322"/>
                    <a:pt x="740" y="6211"/>
                  </a:cubicBezTo>
                  <a:cubicBezTo>
                    <a:pt x="629" y="6100"/>
                    <a:pt x="592" y="6027"/>
                    <a:pt x="592" y="5916"/>
                  </a:cubicBezTo>
                  <a:cubicBezTo>
                    <a:pt x="592" y="5805"/>
                    <a:pt x="666" y="5583"/>
                    <a:pt x="999" y="5324"/>
                  </a:cubicBezTo>
                  <a:cubicBezTo>
                    <a:pt x="1295" y="5065"/>
                    <a:pt x="1812" y="4770"/>
                    <a:pt x="2626" y="4437"/>
                  </a:cubicBezTo>
                  <a:cubicBezTo>
                    <a:pt x="6544" y="2884"/>
                    <a:pt x="11757" y="666"/>
                    <a:pt x="11757" y="666"/>
                  </a:cubicBezTo>
                  <a:lnTo>
                    <a:pt x="11751" y="654"/>
                  </a:lnTo>
                  <a:lnTo>
                    <a:pt x="11751" y="654"/>
                  </a:lnTo>
                  <a:cubicBezTo>
                    <a:pt x="11905" y="629"/>
                    <a:pt x="12035" y="629"/>
                    <a:pt x="12164" y="629"/>
                  </a:cubicBezTo>
                  <a:close/>
                  <a:moveTo>
                    <a:pt x="12164" y="0"/>
                  </a:moveTo>
                  <a:cubicBezTo>
                    <a:pt x="11979" y="0"/>
                    <a:pt x="11794" y="37"/>
                    <a:pt x="11572" y="74"/>
                  </a:cubicBezTo>
                  <a:lnTo>
                    <a:pt x="11499" y="74"/>
                  </a:lnTo>
                  <a:cubicBezTo>
                    <a:pt x="11499" y="74"/>
                    <a:pt x="11166" y="222"/>
                    <a:pt x="10648" y="481"/>
                  </a:cubicBezTo>
                  <a:cubicBezTo>
                    <a:pt x="8985" y="1183"/>
                    <a:pt x="5324" y="2736"/>
                    <a:pt x="2367" y="3882"/>
                  </a:cubicBezTo>
                  <a:cubicBezTo>
                    <a:pt x="1553" y="4215"/>
                    <a:pt x="962" y="4511"/>
                    <a:pt x="592" y="4843"/>
                  </a:cubicBezTo>
                  <a:cubicBezTo>
                    <a:pt x="223" y="5176"/>
                    <a:pt x="1" y="5546"/>
                    <a:pt x="1" y="5916"/>
                  </a:cubicBezTo>
                  <a:cubicBezTo>
                    <a:pt x="1" y="6174"/>
                    <a:pt x="112" y="6433"/>
                    <a:pt x="259" y="6618"/>
                  </a:cubicBezTo>
                  <a:cubicBezTo>
                    <a:pt x="481" y="6877"/>
                    <a:pt x="851" y="7062"/>
                    <a:pt x="1184" y="7210"/>
                  </a:cubicBezTo>
                  <a:cubicBezTo>
                    <a:pt x="1553" y="7357"/>
                    <a:pt x="1960" y="7431"/>
                    <a:pt x="2367" y="7431"/>
                  </a:cubicBezTo>
                  <a:cubicBezTo>
                    <a:pt x="2810" y="7431"/>
                    <a:pt x="3476" y="7284"/>
                    <a:pt x="4289" y="7099"/>
                  </a:cubicBezTo>
                  <a:cubicBezTo>
                    <a:pt x="5546" y="6803"/>
                    <a:pt x="7099" y="6359"/>
                    <a:pt x="8615" y="5805"/>
                  </a:cubicBezTo>
                  <a:cubicBezTo>
                    <a:pt x="10094" y="5287"/>
                    <a:pt x="11462" y="4696"/>
                    <a:pt x="12349" y="4141"/>
                  </a:cubicBezTo>
                  <a:cubicBezTo>
                    <a:pt x="13458" y="3476"/>
                    <a:pt x="14013" y="2514"/>
                    <a:pt x="14013" y="1664"/>
                  </a:cubicBezTo>
                  <a:cubicBezTo>
                    <a:pt x="14013" y="1220"/>
                    <a:pt x="13865" y="777"/>
                    <a:pt x="13532" y="481"/>
                  </a:cubicBezTo>
                  <a:cubicBezTo>
                    <a:pt x="13199" y="185"/>
                    <a:pt x="12719" y="0"/>
                    <a:pt x="121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1953;p37">
              <a:extLst>
                <a:ext uri="{FF2B5EF4-FFF2-40B4-BE49-F238E27FC236}">
                  <a16:creationId xmlns:a16="http://schemas.microsoft.com/office/drawing/2014/main" id="{EE1FFD5C-7FC9-9A75-1CAD-13B12CD8DA89}"/>
                </a:ext>
              </a:extLst>
            </p:cNvPr>
            <p:cNvSpPr/>
            <p:nvPr/>
          </p:nvSpPr>
          <p:spPr>
            <a:xfrm>
              <a:off x="4942650" y="1866675"/>
              <a:ext cx="849425" cy="1047800"/>
            </a:xfrm>
            <a:custGeom>
              <a:avLst/>
              <a:gdLst/>
              <a:ahLst/>
              <a:cxnLst/>
              <a:rect l="l" t="t" r="r" b="b"/>
              <a:pathLst>
                <a:path w="33977" h="41912" extrusionOk="0">
                  <a:moveTo>
                    <a:pt x="14309" y="0"/>
                  </a:moveTo>
                  <a:cubicBezTo>
                    <a:pt x="14309" y="0"/>
                    <a:pt x="4216" y="6470"/>
                    <a:pt x="2108" y="8984"/>
                  </a:cubicBezTo>
                  <a:cubicBezTo>
                    <a:pt x="1" y="11535"/>
                    <a:pt x="962" y="16859"/>
                    <a:pt x="1110" y="18560"/>
                  </a:cubicBezTo>
                  <a:cubicBezTo>
                    <a:pt x="1258" y="20223"/>
                    <a:pt x="1406" y="31462"/>
                    <a:pt x="2367" y="33274"/>
                  </a:cubicBezTo>
                  <a:cubicBezTo>
                    <a:pt x="3333" y="35063"/>
                    <a:pt x="6205" y="41911"/>
                    <a:pt x="15275" y="41911"/>
                  </a:cubicBezTo>
                  <a:cubicBezTo>
                    <a:pt x="15575" y="41911"/>
                    <a:pt x="15881" y="41904"/>
                    <a:pt x="16194" y="41888"/>
                  </a:cubicBezTo>
                  <a:cubicBezTo>
                    <a:pt x="23255" y="41592"/>
                    <a:pt x="26805" y="35825"/>
                    <a:pt x="28210" y="32165"/>
                  </a:cubicBezTo>
                  <a:cubicBezTo>
                    <a:pt x="29614" y="28505"/>
                    <a:pt x="29910" y="24290"/>
                    <a:pt x="29910" y="24290"/>
                  </a:cubicBezTo>
                  <a:cubicBezTo>
                    <a:pt x="29910" y="24290"/>
                    <a:pt x="33977" y="23588"/>
                    <a:pt x="33977" y="20223"/>
                  </a:cubicBezTo>
                  <a:cubicBezTo>
                    <a:pt x="33977" y="17022"/>
                    <a:pt x="33173" y="13318"/>
                    <a:pt x="31439" y="13318"/>
                  </a:cubicBezTo>
                  <a:cubicBezTo>
                    <a:pt x="31351" y="13318"/>
                    <a:pt x="31260" y="13327"/>
                    <a:pt x="31167" y="13347"/>
                  </a:cubicBezTo>
                  <a:cubicBezTo>
                    <a:pt x="30206" y="13569"/>
                    <a:pt x="28912" y="15750"/>
                    <a:pt x="28912" y="15750"/>
                  </a:cubicBezTo>
                  <a:cubicBezTo>
                    <a:pt x="28912" y="15750"/>
                    <a:pt x="23588" y="12238"/>
                    <a:pt x="19078" y="7025"/>
                  </a:cubicBezTo>
                  <a:cubicBezTo>
                    <a:pt x="14604" y="1812"/>
                    <a:pt x="14309" y="0"/>
                    <a:pt x="14309" y="0"/>
                  </a:cubicBezTo>
                  <a:close/>
                </a:path>
              </a:pathLst>
            </a:custGeom>
            <a:solidFill>
              <a:srgbClr val="ADADA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1954;p37">
              <a:extLst>
                <a:ext uri="{FF2B5EF4-FFF2-40B4-BE49-F238E27FC236}">
                  <a16:creationId xmlns:a16="http://schemas.microsoft.com/office/drawing/2014/main" id="{5ED4C0F3-4B4D-F554-C995-D4791546500A}"/>
                </a:ext>
              </a:extLst>
            </p:cNvPr>
            <p:cNvSpPr/>
            <p:nvPr/>
          </p:nvSpPr>
          <p:spPr>
            <a:xfrm>
              <a:off x="4970400" y="1866675"/>
              <a:ext cx="695050" cy="401125"/>
            </a:xfrm>
            <a:custGeom>
              <a:avLst/>
              <a:gdLst/>
              <a:ahLst/>
              <a:cxnLst/>
              <a:rect l="l" t="t" r="r" b="b"/>
              <a:pathLst>
                <a:path w="27802" h="16045" extrusionOk="0">
                  <a:moveTo>
                    <a:pt x="13199" y="0"/>
                  </a:moveTo>
                  <a:cubicBezTo>
                    <a:pt x="13199" y="0"/>
                    <a:pt x="3106" y="6470"/>
                    <a:pt x="998" y="8984"/>
                  </a:cubicBezTo>
                  <a:cubicBezTo>
                    <a:pt x="518" y="9576"/>
                    <a:pt x="185" y="10278"/>
                    <a:pt x="0" y="11055"/>
                  </a:cubicBezTo>
                  <a:lnTo>
                    <a:pt x="12570" y="5842"/>
                  </a:lnTo>
                  <a:cubicBezTo>
                    <a:pt x="12570" y="5842"/>
                    <a:pt x="20307" y="16045"/>
                    <a:pt x="26183" y="16045"/>
                  </a:cubicBezTo>
                  <a:cubicBezTo>
                    <a:pt x="26742" y="16045"/>
                    <a:pt x="27285" y="15952"/>
                    <a:pt x="27802" y="15750"/>
                  </a:cubicBezTo>
                  <a:cubicBezTo>
                    <a:pt x="27802" y="15750"/>
                    <a:pt x="22478" y="12238"/>
                    <a:pt x="17968" y="7025"/>
                  </a:cubicBezTo>
                  <a:cubicBezTo>
                    <a:pt x="13494" y="1812"/>
                    <a:pt x="13199" y="0"/>
                    <a:pt x="1319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1955;p37">
              <a:extLst>
                <a:ext uri="{FF2B5EF4-FFF2-40B4-BE49-F238E27FC236}">
                  <a16:creationId xmlns:a16="http://schemas.microsoft.com/office/drawing/2014/main" id="{DF4AA4C8-93E1-55A7-8BC2-E07693CF75B5}"/>
                </a:ext>
              </a:extLst>
            </p:cNvPr>
            <p:cNvSpPr/>
            <p:nvPr/>
          </p:nvSpPr>
          <p:spPr>
            <a:xfrm>
              <a:off x="4968550" y="2285850"/>
              <a:ext cx="823525" cy="628625"/>
            </a:xfrm>
            <a:custGeom>
              <a:avLst/>
              <a:gdLst/>
              <a:ahLst/>
              <a:cxnLst/>
              <a:rect l="l" t="t" r="r" b="b"/>
              <a:pathLst>
                <a:path w="32941" h="25145" extrusionOk="0">
                  <a:moveTo>
                    <a:pt x="3235" y="0"/>
                  </a:moveTo>
                  <a:cubicBezTo>
                    <a:pt x="3026" y="0"/>
                    <a:pt x="2810" y="6"/>
                    <a:pt x="2588" y="18"/>
                  </a:cubicBezTo>
                  <a:cubicBezTo>
                    <a:pt x="1479" y="92"/>
                    <a:pt x="666" y="536"/>
                    <a:pt x="0" y="1090"/>
                  </a:cubicBezTo>
                  <a:cubicBezTo>
                    <a:pt x="37" y="1349"/>
                    <a:pt x="74" y="1608"/>
                    <a:pt x="74" y="1793"/>
                  </a:cubicBezTo>
                  <a:cubicBezTo>
                    <a:pt x="222" y="3456"/>
                    <a:pt x="370" y="14695"/>
                    <a:pt x="1331" y="16507"/>
                  </a:cubicBezTo>
                  <a:cubicBezTo>
                    <a:pt x="2297" y="18296"/>
                    <a:pt x="5169" y="25144"/>
                    <a:pt x="14239" y="25144"/>
                  </a:cubicBezTo>
                  <a:cubicBezTo>
                    <a:pt x="14539" y="25144"/>
                    <a:pt x="14845" y="25137"/>
                    <a:pt x="15158" y="25121"/>
                  </a:cubicBezTo>
                  <a:cubicBezTo>
                    <a:pt x="22219" y="24825"/>
                    <a:pt x="25769" y="19058"/>
                    <a:pt x="27174" y="15398"/>
                  </a:cubicBezTo>
                  <a:cubicBezTo>
                    <a:pt x="28578" y="11738"/>
                    <a:pt x="28874" y="7523"/>
                    <a:pt x="28874" y="7523"/>
                  </a:cubicBezTo>
                  <a:cubicBezTo>
                    <a:pt x="28874" y="7523"/>
                    <a:pt x="32941" y="6821"/>
                    <a:pt x="32941" y="3456"/>
                  </a:cubicBezTo>
                  <a:cubicBezTo>
                    <a:pt x="32941" y="2791"/>
                    <a:pt x="32904" y="2088"/>
                    <a:pt x="32830" y="1386"/>
                  </a:cubicBezTo>
                  <a:cubicBezTo>
                    <a:pt x="32719" y="2458"/>
                    <a:pt x="32497" y="3641"/>
                    <a:pt x="32054" y="4602"/>
                  </a:cubicBezTo>
                  <a:cubicBezTo>
                    <a:pt x="31225" y="6421"/>
                    <a:pt x="29447" y="6673"/>
                    <a:pt x="28528" y="6673"/>
                  </a:cubicBezTo>
                  <a:cubicBezTo>
                    <a:pt x="28176" y="6673"/>
                    <a:pt x="27950" y="6636"/>
                    <a:pt x="27950" y="6636"/>
                  </a:cubicBezTo>
                  <a:cubicBezTo>
                    <a:pt x="27950" y="6636"/>
                    <a:pt x="26101" y="16248"/>
                    <a:pt x="23587" y="19206"/>
                  </a:cubicBezTo>
                  <a:cubicBezTo>
                    <a:pt x="21937" y="21148"/>
                    <a:pt x="18421" y="22899"/>
                    <a:pt x="14265" y="22899"/>
                  </a:cubicBezTo>
                  <a:cubicBezTo>
                    <a:pt x="12091" y="22899"/>
                    <a:pt x="9743" y="22420"/>
                    <a:pt x="7394" y="21239"/>
                  </a:cubicBezTo>
                  <a:cubicBezTo>
                    <a:pt x="555" y="17838"/>
                    <a:pt x="1479" y="9409"/>
                    <a:pt x="1479" y="9409"/>
                  </a:cubicBezTo>
                  <a:cubicBezTo>
                    <a:pt x="1479" y="9409"/>
                    <a:pt x="5583" y="9409"/>
                    <a:pt x="7172" y="5527"/>
                  </a:cubicBezTo>
                  <a:cubicBezTo>
                    <a:pt x="8677" y="1853"/>
                    <a:pt x="6936" y="0"/>
                    <a:pt x="32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1956;p37">
              <a:extLst>
                <a:ext uri="{FF2B5EF4-FFF2-40B4-BE49-F238E27FC236}">
                  <a16:creationId xmlns:a16="http://schemas.microsoft.com/office/drawing/2014/main" id="{810CE989-8455-E4A7-5EA9-6BAA60473A2F}"/>
                </a:ext>
              </a:extLst>
            </p:cNvPr>
            <p:cNvSpPr/>
            <p:nvPr/>
          </p:nvSpPr>
          <p:spPr>
            <a:xfrm>
              <a:off x="4968550" y="2286300"/>
              <a:ext cx="823525" cy="628525"/>
            </a:xfrm>
            <a:custGeom>
              <a:avLst/>
              <a:gdLst/>
              <a:ahLst/>
              <a:cxnLst/>
              <a:rect l="l" t="t" r="r" b="b"/>
              <a:pathLst>
                <a:path w="32941" h="25141" extrusionOk="0">
                  <a:moveTo>
                    <a:pt x="2588" y="0"/>
                  </a:moveTo>
                  <a:cubicBezTo>
                    <a:pt x="1479" y="74"/>
                    <a:pt x="666" y="518"/>
                    <a:pt x="0" y="1072"/>
                  </a:cubicBezTo>
                  <a:cubicBezTo>
                    <a:pt x="37" y="1331"/>
                    <a:pt x="74" y="1553"/>
                    <a:pt x="74" y="1775"/>
                  </a:cubicBezTo>
                  <a:cubicBezTo>
                    <a:pt x="222" y="3401"/>
                    <a:pt x="370" y="14197"/>
                    <a:pt x="1294" y="16378"/>
                  </a:cubicBezTo>
                  <a:cubicBezTo>
                    <a:pt x="1294" y="16415"/>
                    <a:pt x="1331" y="16452"/>
                    <a:pt x="1331" y="16489"/>
                  </a:cubicBezTo>
                  <a:cubicBezTo>
                    <a:pt x="1405" y="16637"/>
                    <a:pt x="1479" y="16785"/>
                    <a:pt x="1590" y="16970"/>
                  </a:cubicBezTo>
                  <a:cubicBezTo>
                    <a:pt x="1664" y="17155"/>
                    <a:pt x="1812" y="17376"/>
                    <a:pt x="1923" y="17598"/>
                  </a:cubicBezTo>
                  <a:cubicBezTo>
                    <a:pt x="2255" y="18227"/>
                    <a:pt x="2699" y="19003"/>
                    <a:pt x="3327" y="19816"/>
                  </a:cubicBezTo>
                  <a:cubicBezTo>
                    <a:pt x="3475" y="20038"/>
                    <a:pt x="3623" y="20260"/>
                    <a:pt x="3808" y="20482"/>
                  </a:cubicBezTo>
                  <a:cubicBezTo>
                    <a:pt x="3919" y="20593"/>
                    <a:pt x="3993" y="20667"/>
                    <a:pt x="4067" y="20778"/>
                  </a:cubicBezTo>
                  <a:cubicBezTo>
                    <a:pt x="6026" y="22996"/>
                    <a:pt x="9169" y="25140"/>
                    <a:pt x="14271" y="25140"/>
                  </a:cubicBezTo>
                  <a:cubicBezTo>
                    <a:pt x="14567" y="25140"/>
                    <a:pt x="14862" y="25140"/>
                    <a:pt x="15158" y="25103"/>
                  </a:cubicBezTo>
                  <a:cubicBezTo>
                    <a:pt x="16748" y="25029"/>
                    <a:pt x="18190" y="24697"/>
                    <a:pt x="19447" y="24142"/>
                  </a:cubicBezTo>
                  <a:cubicBezTo>
                    <a:pt x="19853" y="23957"/>
                    <a:pt x="20223" y="23772"/>
                    <a:pt x="20593" y="23587"/>
                  </a:cubicBezTo>
                  <a:lnTo>
                    <a:pt x="20630" y="23550"/>
                  </a:lnTo>
                  <a:cubicBezTo>
                    <a:pt x="20852" y="23403"/>
                    <a:pt x="21073" y="23292"/>
                    <a:pt x="21295" y="23144"/>
                  </a:cubicBezTo>
                  <a:cubicBezTo>
                    <a:pt x="22811" y="22109"/>
                    <a:pt x="24031" y="20815"/>
                    <a:pt x="24992" y="19484"/>
                  </a:cubicBezTo>
                  <a:cubicBezTo>
                    <a:pt x="25140" y="19299"/>
                    <a:pt x="25251" y="19114"/>
                    <a:pt x="25399" y="18892"/>
                  </a:cubicBezTo>
                  <a:cubicBezTo>
                    <a:pt x="25584" y="18596"/>
                    <a:pt x="25769" y="18301"/>
                    <a:pt x="25953" y="18005"/>
                  </a:cubicBezTo>
                  <a:cubicBezTo>
                    <a:pt x="26064" y="17783"/>
                    <a:pt x="26175" y="17598"/>
                    <a:pt x="26286" y="17376"/>
                  </a:cubicBezTo>
                  <a:cubicBezTo>
                    <a:pt x="26656" y="16674"/>
                    <a:pt x="26952" y="16008"/>
                    <a:pt x="27174" y="15380"/>
                  </a:cubicBezTo>
                  <a:cubicBezTo>
                    <a:pt x="28578" y="11720"/>
                    <a:pt x="28874" y="7505"/>
                    <a:pt x="28874" y="7505"/>
                  </a:cubicBezTo>
                  <a:cubicBezTo>
                    <a:pt x="28874" y="7505"/>
                    <a:pt x="32941" y="6803"/>
                    <a:pt x="32941" y="3438"/>
                  </a:cubicBezTo>
                  <a:cubicBezTo>
                    <a:pt x="32941" y="2773"/>
                    <a:pt x="32904" y="2070"/>
                    <a:pt x="32830" y="1368"/>
                  </a:cubicBezTo>
                  <a:cubicBezTo>
                    <a:pt x="32719" y="2440"/>
                    <a:pt x="32497" y="3623"/>
                    <a:pt x="32054" y="4584"/>
                  </a:cubicBezTo>
                  <a:cubicBezTo>
                    <a:pt x="31203" y="6433"/>
                    <a:pt x="29392" y="6655"/>
                    <a:pt x="28467" y="6655"/>
                  </a:cubicBezTo>
                  <a:cubicBezTo>
                    <a:pt x="28135" y="6655"/>
                    <a:pt x="27950" y="6618"/>
                    <a:pt x="27950" y="6618"/>
                  </a:cubicBezTo>
                  <a:cubicBezTo>
                    <a:pt x="27950" y="6618"/>
                    <a:pt x="26101" y="16230"/>
                    <a:pt x="23587" y="19188"/>
                  </a:cubicBezTo>
                  <a:cubicBezTo>
                    <a:pt x="21961" y="21147"/>
                    <a:pt x="18411" y="22885"/>
                    <a:pt x="14271" y="22885"/>
                  </a:cubicBezTo>
                  <a:cubicBezTo>
                    <a:pt x="12090" y="22885"/>
                    <a:pt x="9760" y="22404"/>
                    <a:pt x="7394" y="21221"/>
                  </a:cubicBezTo>
                  <a:cubicBezTo>
                    <a:pt x="1997" y="18522"/>
                    <a:pt x="1442" y="12718"/>
                    <a:pt x="1405" y="10389"/>
                  </a:cubicBezTo>
                  <a:cubicBezTo>
                    <a:pt x="1405" y="9760"/>
                    <a:pt x="1479" y="9391"/>
                    <a:pt x="1479" y="9391"/>
                  </a:cubicBezTo>
                  <a:cubicBezTo>
                    <a:pt x="1479" y="9391"/>
                    <a:pt x="5583" y="9391"/>
                    <a:pt x="7172" y="5509"/>
                  </a:cubicBezTo>
                  <a:cubicBezTo>
                    <a:pt x="7542" y="4584"/>
                    <a:pt x="7727" y="3808"/>
                    <a:pt x="7727" y="3143"/>
                  </a:cubicBezTo>
                  <a:cubicBezTo>
                    <a:pt x="7727" y="1035"/>
                    <a:pt x="6026" y="0"/>
                    <a:pt x="3254"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1957;p37">
              <a:extLst>
                <a:ext uri="{FF2B5EF4-FFF2-40B4-BE49-F238E27FC236}">
                  <a16:creationId xmlns:a16="http://schemas.microsoft.com/office/drawing/2014/main" id="{8DD20BA3-DD0C-ED70-6D51-F92EE42493E7}"/>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2514"/>
                    <a:pt x="8725" y="0"/>
                    <a:pt x="562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6" name="Google Shape;1958;p37">
              <a:extLst>
                <a:ext uri="{FF2B5EF4-FFF2-40B4-BE49-F238E27FC236}">
                  <a16:creationId xmlns:a16="http://schemas.microsoft.com/office/drawing/2014/main" id="{87317BB6-63E3-A3DC-40F1-F953846FFC40}"/>
                </a:ext>
              </a:extLst>
            </p:cNvPr>
            <p:cNvSpPr/>
            <p:nvPr/>
          </p:nvSpPr>
          <p:spPr>
            <a:xfrm>
              <a:off x="5305900" y="2213275"/>
              <a:ext cx="281000" cy="281000"/>
            </a:xfrm>
            <a:custGeom>
              <a:avLst/>
              <a:gdLst/>
              <a:ahLst/>
              <a:cxnLst/>
              <a:rect l="l" t="t" r="r" b="b"/>
              <a:pathLst>
                <a:path w="11240" h="11240" extrusionOk="0">
                  <a:moveTo>
                    <a:pt x="5620" y="0"/>
                  </a:moveTo>
                  <a:cubicBezTo>
                    <a:pt x="2514" y="0"/>
                    <a:pt x="0" y="2514"/>
                    <a:pt x="0" y="5620"/>
                  </a:cubicBezTo>
                  <a:cubicBezTo>
                    <a:pt x="0" y="8726"/>
                    <a:pt x="2514" y="11240"/>
                    <a:pt x="5620" y="11240"/>
                  </a:cubicBezTo>
                  <a:cubicBezTo>
                    <a:pt x="8725" y="11240"/>
                    <a:pt x="11239" y="8726"/>
                    <a:pt x="11239" y="5620"/>
                  </a:cubicBezTo>
                  <a:cubicBezTo>
                    <a:pt x="11239" y="3624"/>
                    <a:pt x="10204" y="1886"/>
                    <a:pt x="8652" y="888"/>
                  </a:cubicBezTo>
                  <a:cubicBezTo>
                    <a:pt x="8504" y="814"/>
                    <a:pt x="8393" y="740"/>
                    <a:pt x="8282" y="666"/>
                  </a:cubicBezTo>
                  <a:cubicBezTo>
                    <a:pt x="7468" y="222"/>
                    <a:pt x="6581" y="0"/>
                    <a:pt x="5620"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7" name="Google Shape;1959;p37">
              <a:extLst>
                <a:ext uri="{FF2B5EF4-FFF2-40B4-BE49-F238E27FC236}">
                  <a16:creationId xmlns:a16="http://schemas.microsoft.com/office/drawing/2014/main" id="{A1382A97-5216-6C4A-3C65-39ACBAED2FFC}"/>
                </a:ext>
              </a:extLst>
            </p:cNvPr>
            <p:cNvSpPr/>
            <p:nvPr/>
          </p:nvSpPr>
          <p:spPr>
            <a:xfrm>
              <a:off x="4970400" y="1866675"/>
              <a:ext cx="695050" cy="401150"/>
            </a:xfrm>
            <a:custGeom>
              <a:avLst/>
              <a:gdLst/>
              <a:ahLst/>
              <a:cxnLst/>
              <a:rect l="l" t="t" r="r" b="b"/>
              <a:pathLst>
                <a:path w="27802" h="16046" extrusionOk="0">
                  <a:moveTo>
                    <a:pt x="13199" y="0"/>
                  </a:moveTo>
                  <a:cubicBezTo>
                    <a:pt x="13199" y="0"/>
                    <a:pt x="3106" y="6470"/>
                    <a:pt x="998" y="8984"/>
                  </a:cubicBezTo>
                  <a:cubicBezTo>
                    <a:pt x="518" y="9576"/>
                    <a:pt x="185" y="10278"/>
                    <a:pt x="0" y="11055"/>
                  </a:cubicBezTo>
                  <a:lnTo>
                    <a:pt x="12570" y="5842"/>
                  </a:lnTo>
                  <a:cubicBezTo>
                    <a:pt x="12570" y="5842"/>
                    <a:pt x="16970" y="11683"/>
                    <a:pt x="21702" y="14530"/>
                  </a:cubicBezTo>
                  <a:cubicBezTo>
                    <a:pt x="21813" y="14604"/>
                    <a:pt x="21924" y="14678"/>
                    <a:pt x="22072" y="14752"/>
                  </a:cubicBezTo>
                  <a:cubicBezTo>
                    <a:pt x="23439" y="15528"/>
                    <a:pt x="24844" y="16046"/>
                    <a:pt x="26175" y="16046"/>
                  </a:cubicBezTo>
                  <a:cubicBezTo>
                    <a:pt x="26730" y="16046"/>
                    <a:pt x="27284" y="15935"/>
                    <a:pt x="27802" y="15750"/>
                  </a:cubicBezTo>
                  <a:cubicBezTo>
                    <a:pt x="27802" y="15750"/>
                    <a:pt x="22478" y="12238"/>
                    <a:pt x="17968" y="7025"/>
                  </a:cubicBezTo>
                  <a:cubicBezTo>
                    <a:pt x="13494" y="1812"/>
                    <a:pt x="13199" y="0"/>
                    <a:pt x="13199" y="0"/>
                  </a:cubicBezTo>
                  <a:close/>
                </a:path>
              </a:pathLst>
            </a:custGeom>
            <a:solidFill>
              <a:srgbClr val="9C9C9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8" name="Google Shape;1960;p37">
              <a:extLst>
                <a:ext uri="{FF2B5EF4-FFF2-40B4-BE49-F238E27FC236}">
                  <a16:creationId xmlns:a16="http://schemas.microsoft.com/office/drawing/2014/main" id="{A66F1D8E-2713-FBD2-4DAC-915409279620}"/>
                </a:ext>
              </a:extLst>
            </p:cNvPr>
            <p:cNvSpPr/>
            <p:nvPr/>
          </p:nvSpPr>
          <p:spPr>
            <a:xfrm>
              <a:off x="5512925" y="2229900"/>
              <a:ext cx="9275" cy="5575"/>
            </a:xfrm>
            <a:custGeom>
              <a:avLst/>
              <a:gdLst/>
              <a:ahLst/>
              <a:cxnLst/>
              <a:rect l="l" t="t" r="r" b="b"/>
              <a:pathLst>
                <a:path w="371" h="223" extrusionOk="0">
                  <a:moveTo>
                    <a:pt x="371" y="223"/>
                  </a:moveTo>
                  <a:cubicBezTo>
                    <a:pt x="223" y="149"/>
                    <a:pt x="112" y="75"/>
                    <a:pt x="1" y="1"/>
                  </a:cubicBezTo>
                  <a:cubicBezTo>
                    <a:pt x="112" y="75"/>
                    <a:pt x="223" y="149"/>
                    <a:pt x="371" y="223"/>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9" name="Google Shape;1961;p37">
              <a:extLst>
                <a:ext uri="{FF2B5EF4-FFF2-40B4-BE49-F238E27FC236}">
                  <a16:creationId xmlns:a16="http://schemas.microsoft.com/office/drawing/2014/main" id="{707F8A64-A72F-2598-7E75-60F25883E3B6}"/>
                </a:ext>
              </a:extLst>
            </p:cNvPr>
            <p:cNvSpPr/>
            <p:nvPr/>
          </p:nvSpPr>
          <p:spPr>
            <a:xfrm>
              <a:off x="4953750" y="1859125"/>
              <a:ext cx="846650" cy="1063075"/>
            </a:xfrm>
            <a:custGeom>
              <a:avLst/>
              <a:gdLst/>
              <a:ahLst/>
              <a:cxnLst/>
              <a:rect l="l" t="t" r="r" b="b"/>
              <a:pathLst>
                <a:path w="33866" h="42523" extrusionOk="0">
                  <a:moveTo>
                    <a:pt x="13708" y="776"/>
                  </a:moveTo>
                  <a:cubicBezTo>
                    <a:pt x="14019" y="1589"/>
                    <a:pt x="15032" y="3606"/>
                    <a:pt x="18412" y="7512"/>
                  </a:cubicBezTo>
                  <a:cubicBezTo>
                    <a:pt x="22959" y="12762"/>
                    <a:pt x="28283" y="16274"/>
                    <a:pt x="28320" y="16311"/>
                  </a:cubicBezTo>
                  <a:cubicBezTo>
                    <a:pt x="28394" y="16348"/>
                    <a:pt x="28468" y="16348"/>
                    <a:pt x="28542" y="16348"/>
                  </a:cubicBezTo>
                  <a:cubicBezTo>
                    <a:pt x="28616" y="16311"/>
                    <a:pt x="28690" y="16274"/>
                    <a:pt x="28764" y="16200"/>
                  </a:cubicBezTo>
                  <a:cubicBezTo>
                    <a:pt x="28764" y="16200"/>
                    <a:pt x="28764" y="16163"/>
                    <a:pt x="28801" y="16089"/>
                  </a:cubicBezTo>
                  <a:cubicBezTo>
                    <a:pt x="28912" y="15904"/>
                    <a:pt x="29244" y="15386"/>
                    <a:pt x="29651" y="14906"/>
                  </a:cubicBezTo>
                  <a:cubicBezTo>
                    <a:pt x="29836" y="14647"/>
                    <a:pt x="30058" y="14425"/>
                    <a:pt x="30280" y="14277"/>
                  </a:cubicBezTo>
                  <a:cubicBezTo>
                    <a:pt x="30464" y="14092"/>
                    <a:pt x="30649" y="13982"/>
                    <a:pt x="30797" y="13945"/>
                  </a:cubicBezTo>
                  <a:cubicBezTo>
                    <a:pt x="30871" y="13945"/>
                    <a:pt x="30945" y="13908"/>
                    <a:pt x="31019" y="13908"/>
                  </a:cubicBezTo>
                  <a:cubicBezTo>
                    <a:pt x="31315" y="13908"/>
                    <a:pt x="31610" y="14092"/>
                    <a:pt x="31869" y="14425"/>
                  </a:cubicBezTo>
                  <a:cubicBezTo>
                    <a:pt x="32313" y="14980"/>
                    <a:pt x="32683" y="15904"/>
                    <a:pt x="32904" y="17013"/>
                  </a:cubicBezTo>
                  <a:cubicBezTo>
                    <a:pt x="33126" y="18085"/>
                    <a:pt x="33237" y="19342"/>
                    <a:pt x="33237" y="20525"/>
                  </a:cubicBezTo>
                  <a:cubicBezTo>
                    <a:pt x="33237" y="21302"/>
                    <a:pt x="33015" y="21930"/>
                    <a:pt x="32646" y="22411"/>
                  </a:cubicBezTo>
                  <a:cubicBezTo>
                    <a:pt x="32128" y="23150"/>
                    <a:pt x="31315" y="23631"/>
                    <a:pt x="30649" y="23927"/>
                  </a:cubicBezTo>
                  <a:cubicBezTo>
                    <a:pt x="30280" y="24075"/>
                    <a:pt x="29984" y="24149"/>
                    <a:pt x="29762" y="24222"/>
                  </a:cubicBezTo>
                  <a:cubicBezTo>
                    <a:pt x="29651" y="24259"/>
                    <a:pt x="29577" y="24259"/>
                    <a:pt x="29503" y="24296"/>
                  </a:cubicBezTo>
                  <a:lnTo>
                    <a:pt x="29429" y="24296"/>
                  </a:lnTo>
                  <a:cubicBezTo>
                    <a:pt x="29281" y="24333"/>
                    <a:pt x="29170" y="24444"/>
                    <a:pt x="29170" y="24592"/>
                  </a:cubicBezTo>
                  <a:cubicBezTo>
                    <a:pt x="29170" y="24592"/>
                    <a:pt x="29170" y="24629"/>
                    <a:pt x="29133" y="24777"/>
                  </a:cubicBezTo>
                  <a:cubicBezTo>
                    <a:pt x="29059" y="25590"/>
                    <a:pt x="28690" y="29213"/>
                    <a:pt x="27507" y="32356"/>
                  </a:cubicBezTo>
                  <a:cubicBezTo>
                    <a:pt x="26804" y="34168"/>
                    <a:pt x="25584" y="36460"/>
                    <a:pt x="23662" y="38382"/>
                  </a:cubicBezTo>
                  <a:cubicBezTo>
                    <a:pt x="21776" y="40268"/>
                    <a:pt x="19188" y="41747"/>
                    <a:pt x="15750" y="41894"/>
                  </a:cubicBezTo>
                  <a:cubicBezTo>
                    <a:pt x="15454" y="41894"/>
                    <a:pt x="15159" y="41931"/>
                    <a:pt x="14863" y="41931"/>
                  </a:cubicBezTo>
                  <a:cubicBezTo>
                    <a:pt x="10389" y="41931"/>
                    <a:pt x="7506" y="40231"/>
                    <a:pt x="5546" y="38345"/>
                  </a:cubicBezTo>
                  <a:cubicBezTo>
                    <a:pt x="4585" y="37421"/>
                    <a:pt x="3883" y="36386"/>
                    <a:pt x="3328" y="35535"/>
                  </a:cubicBezTo>
                  <a:cubicBezTo>
                    <a:pt x="2810" y="34648"/>
                    <a:pt x="2441" y="33909"/>
                    <a:pt x="2219" y="33428"/>
                  </a:cubicBezTo>
                  <a:cubicBezTo>
                    <a:pt x="2108" y="33280"/>
                    <a:pt x="1997" y="32911"/>
                    <a:pt x="1923" y="32430"/>
                  </a:cubicBezTo>
                  <a:cubicBezTo>
                    <a:pt x="1590" y="30766"/>
                    <a:pt x="1369" y="27735"/>
                    <a:pt x="1221" y="24925"/>
                  </a:cubicBezTo>
                  <a:cubicBezTo>
                    <a:pt x="1110" y="22115"/>
                    <a:pt x="1036" y="19564"/>
                    <a:pt x="999" y="18825"/>
                  </a:cubicBezTo>
                  <a:cubicBezTo>
                    <a:pt x="925" y="17937"/>
                    <a:pt x="629" y="16237"/>
                    <a:pt x="629" y="14388"/>
                  </a:cubicBezTo>
                  <a:cubicBezTo>
                    <a:pt x="629" y="12540"/>
                    <a:pt x="925" y="10654"/>
                    <a:pt x="1886" y="9508"/>
                  </a:cubicBezTo>
                  <a:cubicBezTo>
                    <a:pt x="2404" y="8917"/>
                    <a:pt x="3402" y="8029"/>
                    <a:pt x="4659" y="7068"/>
                  </a:cubicBezTo>
                  <a:cubicBezTo>
                    <a:pt x="6507" y="5626"/>
                    <a:pt x="8837" y="3999"/>
                    <a:pt x="10722" y="2742"/>
                  </a:cubicBezTo>
                  <a:cubicBezTo>
                    <a:pt x="11683" y="2114"/>
                    <a:pt x="12497" y="1559"/>
                    <a:pt x="13088" y="1190"/>
                  </a:cubicBezTo>
                  <a:cubicBezTo>
                    <a:pt x="13338" y="1018"/>
                    <a:pt x="13548" y="879"/>
                    <a:pt x="13708" y="776"/>
                  </a:cubicBezTo>
                  <a:close/>
                  <a:moveTo>
                    <a:pt x="13875" y="1"/>
                  </a:moveTo>
                  <a:cubicBezTo>
                    <a:pt x="13814" y="1"/>
                    <a:pt x="13759" y="22"/>
                    <a:pt x="13717" y="44"/>
                  </a:cubicBezTo>
                  <a:cubicBezTo>
                    <a:pt x="13717" y="44"/>
                    <a:pt x="11166" y="1670"/>
                    <a:pt x="8393" y="3593"/>
                  </a:cubicBezTo>
                  <a:cubicBezTo>
                    <a:pt x="6988" y="4554"/>
                    <a:pt x="5509" y="5626"/>
                    <a:pt x="4252" y="6587"/>
                  </a:cubicBezTo>
                  <a:cubicBezTo>
                    <a:pt x="3032" y="7549"/>
                    <a:pt x="1997" y="8436"/>
                    <a:pt x="1405" y="9101"/>
                  </a:cubicBezTo>
                  <a:cubicBezTo>
                    <a:pt x="296" y="10469"/>
                    <a:pt x="1" y="12503"/>
                    <a:pt x="1" y="14388"/>
                  </a:cubicBezTo>
                  <a:cubicBezTo>
                    <a:pt x="1" y="16274"/>
                    <a:pt x="296" y="18048"/>
                    <a:pt x="370" y="18862"/>
                  </a:cubicBezTo>
                  <a:cubicBezTo>
                    <a:pt x="444" y="19675"/>
                    <a:pt x="518" y="22928"/>
                    <a:pt x="666" y="26182"/>
                  </a:cubicBezTo>
                  <a:cubicBezTo>
                    <a:pt x="777" y="27809"/>
                    <a:pt x="888" y="29435"/>
                    <a:pt x="1036" y="30803"/>
                  </a:cubicBezTo>
                  <a:cubicBezTo>
                    <a:pt x="1110" y="31469"/>
                    <a:pt x="1221" y="32060"/>
                    <a:pt x="1295" y="32578"/>
                  </a:cubicBezTo>
                  <a:cubicBezTo>
                    <a:pt x="1405" y="33058"/>
                    <a:pt x="1516" y="33465"/>
                    <a:pt x="1664" y="33724"/>
                  </a:cubicBezTo>
                  <a:cubicBezTo>
                    <a:pt x="1886" y="34168"/>
                    <a:pt x="2256" y="34944"/>
                    <a:pt x="2810" y="35831"/>
                  </a:cubicBezTo>
                  <a:cubicBezTo>
                    <a:pt x="3661" y="37199"/>
                    <a:pt x="4918" y="38900"/>
                    <a:pt x="6840" y="40231"/>
                  </a:cubicBezTo>
                  <a:cubicBezTo>
                    <a:pt x="8800" y="41562"/>
                    <a:pt x="11388" y="42523"/>
                    <a:pt x="14863" y="42523"/>
                  </a:cubicBezTo>
                  <a:lnTo>
                    <a:pt x="15750" y="42523"/>
                  </a:lnTo>
                  <a:cubicBezTo>
                    <a:pt x="19373" y="42338"/>
                    <a:pt x="22109" y="40785"/>
                    <a:pt x="24105" y="38789"/>
                  </a:cubicBezTo>
                  <a:cubicBezTo>
                    <a:pt x="26102" y="36829"/>
                    <a:pt x="27359" y="34426"/>
                    <a:pt x="28061" y="32578"/>
                  </a:cubicBezTo>
                  <a:cubicBezTo>
                    <a:pt x="29304" y="29392"/>
                    <a:pt x="29668" y="25795"/>
                    <a:pt x="29745" y="24860"/>
                  </a:cubicBezTo>
                  <a:lnTo>
                    <a:pt x="29745" y="24860"/>
                  </a:lnTo>
                  <a:cubicBezTo>
                    <a:pt x="30118" y="24769"/>
                    <a:pt x="30873" y="24565"/>
                    <a:pt x="31647" y="24112"/>
                  </a:cubicBezTo>
                  <a:cubicBezTo>
                    <a:pt x="32202" y="23779"/>
                    <a:pt x="32757" y="23335"/>
                    <a:pt x="33163" y="22781"/>
                  </a:cubicBezTo>
                  <a:cubicBezTo>
                    <a:pt x="33570" y="22189"/>
                    <a:pt x="33866" y="21450"/>
                    <a:pt x="33866" y="20525"/>
                  </a:cubicBezTo>
                  <a:cubicBezTo>
                    <a:pt x="33866" y="18899"/>
                    <a:pt x="33644" y="17161"/>
                    <a:pt x="33200" y="15793"/>
                  </a:cubicBezTo>
                  <a:cubicBezTo>
                    <a:pt x="32978" y="15091"/>
                    <a:pt x="32720" y="14499"/>
                    <a:pt x="32387" y="14056"/>
                  </a:cubicBezTo>
                  <a:cubicBezTo>
                    <a:pt x="32017" y="13612"/>
                    <a:pt x="31537" y="13316"/>
                    <a:pt x="31019" y="13316"/>
                  </a:cubicBezTo>
                  <a:cubicBezTo>
                    <a:pt x="30908" y="13316"/>
                    <a:pt x="30760" y="13316"/>
                    <a:pt x="30649" y="13353"/>
                  </a:cubicBezTo>
                  <a:cubicBezTo>
                    <a:pt x="30316" y="13427"/>
                    <a:pt x="30021" y="13649"/>
                    <a:pt x="29762" y="13871"/>
                  </a:cubicBezTo>
                  <a:cubicBezTo>
                    <a:pt x="29193" y="14414"/>
                    <a:pt x="28661" y="15173"/>
                    <a:pt x="28392" y="15581"/>
                  </a:cubicBezTo>
                  <a:lnTo>
                    <a:pt x="28392" y="15581"/>
                  </a:lnTo>
                  <a:cubicBezTo>
                    <a:pt x="27251" y="14793"/>
                    <a:pt x="22729" y="11599"/>
                    <a:pt x="18893" y="7142"/>
                  </a:cubicBezTo>
                  <a:cubicBezTo>
                    <a:pt x="16637" y="4554"/>
                    <a:pt x="15454" y="2816"/>
                    <a:pt x="14863" y="1707"/>
                  </a:cubicBezTo>
                  <a:cubicBezTo>
                    <a:pt x="14530" y="1190"/>
                    <a:pt x="14382" y="783"/>
                    <a:pt x="14271" y="561"/>
                  </a:cubicBezTo>
                  <a:cubicBezTo>
                    <a:pt x="14234" y="450"/>
                    <a:pt x="14197" y="376"/>
                    <a:pt x="14197" y="302"/>
                  </a:cubicBezTo>
                  <a:lnTo>
                    <a:pt x="14197" y="265"/>
                  </a:lnTo>
                  <a:cubicBezTo>
                    <a:pt x="14160" y="155"/>
                    <a:pt x="14086" y="81"/>
                    <a:pt x="14012" y="44"/>
                  </a:cubicBezTo>
                  <a:cubicBezTo>
                    <a:pt x="13966" y="12"/>
                    <a:pt x="13919" y="1"/>
                    <a:pt x="13875"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0" name="Google Shape;1962;p37">
              <a:extLst>
                <a:ext uri="{FF2B5EF4-FFF2-40B4-BE49-F238E27FC236}">
                  <a16:creationId xmlns:a16="http://schemas.microsoft.com/office/drawing/2014/main" id="{0A6B9568-3451-13F9-45A2-34076D915EE8}"/>
                </a:ext>
              </a:extLst>
            </p:cNvPr>
            <p:cNvSpPr/>
            <p:nvPr/>
          </p:nvSpPr>
          <p:spPr>
            <a:xfrm>
              <a:off x="4911225" y="2165200"/>
              <a:ext cx="287475" cy="288400"/>
            </a:xfrm>
            <a:custGeom>
              <a:avLst/>
              <a:gdLst/>
              <a:ahLst/>
              <a:cxnLst/>
              <a:rect l="l" t="t" r="r" b="b"/>
              <a:pathLst>
                <a:path w="11499" h="11536" extrusionOk="0">
                  <a:moveTo>
                    <a:pt x="5731" y="1"/>
                  </a:moveTo>
                  <a:cubicBezTo>
                    <a:pt x="2552" y="1"/>
                    <a:pt x="1" y="2589"/>
                    <a:pt x="1" y="5768"/>
                  </a:cubicBezTo>
                  <a:cubicBezTo>
                    <a:pt x="1" y="8948"/>
                    <a:pt x="2552" y="11536"/>
                    <a:pt x="5731" y="11536"/>
                  </a:cubicBezTo>
                  <a:cubicBezTo>
                    <a:pt x="8911" y="11536"/>
                    <a:pt x="11499" y="8948"/>
                    <a:pt x="11499" y="5768"/>
                  </a:cubicBezTo>
                  <a:cubicBezTo>
                    <a:pt x="11499" y="2589"/>
                    <a:pt x="8911" y="1"/>
                    <a:pt x="573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1" name="Google Shape;1963;p37">
              <a:extLst>
                <a:ext uri="{FF2B5EF4-FFF2-40B4-BE49-F238E27FC236}">
                  <a16:creationId xmlns:a16="http://schemas.microsoft.com/office/drawing/2014/main" id="{08A771B3-D16E-25E2-9E51-F5F9A7410EA8}"/>
                </a:ext>
              </a:extLst>
            </p:cNvPr>
            <p:cNvSpPr/>
            <p:nvPr/>
          </p:nvSpPr>
          <p:spPr>
            <a:xfrm>
              <a:off x="4936200" y="2265950"/>
              <a:ext cx="262500" cy="187650"/>
            </a:xfrm>
            <a:custGeom>
              <a:avLst/>
              <a:gdLst/>
              <a:ahLst/>
              <a:cxnLst/>
              <a:rect l="l" t="t" r="r" b="b"/>
              <a:pathLst>
                <a:path w="10500" h="7506" extrusionOk="0">
                  <a:moveTo>
                    <a:pt x="10241" y="1"/>
                  </a:moveTo>
                  <a:cubicBezTo>
                    <a:pt x="9760" y="1036"/>
                    <a:pt x="9169" y="1849"/>
                    <a:pt x="8577" y="1886"/>
                  </a:cubicBezTo>
                  <a:cubicBezTo>
                    <a:pt x="8232" y="1919"/>
                    <a:pt x="7936" y="1932"/>
                    <a:pt x="7674" y="1932"/>
                  </a:cubicBezTo>
                  <a:cubicBezTo>
                    <a:pt x="6621" y="1932"/>
                    <a:pt x="6125" y="1720"/>
                    <a:pt x="5209" y="1720"/>
                  </a:cubicBezTo>
                  <a:cubicBezTo>
                    <a:pt x="5063" y="1720"/>
                    <a:pt x="4905" y="1726"/>
                    <a:pt x="4732" y="1738"/>
                  </a:cubicBezTo>
                  <a:cubicBezTo>
                    <a:pt x="3771" y="1775"/>
                    <a:pt x="1479" y="3661"/>
                    <a:pt x="0" y="4955"/>
                  </a:cubicBezTo>
                  <a:cubicBezTo>
                    <a:pt x="1035" y="6471"/>
                    <a:pt x="2773" y="7506"/>
                    <a:pt x="4732" y="7506"/>
                  </a:cubicBezTo>
                  <a:cubicBezTo>
                    <a:pt x="7912" y="7506"/>
                    <a:pt x="10500" y="4918"/>
                    <a:pt x="10500" y="1738"/>
                  </a:cubicBezTo>
                  <a:cubicBezTo>
                    <a:pt x="10500" y="1110"/>
                    <a:pt x="10426" y="555"/>
                    <a:pt x="1024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2" name="Google Shape;1964;p37">
              <a:extLst>
                <a:ext uri="{FF2B5EF4-FFF2-40B4-BE49-F238E27FC236}">
                  <a16:creationId xmlns:a16="http://schemas.microsoft.com/office/drawing/2014/main" id="{2BE9A68E-0CFB-C8BA-66E5-5049C0572586}"/>
                </a:ext>
              </a:extLst>
            </p:cNvPr>
            <p:cNvSpPr/>
            <p:nvPr/>
          </p:nvSpPr>
          <p:spPr>
            <a:xfrm>
              <a:off x="4902925" y="2157825"/>
              <a:ext cx="303175" cy="303175"/>
            </a:xfrm>
            <a:custGeom>
              <a:avLst/>
              <a:gdLst/>
              <a:ahLst/>
              <a:cxnLst/>
              <a:rect l="l" t="t" r="r" b="b"/>
              <a:pathLst>
                <a:path w="12127" h="12127" extrusionOk="0">
                  <a:moveTo>
                    <a:pt x="6063" y="592"/>
                  </a:moveTo>
                  <a:cubicBezTo>
                    <a:pt x="7579" y="592"/>
                    <a:pt x="8947" y="1220"/>
                    <a:pt x="9945" y="2218"/>
                  </a:cubicBezTo>
                  <a:cubicBezTo>
                    <a:pt x="10907" y="3180"/>
                    <a:pt x="11535" y="4548"/>
                    <a:pt x="11535" y="6063"/>
                  </a:cubicBezTo>
                  <a:cubicBezTo>
                    <a:pt x="11535" y="7542"/>
                    <a:pt x="10907" y="8910"/>
                    <a:pt x="9945" y="9908"/>
                  </a:cubicBezTo>
                  <a:cubicBezTo>
                    <a:pt x="8947" y="10907"/>
                    <a:pt x="7579" y="11498"/>
                    <a:pt x="6063" y="11498"/>
                  </a:cubicBezTo>
                  <a:cubicBezTo>
                    <a:pt x="4585" y="11498"/>
                    <a:pt x="3217" y="10907"/>
                    <a:pt x="2218" y="9908"/>
                  </a:cubicBezTo>
                  <a:cubicBezTo>
                    <a:pt x="1220" y="8910"/>
                    <a:pt x="629" y="7542"/>
                    <a:pt x="629" y="6063"/>
                  </a:cubicBezTo>
                  <a:cubicBezTo>
                    <a:pt x="629" y="4548"/>
                    <a:pt x="1220" y="3180"/>
                    <a:pt x="2218" y="2218"/>
                  </a:cubicBezTo>
                  <a:cubicBezTo>
                    <a:pt x="3217" y="1220"/>
                    <a:pt x="4585" y="592"/>
                    <a:pt x="6063" y="592"/>
                  </a:cubicBezTo>
                  <a:close/>
                  <a:moveTo>
                    <a:pt x="6063" y="0"/>
                  </a:moveTo>
                  <a:cubicBezTo>
                    <a:pt x="2736" y="0"/>
                    <a:pt x="0" y="2699"/>
                    <a:pt x="0" y="6063"/>
                  </a:cubicBezTo>
                  <a:cubicBezTo>
                    <a:pt x="0" y="9391"/>
                    <a:pt x="2736" y="12127"/>
                    <a:pt x="6063" y="12127"/>
                  </a:cubicBezTo>
                  <a:cubicBezTo>
                    <a:pt x="9428" y="12127"/>
                    <a:pt x="12127" y="9391"/>
                    <a:pt x="12127" y="6063"/>
                  </a:cubicBezTo>
                  <a:cubicBezTo>
                    <a:pt x="12127" y="2699"/>
                    <a:pt x="9428" y="0"/>
                    <a:pt x="606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3" name="Google Shape;1965;p37">
              <a:extLst>
                <a:ext uri="{FF2B5EF4-FFF2-40B4-BE49-F238E27FC236}">
                  <a16:creationId xmlns:a16="http://schemas.microsoft.com/office/drawing/2014/main" id="{81838B0A-0110-2AF1-8B58-1551E1BACA87}"/>
                </a:ext>
              </a:extLst>
            </p:cNvPr>
            <p:cNvSpPr/>
            <p:nvPr/>
          </p:nvSpPr>
          <p:spPr>
            <a:xfrm>
              <a:off x="5304050" y="2165200"/>
              <a:ext cx="288400" cy="288400"/>
            </a:xfrm>
            <a:custGeom>
              <a:avLst/>
              <a:gdLst/>
              <a:ahLst/>
              <a:cxnLst/>
              <a:rect l="l" t="t" r="r" b="b"/>
              <a:pathLst>
                <a:path w="11536" h="11536" extrusionOk="0">
                  <a:moveTo>
                    <a:pt x="5768" y="1"/>
                  </a:moveTo>
                  <a:cubicBezTo>
                    <a:pt x="2588" y="1"/>
                    <a:pt x="0" y="2589"/>
                    <a:pt x="0" y="5768"/>
                  </a:cubicBezTo>
                  <a:cubicBezTo>
                    <a:pt x="0" y="8948"/>
                    <a:pt x="2588" y="11536"/>
                    <a:pt x="5768" y="11536"/>
                  </a:cubicBezTo>
                  <a:cubicBezTo>
                    <a:pt x="8947" y="11536"/>
                    <a:pt x="11535" y="8948"/>
                    <a:pt x="11535" y="5768"/>
                  </a:cubicBezTo>
                  <a:cubicBezTo>
                    <a:pt x="11535" y="2589"/>
                    <a:pt x="8947" y="1"/>
                    <a:pt x="57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4" name="Google Shape;1966;p37">
              <a:extLst>
                <a:ext uri="{FF2B5EF4-FFF2-40B4-BE49-F238E27FC236}">
                  <a16:creationId xmlns:a16="http://schemas.microsoft.com/office/drawing/2014/main" id="{96E8F69B-9AA8-4CEC-BB75-746E5B3E733E}"/>
                </a:ext>
              </a:extLst>
            </p:cNvPr>
            <p:cNvSpPr/>
            <p:nvPr/>
          </p:nvSpPr>
          <p:spPr>
            <a:xfrm>
              <a:off x="5318825" y="2264100"/>
              <a:ext cx="273625" cy="189500"/>
            </a:xfrm>
            <a:custGeom>
              <a:avLst/>
              <a:gdLst/>
              <a:ahLst/>
              <a:cxnLst/>
              <a:rect l="l" t="t" r="r" b="b"/>
              <a:pathLst>
                <a:path w="10945" h="7580" extrusionOk="0">
                  <a:moveTo>
                    <a:pt x="10649" y="1"/>
                  </a:moveTo>
                  <a:cubicBezTo>
                    <a:pt x="9701" y="1685"/>
                    <a:pt x="8654" y="2154"/>
                    <a:pt x="7554" y="2154"/>
                  </a:cubicBezTo>
                  <a:cubicBezTo>
                    <a:pt x="6337" y="2154"/>
                    <a:pt x="5054" y="1579"/>
                    <a:pt x="3772" y="1443"/>
                  </a:cubicBezTo>
                  <a:cubicBezTo>
                    <a:pt x="3709" y="1436"/>
                    <a:pt x="3646" y="1433"/>
                    <a:pt x="3583" y="1433"/>
                  </a:cubicBezTo>
                  <a:cubicBezTo>
                    <a:pt x="2177" y="1433"/>
                    <a:pt x="886" y="2981"/>
                    <a:pt x="1" y="4326"/>
                  </a:cubicBezTo>
                  <a:cubicBezTo>
                    <a:pt x="925" y="6249"/>
                    <a:pt x="2885" y="7580"/>
                    <a:pt x="5177" y="7580"/>
                  </a:cubicBezTo>
                  <a:cubicBezTo>
                    <a:pt x="8356" y="7580"/>
                    <a:pt x="10944" y="4992"/>
                    <a:pt x="10944" y="1812"/>
                  </a:cubicBezTo>
                  <a:cubicBezTo>
                    <a:pt x="10944" y="1184"/>
                    <a:pt x="10833" y="555"/>
                    <a:pt x="1064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5" name="Google Shape;1967;p37">
              <a:extLst>
                <a:ext uri="{FF2B5EF4-FFF2-40B4-BE49-F238E27FC236}">
                  <a16:creationId xmlns:a16="http://schemas.microsoft.com/office/drawing/2014/main" id="{7EC43068-78BC-5EF6-C9B2-422F50E6552D}"/>
                </a:ext>
              </a:extLst>
            </p:cNvPr>
            <p:cNvSpPr/>
            <p:nvPr/>
          </p:nvSpPr>
          <p:spPr>
            <a:xfrm>
              <a:off x="5296650" y="2157825"/>
              <a:ext cx="303200" cy="303175"/>
            </a:xfrm>
            <a:custGeom>
              <a:avLst/>
              <a:gdLst/>
              <a:ahLst/>
              <a:cxnLst/>
              <a:rect l="l" t="t" r="r" b="b"/>
              <a:pathLst>
                <a:path w="12128" h="12127" extrusionOk="0">
                  <a:moveTo>
                    <a:pt x="6064" y="592"/>
                  </a:moveTo>
                  <a:cubicBezTo>
                    <a:pt x="7580" y="592"/>
                    <a:pt x="8911" y="1220"/>
                    <a:pt x="9909" y="2218"/>
                  </a:cubicBezTo>
                  <a:cubicBezTo>
                    <a:pt x="10907" y="3180"/>
                    <a:pt x="11499" y="4548"/>
                    <a:pt x="11499" y="6063"/>
                  </a:cubicBezTo>
                  <a:cubicBezTo>
                    <a:pt x="11499" y="7542"/>
                    <a:pt x="10907" y="8910"/>
                    <a:pt x="9909" y="9908"/>
                  </a:cubicBezTo>
                  <a:cubicBezTo>
                    <a:pt x="8911" y="10907"/>
                    <a:pt x="7580" y="11498"/>
                    <a:pt x="6064" y="11498"/>
                  </a:cubicBezTo>
                  <a:cubicBezTo>
                    <a:pt x="4548" y="11498"/>
                    <a:pt x="3180" y="10907"/>
                    <a:pt x="2219" y="9908"/>
                  </a:cubicBezTo>
                  <a:cubicBezTo>
                    <a:pt x="1221" y="8910"/>
                    <a:pt x="592" y="7542"/>
                    <a:pt x="592" y="6063"/>
                  </a:cubicBezTo>
                  <a:cubicBezTo>
                    <a:pt x="592" y="4548"/>
                    <a:pt x="1221" y="3180"/>
                    <a:pt x="2219" y="2218"/>
                  </a:cubicBezTo>
                  <a:cubicBezTo>
                    <a:pt x="3180" y="1220"/>
                    <a:pt x="4548" y="592"/>
                    <a:pt x="6064" y="592"/>
                  </a:cubicBezTo>
                  <a:close/>
                  <a:moveTo>
                    <a:pt x="6064" y="0"/>
                  </a:moveTo>
                  <a:cubicBezTo>
                    <a:pt x="2700" y="0"/>
                    <a:pt x="1" y="2699"/>
                    <a:pt x="1" y="6063"/>
                  </a:cubicBezTo>
                  <a:cubicBezTo>
                    <a:pt x="1" y="9391"/>
                    <a:pt x="2700" y="12127"/>
                    <a:pt x="6064" y="12127"/>
                  </a:cubicBezTo>
                  <a:cubicBezTo>
                    <a:pt x="9391" y="12127"/>
                    <a:pt x="12127" y="9391"/>
                    <a:pt x="12127" y="6063"/>
                  </a:cubicBezTo>
                  <a:cubicBezTo>
                    <a:pt x="12127" y="2699"/>
                    <a:pt x="9391" y="0"/>
                    <a:pt x="60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6" name="Google Shape;1968;p37">
              <a:extLst>
                <a:ext uri="{FF2B5EF4-FFF2-40B4-BE49-F238E27FC236}">
                  <a16:creationId xmlns:a16="http://schemas.microsoft.com/office/drawing/2014/main" id="{07DEA609-636F-8B00-4D57-84694B3B4B6C}"/>
                </a:ext>
              </a:extLst>
            </p:cNvPr>
            <p:cNvSpPr/>
            <p:nvPr/>
          </p:nvSpPr>
          <p:spPr>
            <a:xfrm>
              <a:off x="5190375" y="2221600"/>
              <a:ext cx="129400" cy="39075"/>
            </a:xfrm>
            <a:custGeom>
              <a:avLst/>
              <a:gdLst/>
              <a:ahLst/>
              <a:cxnLst/>
              <a:rect l="l" t="t" r="r" b="b"/>
              <a:pathLst>
                <a:path w="5176" h="1563" extrusionOk="0">
                  <a:moveTo>
                    <a:pt x="2736" y="0"/>
                  </a:moveTo>
                  <a:cubicBezTo>
                    <a:pt x="1257" y="37"/>
                    <a:pt x="148" y="998"/>
                    <a:pt x="148" y="1035"/>
                  </a:cubicBezTo>
                  <a:cubicBezTo>
                    <a:pt x="0" y="1146"/>
                    <a:pt x="0" y="1331"/>
                    <a:pt x="111" y="1442"/>
                  </a:cubicBezTo>
                  <a:cubicBezTo>
                    <a:pt x="170" y="1521"/>
                    <a:pt x="251" y="1558"/>
                    <a:pt x="336" y="1558"/>
                  </a:cubicBezTo>
                  <a:cubicBezTo>
                    <a:pt x="409" y="1558"/>
                    <a:pt x="486" y="1530"/>
                    <a:pt x="555" y="1479"/>
                  </a:cubicBezTo>
                  <a:cubicBezTo>
                    <a:pt x="629" y="1405"/>
                    <a:pt x="1627" y="629"/>
                    <a:pt x="2736" y="629"/>
                  </a:cubicBezTo>
                  <a:cubicBezTo>
                    <a:pt x="3327" y="629"/>
                    <a:pt x="3956" y="814"/>
                    <a:pt x="4621" y="1479"/>
                  </a:cubicBezTo>
                  <a:cubicBezTo>
                    <a:pt x="4677" y="1534"/>
                    <a:pt x="4751" y="1562"/>
                    <a:pt x="4829" y="1562"/>
                  </a:cubicBezTo>
                  <a:cubicBezTo>
                    <a:pt x="4908" y="1562"/>
                    <a:pt x="4991" y="1534"/>
                    <a:pt x="5065" y="1479"/>
                  </a:cubicBezTo>
                  <a:cubicBezTo>
                    <a:pt x="5176" y="1368"/>
                    <a:pt x="5176" y="1146"/>
                    <a:pt x="5065" y="1035"/>
                  </a:cubicBezTo>
                  <a:cubicBezTo>
                    <a:pt x="4289" y="296"/>
                    <a:pt x="3475" y="0"/>
                    <a:pt x="273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7" name="Google Shape;1969;p37">
              <a:extLst>
                <a:ext uri="{FF2B5EF4-FFF2-40B4-BE49-F238E27FC236}">
                  <a16:creationId xmlns:a16="http://schemas.microsoft.com/office/drawing/2014/main" id="{2ED8AEF7-6ECC-F9F7-FBC0-B6B5353DAFB1}"/>
                </a:ext>
              </a:extLst>
            </p:cNvPr>
            <p:cNvSpPr/>
            <p:nvPr/>
          </p:nvSpPr>
          <p:spPr>
            <a:xfrm>
              <a:off x="4993500" y="2059850"/>
              <a:ext cx="154375" cy="74650"/>
            </a:xfrm>
            <a:custGeom>
              <a:avLst/>
              <a:gdLst/>
              <a:ahLst/>
              <a:cxnLst/>
              <a:rect l="l" t="t" r="r" b="b"/>
              <a:pathLst>
                <a:path w="6175" h="2986" extrusionOk="0">
                  <a:moveTo>
                    <a:pt x="4807" y="0"/>
                  </a:moveTo>
                  <a:cubicBezTo>
                    <a:pt x="3328" y="0"/>
                    <a:pt x="2145" y="629"/>
                    <a:pt x="1331" y="1257"/>
                  </a:cubicBezTo>
                  <a:cubicBezTo>
                    <a:pt x="555" y="1849"/>
                    <a:pt x="111" y="2477"/>
                    <a:pt x="111" y="2477"/>
                  </a:cubicBezTo>
                  <a:cubicBezTo>
                    <a:pt x="0" y="2625"/>
                    <a:pt x="37" y="2810"/>
                    <a:pt x="185" y="2921"/>
                  </a:cubicBezTo>
                  <a:cubicBezTo>
                    <a:pt x="229" y="2965"/>
                    <a:pt x="290" y="2985"/>
                    <a:pt x="352" y="2985"/>
                  </a:cubicBezTo>
                  <a:cubicBezTo>
                    <a:pt x="448" y="2985"/>
                    <a:pt x="547" y="2937"/>
                    <a:pt x="592" y="2847"/>
                  </a:cubicBezTo>
                  <a:lnTo>
                    <a:pt x="629" y="2847"/>
                  </a:lnTo>
                  <a:cubicBezTo>
                    <a:pt x="703" y="2699"/>
                    <a:pt x="1146" y="2145"/>
                    <a:pt x="1849" y="1627"/>
                  </a:cubicBezTo>
                  <a:cubicBezTo>
                    <a:pt x="2588" y="1109"/>
                    <a:pt x="3586" y="629"/>
                    <a:pt x="4807" y="629"/>
                  </a:cubicBezTo>
                  <a:cubicBezTo>
                    <a:pt x="5102" y="629"/>
                    <a:pt x="5435" y="666"/>
                    <a:pt x="5768" y="740"/>
                  </a:cubicBezTo>
                  <a:cubicBezTo>
                    <a:pt x="5787" y="744"/>
                    <a:pt x="5807" y="747"/>
                    <a:pt x="5827" y="747"/>
                  </a:cubicBezTo>
                  <a:cubicBezTo>
                    <a:pt x="5961" y="747"/>
                    <a:pt x="6105" y="642"/>
                    <a:pt x="6137" y="481"/>
                  </a:cubicBezTo>
                  <a:cubicBezTo>
                    <a:pt x="6174" y="333"/>
                    <a:pt x="6064" y="148"/>
                    <a:pt x="5879" y="111"/>
                  </a:cubicBezTo>
                  <a:cubicBezTo>
                    <a:pt x="5509" y="37"/>
                    <a:pt x="5139" y="0"/>
                    <a:pt x="48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8" name="Google Shape;1970;p37">
              <a:extLst>
                <a:ext uri="{FF2B5EF4-FFF2-40B4-BE49-F238E27FC236}">
                  <a16:creationId xmlns:a16="http://schemas.microsoft.com/office/drawing/2014/main" id="{9EFE8897-EC59-F492-C52E-7BE81827534C}"/>
                </a:ext>
              </a:extLst>
            </p:cNvPr>
            <p:cNvSpPr/>
            <p:nvPr/>
          </p:nvSpPr>
          <p:spPr>
            <a:xfrm>
              <a:off x="5316075" y="2049675"/>
              <a:ext cx="183025" cy="81200"/>
            </a:xfrm>
            <a:custGeom>
              <a:avLst/>
              <a:gdLst/>
              <a:ahLst/>
              <a:cxnLst/>
              <a:rect l="l" t="t" r="r" b="b"/>
              <a:pathLst>
                <a:path w="7321" h="3248" extrusionOk="0">
                  <a:moveTo>
                    <a:pt x="1923" y="1"/>
                  </a:moveTo>
                  <a:cubicBezTo>
                    <a:pt x="924" y="1"/>
                    <a:pt x="259" y="259"/>
                    <a:pt x="259" y="259"/>
                  </a:cubicBezTo>
                  <a:cubicBezTo>
                    <a:pt x="74" y="333"/>
                    <a:pt x="0" y="518"/>
                    <a:pt x="74" y="666"/>
                  </a:cubicBezTo>
                  <a:cubicBezTo>
                    <a:pt x="135" y="789"/>
                    <a:pt x="273" y="860"/>
                    <a:pt x="402" y="860"/>
                  </a:cubicBezTo>
                  <a:cubicBezTo>
                    <a:pt x="429" y="860"/>
                    <a:pt x="455" y="857"/>
                    <a:pt x="481" y="851"/>
                  </a:cubicBezTo>
                  <a:cubicBezTo>
                    <a:pt x="518" y="814"/>
                    <a:pt x="1072" y="592"/>
                    <a:pt x="1923" y="592"/>
                  </a:cubicBezTo>
                  <a:cubicBezTo>
                    <a:pt x="3143" y="592"/>
                    <a:pt x="4917" y="1036"/>
                    <a:pt x="6729" y="3143"/>
                  </a:cubicBezTo>
                  <a:cubicBezTo>
                    <a:pt x="6793" y="3208"/>
                    <a:pt x="6883" y="3247"/>
                    <a:pt x="6975" y="3247"/>
                  </a:cubicBezTo>
                  <a:cubicBezTo>
                    <a:pt x="7042" y="3247"/>
                    <a:pt x="7110" y="3227"/>
                    <a:pt x="7172" y="3180"/>
                  </a:cubicBezTo>
                  <a:cubicBezTo>
                    <a:pt x="7283" y="3069"/>
                    <a:pt x="7320" y="2884"/>
                    <a:pt x="7209" y="2736"/>
                  </a:cubicBezTo>
                  <a:cubicBezTo>
                    <a:pt x="5287" y="481"/>
                    <a:pt x="3290" y="1"/>
                    <a:pt x="192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9" name="Google Shape;1971;p37">
              <a:extLst>
                <a:ext uri="{FF2B5EF4-FFF2-40B4-BE49-F238E27FC236}">
                  <a16:creationId xmlns:a16="http://schemas.microsoft.com/office/drawing/2014/main" id="{97AFE5DD-7B27-8E2A-D2D2-25A8AE2F05CF}"/>
                </a:ext>
              </a:extLst>
            </p:cNvPr>
            <p:cNvSpPr/>
            <p:nvPr/>
          </p:nvSpPr>
          <p:spPr>
            <a:xfrm>
              <a:off x="5148775" y="2298125"/>
              <a:ext cx="97075" cy="268425"/>
            </a:xfrm>
            <a:custGeom>
              <a:avLst/>
              <a:gdLst/>
              <a:ahLst/>
              <a:cxnLst/>
              <a:rect l="l" t="t" r="r" b="b"/>
              <a:pathLst>
                <a:path w="3883" h="10737" extrusionOk="0">
                  <a:moveTo>
                    <a:pt x="2869" y="1"/>
                  </a:moveTo>
                  <a:cubicBezTo>
                    <a:pt x="2849" y="1"/>
                    <a:pt x="2829" y="3"/>
                    <a:pt x="2810" y="8"/>
                  </a:cubicBezTo>
                  <a:cubicBezTo>
                    <a:pt x="2625" y="8"/>
                    <a:pt x="2514" y="156"/>
                    <a:pt x="2551" y="340"/>
                  </a:cubicBezTo>
                  <a:cubicBezTo>
                    <a:pt x="2551" y="340"/>
                    <a:pt x="2551" y="377"/>
                    <a:pt x="2551" y="488"/>
                  </a:cubicBezTo>
                  <a:cubicBezTo>
                    <a:pt x="2588" y="747"/>
                    <a:pt x="2625" y="1413"/>
                    <a:pt x="2625" y="2189"/>
                  </a:cubicBezTo>
                  <a:cubicBezTo>
                    <a:pt x="2662" y="3187"/>
                    <a:pt x="2514" y="4407"/>
                    <a:pt x="2145" y="5073"/>
                  </a:cubicBezTo>
                  <a:cubicBezTo>
                    <a:pt x="1812" y="5664"/>
                    <a:pt x="1331" y="6182"/>
                    <a:pt x="851" y="6662"/>
                  </a:cubicBezTo>
                  <a:cubicBezTo>
                    <a:pt x="629" y="6921"/>
                    <a:pt x="444" y="7143"/>
                    <a:pt x="259" y="7402"/>
                  </a:cubicBezTo>
                  <a:cubicBezTo>
                    <a:pt x="111" y="7624"/>
                    <a:pt x="0" y="7919"/>
                    <a:pt x="0" y="8215"/>
                  </a:cubicBezTo>
                  <a:cubicBezTo>
                    <a:pt x="0" y="8437"/>
                    <a:pt x="74" y="8659"/>
                    <a:pt x="185" y="8881"/>
                  </a:cubicBezTo>
                  <a:cubicBezTo>
                    <a:pt x="629" y="9546"/>
                    <a:pt x="1442" y="9990"/>
                    <a:pt x="2145" y="10286"/>
                  </a:cubicBezTo>
                  <a:cubicBezTo>
                    <a:pt x="2847" y="10581"/>
                    <a:pt x="3476" y="10729"/>
                    <a:pt x="3476" y="10729"/>
                  </a:cubicBezTo>
                  <a:cubicBezTo>
                    <a:pt x="3495" y="10734"/>
                    <a:pt x="3514" y="10736"/>
                    <a:pt x="3534" y="10736"/>
                  </a:cubicBezTo>
                  <a:cubicBezTo>
                    <a:pt x="3669" y="10736"/>
                    <a:pt x="3813" y="10631"/>
                    <a:pt x="3845" y="10470"/>
                  </a:cubicBezTo>
                  <a:cubicBezTo>
                    <a:pt x="3882" y="10323"/>
                    <a:pt x="3771" y="10138"/>
                    <a:pt x="3624" y="10101"/>
                  </a:cubicBezTo>
                  <a:lnTo>
                    <a:pt x="3513" y="10101"/>
                  </a:lnTo>
                  <a:cubicBezTo>
                    <a:pt x="3291" y="10027"/>
                    <a:pt x="2736" y="9879"/>
                    <a:pt x="2145" y="9583"/>
                  </a:cubicBezTo>
                  <a:cubicBezTo>
                    <a:pt x="1553" y="9324"/>
                    <a:pt x="962" y="8955"/>
                    <a:pt x="703" y="8548"/>
                  </a:cubicBezTo>
                  <a:cubicBezTo>
                    <a:pt x="629" y="8437"/>
                    <a:pt x="592" y="8326"/>
                    <a:pt x="592" y="8215"/>
                  </a:cubicBezTo>
                  <a:cubicBezTo>
                    <a:pt x="592" y="8067"/>
                    <a:pt x="666" y="7919"/>
                    <a:pt x="777" y="7735"/>
                  </a:cubicBezTo>
                  <a:cubicBezTo>
                    <a:pt x="962" y="7439"/>
                    <a:pt x="1294" y="7106"/>
                    <a:pt x="1664" y="6699"/>
                  </a:cubicBezTo>
                  <a:cubicBezTo>
                    <a:pt x="2034" y="6330"/>
                    <a:pt x="2403" y="5886"/>
                    <a:pt x="2699" y="5368"/>
                  </a:cubicBezTo>
                  <a:cubicBezTo>
                    <a:pt x="3180" y="4481"/>
                    <a:pt x="3254" y="3224"/>
                    <a:pt x="3254" y="2189"/>
                  </a:cubicBezTo>
                  <a:cubicBezTo>
                    <a:pt x="3254" y="1117"/>
                    <a:pt x="3143" y="267"/>
                    <a:pt x="3143" y="267"/>
                  </a:cubicBezTo>
                  <a:cubicBezTo>
                    <a:pt x="3143" y="106"/>
                    <a:pt x="3003" y="1"/>
                    <a:pt x="2869"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2" name="Google Shape;1972;p37">
              <a:extLst>
                <a:ext uri="{FF2B5EF4-FFF2-40B4-BE49-F238E27FC236}">
                  <a16:creationId xmlns:a16="http://schemas.microsoft.com/office/drawing/2014/main" id="{3A70B041-0AAC-5E76-17EB-4A2EFE8CC849}"/>
                </a:ext>
              </a:extLst>
            </p:cNvPr>
            <p:cNvSpPr/>
            <p:nvPr/>
          </p:nvSpPr>
          <p:spPr>
            <a:xfrm>
              <a:off x="5215325" y="2589325"/>
              <a:ext cx="163625" cy="61150"/>
            </a:xfrm>
            <a:custGeom>
              <a:avLst/>
              <a:gdLst/>
              <a:ahLst/>
              <a:cxnLst/>
              <a:rect l="l" t="t" r="r" b="b"/>
              <a:pathLst>
                <a:path w="6545" h="2446" extrusionOk="0">
                  <a:moveTo>
                    <a:pt x="6229" y="0"/>
                  </a:moveTo>
                  <a:cubicBezTo>
                    <a:pt x="6140" y="0"/>
                    <a:pt x="6049" y="37"/>
                    <a:pt x="5990" y="116"/>
                  </a:cubicBezTo>
                  <a:cubicBezTo>
                    <a:pt x="4659" y="1521"/>
                    <a:pt x="2921" y="1817"/>
                    <a:pt x="1701" y="1817"/>
                  </a:cubicBezTo>
                  <a:cubicBezTo>
                    <a:pt x="1331" y="1817"/>
                    <a:pt x="998" y="1780"/>
                    <a:pt x="740" y="1743"/>
                  </a:cubicBezTo>
                  <a:cubicBezTo>
                    <a:pt x="629" y="1743"/>
                    <a:pt x="555" y="1743"/>
                    <a:pt x="481" y="1706"/>
                  </a:cubicBezTo>
                  <a:lnTo>
                    <a:pt x="407" y="1706"/>
                  </a:lnTo>
                  <a:cubicBezTo>
                    <a:pt x="376" y="1700"/>
                    <a:pt x="346" y="1697"/>
                    <a:pt x="318" y="1697"/>
                  </a:cubicBezTo>
                  <a:cubicBezTo>
                    <a:pt x="176" y="1697"/>
                    <a:pt x="68" y="1774"/>
                    <a:pt x="37" y="1928"/>
                  </a:cubicBezTo>
                  <a:cubicBezTo>
                    <a:pt x="0" y="2076"/>
                    <a:pt x="74" y="2261"/>
                    <a:pt x="259" y="2298"/>
                  </a:cubicBezTo>
                  <a:cubicBezTo>
                    <a:pt x="259" y="2298"/>
                    <a:pt x="851" y="2446"/>
                    <a:pt x="1701" y="2446"/>
                  </a:cubicBezTo>
                  <a:cubicBezTo>
                    <a:pt x="2995" y="2446"/>
                    <a:pt x="4917" y="2113"/>
                    <a:pt x="6433" y="523"/>
                  </a:cubicBezTo>
                  <a:cubicBezTo>
                    <a:pt x="6544" y="412"/>
                    <a:pt x="6544" y="190"/>
                    <a:pt x="6433" y="79"/>
                  </a:cubicBezTo>
                  <a:cubicBezTo>
                    <a:pt x="6382" y="28"/>
                    <a:pt x="6306" y="0"/>
                    <a:pt x="622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3" name="Google Shape;1973;p37">
              <a:extLst>
                <a:ext uri="{FF2B5EF4-FFF2-40B4-BE49-F238E27FC236}">
                  <a16:creationId xmlns:a16="http://schemas.microsoft.com/office/drawing/2014/main" id="{F7DA9C50-CE52-07FF-715E-6BF8405DD49C}"/>
                </a:ext>
              </a:extLst>
            </p:cNvPr>
            <p:cNvSpPr/>
            <p:nvPr/>
          </p:nvSpPr>
          <p:spPr>
            <a:xfrm>
              <a:off x="862950" y="4920450"/>
              <a:ext cx="1188625" cy="15750"/>
            </a:xfrm>
            <a:custGeom>
              <a:avLst/>
              <a:gdLst/>
              <a:ahLst/>
              <a:cxnLst/>
              <a:rect l="l" t="t" r="r" b="b"/>
              <a:pathLst>
                <a:path w="47545" h="630" extrusionOk="0">
                  <a:moveTo>
                    <a:pt x="334" y="1"/>
                  </a:moveTo>
                  <a:cubicBezTo>
                    <a:pt x="149" y="1"/>
                    <a:pt x="1" y="149"/>
                    <a:pt x="1" y="296"/>
                  </a:cubicBezTo>
                  <a:cubicBezTo>
                    <a:pt x="1" y="481"/>
                    <a:pt x="149" y="629"/>
                    <a:pt x="334" y="629"/>
                  </a:cubicBezTo>
                  <a:lnTo>
                    <a:pt x="47249" y="629"/>
                  </a:lnTo>
                  <a:cubicBezTo>
                    <a:pt x="47397" y="629"/>
                    <a:pt x="47545" y="481"/>
                    <a:pt x="47545" y="296"/>
                  </a:cubicBezTo>
                  <a:cubicBezTo>
                    <a:pt x="47545" y="149"/>
                    <a:pt x="47397" y="1"/>
                    <a:pt x="4724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4" name="Google Shape;1974;p37">
              <a:extLst>
                <a:ext uri="{FF2B5EF4-FFF2-40B4-BE49-F238E27FC236}">
                  <a16:creationId xmlns:a16="http://schemas.microsoft.com/office/drawing/2014/main" id="{471938AD-03C7-8171-5069-8B4DD0226B1C}"/>
                </a:ext>
              </a:extLst>
            </p:cNvPr>
            <p:cNvSpPr/>
            <p:nvPr/>
          </p:nvSpPr>
          <p:spPr>
            <a:xfrm>
              <a:off x="2173575" y="4920450"/>
              <a:ext cx="4043675" cy="15750"/>
            </a:xfrm>
            <a:custGeom>
              <a:avLst/>
              <a:gdLst/>
              <a:ahLst/>
              <a:cxnLst/>
              <a:rect l="l" t="t" r="r" b="b"/>
              <a:pathLst>
                <a:path w="161747" h="630" extrusionOk="0">
                  <a:moveTo>
                    <a:pt x="296" y="1"/>
                  </a:moveTo>
                  <a:cubicBezTo>
                    <a:pt x="148" y="1"/>
                    <a:pt x="0" y="149"/>
                    <a:pt x="0" y="296"/>
                  </a:cubicBezTo>
                  <a:cubicBezTo>
                    <a:pt x="0" y="481"/>
                    <a:pt x="148" y="629"/>
                    <a:pt x="296" y="629"/>
                  </a:cubicBezTo>
                  <a:lnTo>
                    <a:pt x="161451" y="629"/>
                  </a:lnTo>
                  <a:cubicBezTo>
                    <a:pt x="161599" y="629"/>
                    <a:pt x="161746" y="481"/>
                    <a:pt x="161746" y="296"/>
                  </a:cubicBezTo>
                  <a:cubicBezTo>
                    <a:pt x="161746" y="149"/>
                    <a:pt x="161599" y="1"/>
                    <a:pt x="16145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5" name="Google Shape;1975;p37">
              <a:extLst>
                <a:ext uri="{FF2B5EF4-FFF2-40B4-BE49-F238E27FC236}">
                  <a16:creationId xmlns:a16="http://schemas.microsoft.com/office/drawing/2014/main" id="{036BBE1E-FB42-1EA9-2B59-E60E92736D89}"/>
                </a:ext>
              </a:extLst>
            </p:cNvPr>
            <p:cNvSpPr/>
            <p:nvPr/>
          </p:nvSpPr>
          <p:spPr>
            <a:xfrm>
              <a:off x="6316125" y="4920450"/>
              <a:ext cx="159000" cy="15750"/>
            </a:xfrm>
            <a:custGeom>
              <a:avLst/>
              <a:gdLst/>
              <a:ahLst/>
              <a:cxnLst/>
              <a:rect l="l" t="t" r="r" b="b"/>
              <a:pathLst>
                <a:path w="6360" h="630" extrusionOk="0">
                  <a:moveTo>
                    <a:pt x="333" y="1"/>
                  </a:moveTo>
                  <a:cubicBezTo>
                    <a:pt x="148" y="1"/>
                    <a:pt x="0" y="149"/>
                    <a:pt x="0" y="296"/>
                  </a:cubicBezTo>
                  <a:cubicBezTo>
                    <a:pt x="0" y="481"/>
                    <a:pt x="148" y="629"/>
                    <a:pt x="333" y="629"/>
                  </a:cubicBezTo>
                  <a:lnTo>
                    <a:pt x="6026" y="629"/>
                  </a:lnTo>
                  <a:cubicBezTo>
                    <a:pt x="6211" y="629"/>
                    <a:pt x="6359" y="481"/>
                    <a:pt x="6359" y="296"/>
                  </a:cubicBezTo>
                  <a:cubicBezTo>
                    <a:pt x="6359" y="149"/>
                    <a:pt x="6211" y="1"/>
                    <a:pt x="602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6" name="Google Shape;1976;p37">
              <a:extLst>
                <a:ext uri="{FF2B5EF4-FFF2-40B4-BE49-F238E27FC236}">
                  <a16:creationId xmlns:a16="http://schemas.microsoft.com/office/drawing/2014/main" id="{BDF86286-3FDB-948B-9C01-DAE71743F0EB}"/>
                </a:ext>
              </a:extLst>
            </p:cNvPr>
            <p:cNvSpPr/>
            <p:nvPr/>
          </p:nvSpPr>
          <p:spPr>
            <a:xfrm>
              <a:off x="4014700" y="2706825"/>
              <a:ext cx="350325" cy="819850"/>
            </a:xfrm>
            <a:custGeom>
              <a:avLst/>
              <a:gdLst/>
              <a:ahLst/>
              <a:cxnLst/>
              <a:rect l="l" t="t" r="r" b="b"/>
              <a:pathLst>
                <a:path w="14013" h="32794" extrusionOk="0">
                  <a:moveTo>
                    <a:pt x="0" y="1"/>
                  </a:moveTo>
                  <a:lnTo>
                    <a:pt x="0" y="32794"/>
                  </a:lnTo>
                  <a:lnTo>
                    <a:pt x="14012" y="32794"/>
                  </a:lnTo>
                  <a:lnTo>
                    <a:pt x="1401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7" name="Google Shape;1977;p37">
              <a:extLst>
                <a:ext uri="{FF2B5EF4-FFF2-40B4-BE49-F238E27FC236}">
                  <a16:creationId xmlns:a16="http://schemas.microsoft.com/office/drawing/2014/main" id="{3E85690D-0832-669A-00E1-C3EE6800D022}"/>
                </a:ext>
              </a:extLst>
            </p:cNvPr>
            <p:cNvSpPr/>
            <p:nvPr/>
          </p:nvSpPr>
          <p:spPr>
            <a:xfrm>
              <a:off x="1582025" y="1799200"/>
              <a:ext cx="1080500" cy="1727475"/>
            </a:xfrm>
            <a:custGeom>
              <a:avLst/>
              <a:gdLst/>
              <a:ahLst/>
              <a:cxnLst/>
              <a:rect l="l" t="t" r="r" b="b"/>
              <a:pathLst>
                <a:path w="43220" h="69099" extrusionOk="0">
                  <a:moveTo>
                    <a:pt x="1" y="1"/>
                  </a:moveTo>
                  <a:lnTo>
                    <a:pt x="1" y="67768"/>
                  </a:lnTo>
                  <a:cubicBezTo>
                    <a:pt x="1073" y="68175"/>
                    <a:pt x="2145" y="68618"/>
                    <a:pt x="3217" y="69099"/>
                  </a:cubicBezTo>
                  <a:lnTo>
                    <a:pt x="22738" y="69099"/>
                  </a:lnTo>
                  <a:cubicBezTo>
                    <a:pt x="30686" y="58747"/>
                    <a:pt x="31537" y="19188"/>
                    <a:pt x="432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8" name="Google Shape;1978;p37">
              <a:extLst>
                <a:ext uri="{FF2B5EF4-FFF2-40B4-BE49-F238E27FC236}">
                  <a16:creationId xmlns:a16="http://schemas.microsoft.com/office/drawing/2014/main" id="{0FA378CE-F188-0AB1-F455-002C6389A1F7}"/>
                </a:ext>
              </a:extLst>
            </p:cNvPr>
            <p:cNvSpPr/>
            <p:nvPr/>
          </p:nvSpPr>
          <p:spPr>
            <a:xfrm>
              <a:off x="1582025" y="1799200"/>
              <a:ext cx="2783000" cy="1727475"/>
            </a:xfrm>
            <a:custGeom>
              <a:avLst/>
              <a:gdLst/>
              <a:ahLst/>
              <a:cxnLst/>
              <a:rect l="l" t="t" r="r" b="b"/>
              <a:pathLst>
                <a:path w="111320" h="69099" extrusionOk="0">
                  <a:moveTo>
                    <a:pt x="1" y="67768"/>
                  </a:moveTo>
                  <a:lnTo>
                    <a:pt x="1" y="69099"/>
                  </a:lnTo>
                  <a:lnTo>
                    <a:pt x="3217" y="69099"/>
                  </a:lnTo>
                  <a:cubicBezTo>
                    <a:pt x="2145" y="68618"/>
                    <a:pt x="1073" y="68175"/>
                    <a:pt x="1" y="67768"/>
                  </a:cubicBezTo>
                  <a:close/>
                  <a:moveTo>
                    <a:pt x="43220" y="1"/>
                  </a:moveTo>
                  <a:cubicBezTo>
                    <a:pt x="31537" y="19188"/>
                    <a:pt x="30686" y="58747"/>
                    <a:pt x="22738" y="69099"/>
                  </a:cubicBezTo>
                  <a:lnTo>
                    <a:pt x="94904" y="69099"/>
                  </a:lnTo>
                  <a:cubicBezTo>
                    <a:pt x="95644" y="68433"/>
                    <a:pt x="96383" y="67768"/>
                    <a:pt x="97197" y="67102"/>
                  </a:cubicBezTo>
                  <a:cubicBezTo>
                    <a:pt x="100043" y="55678"/>
                    <a:pt x="102483" y="45770"/>
                    <a:pt x="103260" y="42036"/>
                  </a:cubicBezTo>
                  <a:cubicBezTo>
                    <a:pt x="103408" y="41297"/>
                    <a:pt x="103482" y="40816"/>
                    <a:pt x="103482" y="40594"/>
                  </a:cubicBezTo>
                  <a:cubicBezTo>
                    <a:pt x="103629" y="38672"/>
                    <a:pt x="104147" y="37452"/>
                    <a:pt x="104813" y="36675"/>
                  </a:cubicBezTo>
                  <a:cubicBezTo>
                    <a:pt x="105441" y="35936"/>
                    <a:pt x="106254" y="35677"/>
                    <a:pt x="106883" y="35677"/>
                  </a:cubicBezTo>
                  <a:cubicBezTo>
                    <a:pt x="107474" y="35677"/>
                    <a:pt x="108916" y="35788"/>
                    <a:pt x="110210" y="35899"/>
                  </a:cubicBezTo>
                  <a:cubicBezTo>
                    <a:pt x="110617" y="35936"/>
                    <a:pt x="110987" y="35973"/>
                    <a:pt x="111319" y="35973"/>
                  </a:cubicBezTo>
                  <a:lnTo>
                    <a:pt x="11131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9" name="Google Shape;1979;p37">
              <a:extLst>
                <a:ext uri="{FF2B5EF4-FFF2-40B4-BE49-F238E27FC236}">
                  <a16:creationId xmlns:a16="http://schemas.microsoft.com/office/drawing/2014/main" id="{FF198C6B-4E62-CD95-68A7-5EB19152B214}"/>
                </a:ext>
              </a:extLst>
            </p:cNvPr>
            <p:cNvSpPr/>
            <p:nvPr/>
          </p:nvSpPr>
          <p:spPr>
            <a:xfrm>
              <a:off x="3977725" y="3502625"/>
              <a:ext cx="27750" cy="24050"/>
            </a:xfrm>
            <a:custGeom>
              <a:avLst/>
              <a:gdLst/>
              <a:ahLst/>
              <a:cxnLst/>
              <a:rect l="l" t="t" r="r" b="b"/>
              <a:pathLst>
                <a:path w="1110" h="962" extrusionOk="0">
                  <a:moveTo>
                    <a:pt x="1110" y="1"/>
                  </a:moveTo>
                  <a:cubicBezTo>
                    <a:pt x="740" y="333"/>
                    <a:pt x="370" y="629"/>
                    <a:pt x="1" y="962"/>
                  </a:cubicBezTo>
                  <a:lnTo>
                    <a:pt x="851" y="962"/>
                  </a:lnTo>
                  <a:cubicBezTo>
                    <a:pt x="925" y="629"/>
                    <a:pt x="999" y="333"/>
                    <a:pt x="111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0" name="Google Shape;1980;p37">
              <a:extLst>
                <a:ext uri="{FF2B5EF4-FFF2-40B4-BE49-F238E27FC236}">
                  <a16:creationId xmlns:a16="http://schemas.microsoft.com/office/drawing/2014/main" id="{5B8CAA83-6AC2-B200-2F5D-8E80F365D462}"/>
                </a:ext>
              </a:extLst>
            </p:cNvPr>
            <p:cNvSpPr/>
            <p:nvPr/>
          </p:nvSpPr>
          <p:spPr>
            <a:xfrm>
              <a:off x="3954625" y="3476750"/>
              <a:ext cx="57325" cy="49925"/>
            </a:xfrm>
            <a:custGeom>
              <a:avLst/>
              <a:gdLst/>
              <a:ahLst/>
              <a:cxnLst/>
              <a:rect l="l" t="t" r="r" b="b"/>
              <a:pathLst>
                <a:path w="2293" h="1997" extrusionOk="0">
                  <a:moveTo>
                    <a:pt x="2293" y="0"/>
                  </a:moveTo>
                  <a:lnTo>
                    <a:pt x="2293" y="0"/>
                  </a:lnTo>
                  <a:cubicBezTo>
                    <a:pt x="1479" y="666"/>
                    <a:pt x="740" y="1331"/>
                    <a:pt x="0" y="1997"/>
                  </a:cubicBezTo>
                  <a:lnTo>
                    <a:pt x="925" y="1997"/>
                  </a:lnTo>
                  <a:cubicBezTo>
                    <a:pt x="1294" y="1664"/>
                    <a:pt x="1664" y="1368"/>
                    <a:pt x="2034" y="1036"/>
                  </a:cubicBezTo>
                  <a:cubicBezTo>
                    <a:pt x="2108" y="703"/>
                    <a:pt x="2182" y="333"/>
                    <a:pt x="2293"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1" name="Google Shape;1981;p37">
              <a:extLst>
                <a:ext uri="{FF2B5EF4-FFF2-40B4-BE49-F238E27FC236}">
                  <a16:creationId xmlns:a16="http://schemas.microsoft.com/office/drawing/2014/main" id="{75EC07BD-03FD-E1CC-6D03-1393E7B5C6E1}"/>
                </a:ext>
              </a:extLst>
            </p:cNvPr>
            <p:cNvSpPr/>
            <p:nvPr/>
          </p:nvSpPr>
          <p:spPr>
            <a:xfrm>
              <a:off x="3998975" y="2691125"/>
              <a:ext cx="366050" cy="835550"/>
            </a:xfrm>
            <a:custGeom>
              <a:avLst/>
              <a:gdLst/>
              <a:ahLst/>
              <a:cxnLst/>
              <a:rect l="l" t="t" r="r" b="b"/>
              <a:pathLst>
                <a:path w="14642" h="33422" extrusionOk="0">
                  <a:moveTo>
                    <a:pt x="10205" y="0"/>
                  </a:moveTo>
                  <a:cubicBezTo>
                    <a:pt x="9576" y="0"/>
                    <a:pt x="8763" y="259"/>
                    <a:pt x="8135" y="998"/>
                  </a:cubicBezTo>
                  <a:cubicBezTo>
                    <a:pt x="7469" y="1775"/>
                    <a:pt x="6951" y="2995"/>
                    <a:pt x="6804" y="4917"/>
                  </a:cubicBezTo>
                  <a:cubicBezTo>
                    <a:pt x="6804" y="5139"/>
                    <a:pt x="6730" y="5620"/>
                    <a:pt x="6582" y="6359"/>
                  </a:cubicBezTo>
                  <a:cubicBezTo>
                    <a:pt x="5805" y="10093"/>
                    <a:pt x="3365" y="20001"/>
                    <a:pt x="519" y="31425"/>
                  </a:cubicBezTo>
                  <a:cubicBezTo>
                    <a:pt x="408" y="31758"/>
                    <a:pt x="334" y="32128"/>
                    <a:pt x="260" y="32461"/>
                  </a:cubicBezTo>
                  <a:cubicBezTo>
                    <a:pt x="149" y="32793"/>
                    <a:pt x="75" y="33089"/>
                    <a:pt x="1" y="33422"/>
                  </a:cubicBezTo>
                  <a:lnTo>
                    <a:pt x="629" y="33422"/>
                  </a:lnTo>
                  <a:cubicBezTo>
                    <a:pt x="999" y="31980"/>
                    <a:pt x="1369" y="30575"/>
                    <a:pt x="1702" y="29207"/>
                  </a:cubicBezTo>
                  <a:cubicBezTo>
                    <a:pt x="3254" y="22922"/>
                    <a:pt x="4659" y="17229"/>
                    <a:pt x="5694" y="12903"/>
                  </a:cubicBezTo>
                  <a:cubicBezTo>
                    <a:pt x="6212" y="10759"/>
                    <a:pt x="6619" y="8947"/>
                    <a:pt x="6914" y="7616"/>
                  </a:cubicBezTo>
                  <a:cubicBezTo>
                    <a:pt x="7210" y="6248"/>
                    <a:pt x="7395" y="5361"/>
                    <a:pt x="7432" y="4954"/>
                  </a:cubicBezTo>
                  <a:cubicBezTo>
                    <a:pt x="7580" y="3106"/>
                    <a:pt x="8061" y="2034"/>
                    <a:pt x="8578" y="1405"/>
                  </a:cubicBezTo>
                  <a:cubicBezTo>
                    <a:pt x="9133" y="777"/>
                    <a:pt x="9724" y="629"/>
                    <a:pt x="10205" y="629"/>
                  </a:cubicBezTo>
                  <a:cubicBezTo>
                    <a:pt x="10759" y="629"/>
                    <a:pt x="12201" y="740"/>
                    <a:pt x="13495" y="814"/>
                  </a:cubicBezTo>
                  <a:cubicBezTo>
                    <a:pt x="13902" y="851"/>
                    <a:pt x="14309" y="888"/>
                    <a:pt x="14641" y="925"/>
                  </a:cubicBezTo>
                  <a:lnTo>
                    <a:pt x="14641" y="296"/>
                  </a:lnTo>
                  <a:cubicBezTo>
                    <a:pt x="14309" y="296"/>
                    <a:pt x="13939" y="259"/>
                    <a:pt x="13532" y="222"/>
                  </a:cubicBezTo>
                  <a:cubicBezTo>
                    <a:pt x="12238" y="111"/>
                    <a:pt x="10796" y="0"/>
                    <a:pt x="1020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2" name="Google Shape;1982;p37">
              <a:extLst>
                <a:ext uri="{FF2B5EF4-FFF2-40B4-BE49-F238E27FC236}">
                  <a16:creationId xmlns:a16="http://schemas.microsoft.com/office/drawing/2014/main" id="{63EC0DA9-CEA8-DB55-8FDE-EABAA311A1C7}"/>
                </a:ext>
              </a:extLst>
            </p:cNvPr>
            <p:cNvSpPr/>
            <p:nvPr/>
          </p:nvSpPr>
          <p:spPr>
            <a:xfrm>
              <a:off x="1529350" y="1687375"/>
              <a:ext cx="2889275" cy="1951150"/>
            </a:xfrm>
            <a:custGeom>
              <a:avLst/>
              <a:gdLst/>
              <a:ahLst/>
              <a:cxnLst/>
              <a:rect l="l" t="t" r="r" b="b"/>
              <a:pathLst>
                <a:path w="115571" h="78046" extrusionOk="0">
                  <a:moveTo>
                    <a:pt x="113759" y="4178"/>
                  </a:moveTo>
                  <a:lnTo>
                    <a:pt x="113759" y="73868"/>
                  </a:lnTo>
                  <a:lnTo>
                    <a:pt x="1812" y="73868"/>
                  </a:lnTo>
                  <a:lnTo>
                    <a:pt x="1812" y="4178"/>
                  </a:lnTo>
                  <a:close/>
                  <a:moveTo>
                    <a:pt x="1" y="0"/>
                  </a:moveTo>
                  <a:lnTo>
                    <a:pt x="1" y="78045"/>
                  </a:lnTo>
                  <a:lnTo>
                    <a:pt x="115571" y="78045"/>
                  </a:lnTo>
                  <a:lnTo>
                    <a:pt x="115571"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3" name="Google Shape;1983;p37">
              <a:extLst>
                <a:ext uri="{FF2B5EF4-FFF2-40B4-BE49-F238E27FC236}">
                  <a16:creationId xmlns:a16="http://schemas.microsoft.com/office/drawing/2014/main" id="{B9717B3A-C237-27D3-4D0C-C293AFF4B348}"/>
                </a:ext>
              </a:extLst>
            </p:cNvPr>
            <p:cNvSpPr/>
            <p:nvPr/>
          </p:nvSpPr>
          <p:spPr>
            <a:xfrm>
              <a:off x="1521025" y="1679050"/>
              <a:ext cx="2905000" cy="1966875"/>
            </a:xfrm>
            <a:custGeom>
              <a:avLst/>
              <a:gdLst/>
              <a:ahLst/>
              <a:cxnLst/>
              <a:rect l="l" t="t" r="r" b="b"/>
              <a:pathLst>
                <a:path w="116200" h="78675" extrusionOk="0">
                  <a:moveTo>
                    <a:pt x="113759" y="4807"/>
                  </a:moveTo>
                  <a:lnTo>
                    <a:pt x="113759" y="73905"/>
                  </a:lnTo>
                  <a:lnTo>
                    <a:pt x="2441" y="73905"/>
                  </a:lnTo>
                  <a:lnTo>
                    <a:pt x="2441" y="4807"/>
                  </a:lnTo>
                  <a:close/>
                  <a:moveTo>
                    <a:pt x="2145" y="4178"/>
                  </a:moveTo>
                  <a:cubicBezTo>
                    <a:pt x="2071" y="4178"/>
                    <a:pt x="1997" y="4215"/>
                    <a:pt x="1923" y="4289"/>
                  </a:cubicBezTo>
                  <a:cubicBezTo>
                    <a:pt x="1849" y="4326"/>
                    <a:pt x="1849" y="4400"/>
                    <a:pt x="1849" y="4511"/>
                  </a:cubicBezTo>
                  <a:lnTo>
                    <a:pt x="1849" y="74201"/>
                  </a:lnTo>
                  <a:cubicBezTo>
                    <a:pt x="1849" y="74275"/>
                    <a:pt x="1849" y="74385"/>
                    <a:pt x="1923" y="74422"/>
                  </a:cubicBezTo>
                  <a:cubicBezTo>
                    <a:pt x="1997" y="74496"/>
                    <a:pt x="2071" y="74533"/>
                    <a:pt x="2145" y="74533"/>
                  </a:cubicBezTo>
                  <a:lnTo>
                    <a:pt x="114092" y="74533"/>
                  </a:lnTo>
                  <a:cubicBezTo>
                    <a:pt x="114166" y="74533"/>
                    <a:pt x="114240" y="74496"/>
                    <a:pt x="114314" y="74422"/>
                  </a:cubicBezTo>
                  <a:cubicBezTo>
                    <a:pt x="114351" y="74385"/>
                    <a:pt x="114388" y="74275"/>
                    <a:pt x="114388" y="74201"/>
                  </a:cubicBezTo>
                  <a:lnTo>
                    <a:pt x="114388" y="4511"/>
                  </a:lnTo>
                  <a:cubicBezTo>
                    <a:pt x="114388" y="4400"/>
                    <a:pt x="114351" y="4326"/>
                    <a:pt x="114314" y="4289"/>
                  </a:cubicBezTo>
                  <a:cubicBezTo>
                    <a:pt x="114240" y="4215"/>
                    <a:pt x="114166" y="4178"/>
                    <a:pt x="114092" y="4178"/>
                  </a:cubicBezTo>
                  <a:close/>
                  <a:moveTo>
                    <a:pt x="115608" y="629"/>
                  </a:moveTo>
                  <a:lnTo>
                    <a:pt x="115608" y="78082"/>
                  </a:lnTo>
                  <a:lnTo>
                    <a:pt x="629" y="78082"/>
                  </a:lnTo>
                  <a:lnTo>
                    <a:pt x="629" y="629"/>
                  </a:lnTo>
                  <a:close/>
                  <a:moveTo>
                    <a:pt x="334" y="0"/>
                  </a:moveTo>
                  <a:cubicBezTo>
                    <a:pt x="223" y="0"/>
                    <a:pt x="149" y="37"/>
                    <a:pt x="112" y="111"/>
                  </a:cubicBezTo>
                  <a:cubicBezTo>
                    <a:pt x="38" y="148"/>
                    <a:pt x="1" y="259"/>
                    <a:pt x="1" y="333"/>
                  </a:cubicBezTo>
                  <a:lnTo>
                    <a:pt x="1" y="78378"/>
                  </a:lnTo>
                  <a:cubicBezTo>
                    <a:pt x="1" y="78452"/>
                    <a:pt x="38" y="78526"/>
                    <a:pt x="112" y="78600"/>
                  </a:cubicBezTo>
                  <a:cubicBezTo>
                    <a:pt x="149" y="78637"/>
                    <a:pt x="223" y="78674"/>
                    <a:pt x="334" y="78674"/>
                  </a:cubicBezTo>
                  <a:lnTo>
                    <a:pt x="115904" y="78674"/>
                  </a:lnTo>
                  <a:cubicBezTo>
                    <a:pt x="115978" y="78674"/>
                    <a:pt x="116052" y="78637"/>
                    <a:pt x="116125" y="78600"/>
                  </a:cubicBezTo>
                  <a:cubicBezTo>
                    <a:pt x="116162" y="78526"/>
                    <a:pt x="116199" y="78452"/>
                    <a:pt x="116199" y="78378"/>
                  </a:cubicBezTo>
                  <a:lnTo>
                    <a:pt x="116199" y="333"/>
                  </a:lnTo>
                  <a:cubicBezTo>
                    <a:pt x="116199" y="259"/>
                    <a:pt x="116162" y="185"/>
                    <a:pt x="116125" y="111"/>
                  </a:cubicBezTo>
                  <a:cubicBezTo>
                    <a:pt x="116052" y="37"/>
                    <a:pt x="115978" y="0"/>
                    <a:pt x="11590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4" name="Google Shape;1984;p37">
              <a:extLst>
                <a:ext uri="{FF2B5EF4-FFF2-40B4-BE49-F238E27FC236}">
                  <a16:creationId xmlns:a16="http://schemas.microsoft.com/office/drawing/2014/main" id="{CCBEBB50-64A3-3661-DF70-EC23F19BB629}"/>
                </a:ext>
              </a:extLst>
            </p:cNvPr>
            <p:cNvSpPr/>
            <p:nvPr/>
          </p:nvSpPr>
          <p:spPr>
            <a:xfrm>
              <a:off x="1634725" y="1846350"/>
              <a:ext cx="1974250" cy="154375"/>
            </a:xfrm>
            <a:custGeom>
              <a:avLst/>
              <a:gdLst/>
              <a:ahLst/>
              <a:cxnLst/>
              <a:rect l="l" t="t" r="r" b="b"/>
              <a:pathLst>
                <a:path w="78970" h="6175" extrusionOk="0">
                  <a:moveTo>
                    <a:pt x="2071" y="0"/>
                  </a:moveTo>
                  <a:cubicBezTo>
                    <a:pt x="924" y="0"/>
                    <a:pt x="0" y="924"/>
                    <a:pt x="0" y="2070"/>
                  </a:cubicBezTo>
                  <a:lnTo>
                    <a:pt x="0" y="4104"/>
                  </a:lnTo>
                  <a:cubicBezTo>
                    <a:pt x="0" y="5250"/>
                    <a:pt x="924" y="6174"/>
                    <a:pt x="2071" y="6174"/>
                  </a:cubicBezTo>
                  <a:lnTo>
                    <a:pt x="76862" y="6174"/>
                  </a:lnTo>
                  <a:cubicBezTo>
                    <a:pt x="78008" y="6174"/>
                    <a:pt x="78969" y="5250"/>
                    <a:pt x="78969" y="4104"/>
                  </a:cubicBezTo>
                  <a:lnTo>
                    <a:pt x="78969" y="2070"/>
                  </a:lnTo>
                  <a:cubicBezTo>
                    <a:pt x="78969" y="924"/>
                    <a:pt x="78008" y="0"/>
                    <a:pt x="7686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5" name="Google Shape;1985;p37">
              <a:extLst>
                <a:ext uri="{FF2B5EF4-FFF2-40B4-BE49-F238E27FC236}">
                  <a16:creationId xmlns:a16="http://schemas.microsoft.com/office/drawing/2014/main" id="{6E760BC7-1BF1-AACD-20F5-09424C88B72E}"/>
                </a:ext>
              </a:extLst>
            </p:cNvPr>
            <p:cNvSpPr/>
            <p:nvPr/>
          </p:nvSpPr>
          <p:spPr>
            <a:xfrm>
              <a:off x="1626400" y="1838950"/>
              <a:ext cx="1989975" cy="170075"/>
            </a:xfrm>
            <a:custGeom>
              <a:avLst/>
              <a:gdLst/>
              <a:ahLst/>
              <a:cxnLst/>
              <a:rect l="l" t="t" r="r" b="b"/>
              <a:pathLst>
                <a:path w="79599" h="6803" extrusionOk="0">
                  <a:moveTo>
                    <a:pt x="77195" y="629"/>
                  </a:moveTo>
                  <a:cubicBezTo>
                    <a:pt x="78193" y="629"/>
                    <a:pt x="78970" y="1405"/>
                    <a:pt x="78970" y="2366"/>
                  </a:cubicBezTo>
                  <a:lnTo>
                    <a:pt x="78970" y="4400"/>
                  </a:lnTo>
                  <a:cubicBezTo>
                    <a:pt x="78970" y="5398"/>
                    <a:pt x="78193" y="6174"/>
                    <a:pt x="77195" y="6174"/>
                  </a:cubicBezTo>
                  <a:lnTo>
                    <a:pt x="2404" y="6174"/>
                  </a:lnTo>
                  <a:cubicBezTo>
                    <a:pt x="1442" y="6174"/>
                    <a:pt x="629" y="5398"/>
                    <a:pt x="629" y="4400"/>
                  </a:cubicBezTo>
                  <a:lnTo>
                    <a:pt x="629" y="2366"/>
                  </a:lnTo>
                  <a:cubicBezTo>
                    <a:pt x="629" y="1405"/>
                    <a:pt x="1442" y="629"/>
                    <a:pt x="2404" y="629"/>
                  </a:cubicBezTo>
                  <a:close/>
                  <a:moveTo>
                    <a:pt x="2404" y="0"/>
                  </a:moveTo>
                  <a:cubicBezTo>
                    <a:pt x="1073" y="0"/>
                    <a:pt x="0" y="1072"/>
                    <a:pt x="0" y="2366"/>
                  </a:cubicBezTo>
                  <a:lnTo>
                    <a:pt x="0" y="4400"/>
                  </a:lnTo>
                  <a:cubicBezTo>
                    <a:pt x="0" y="5731"/>
                    <a:pt x="1073" y="6803"/>
                    <a:pt x="2404" y="6803"/>
                  </a:cubicBezTo>
                  <a:lnTo>
                    <a:pt x="77195" y="6803"/>
                  </a:lnTo>
                  <a:cubicBezTo>
                    <a:pt x="78526" y="6803"/>
                    <a:pt x="79598" y="5731"/>
                    <a:pt x="79598" y="4400"/>
                  </a:cubicBezTo>
                  <a:lnTo>
                    <a:pt x="79598" y="2366"/>
                  </a:lnTo>
                  <a:cubicBezTo>
                    <a:pt x="79598" y="1072"/>
                    <a:pt x="78526" y="0"/>
                    <a:pt x="77195"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6" name="Google Shape;1986;p37">
              <a:extLst>
                <a:ext uri="{FF2B5EF4-FFF2-40B4-BE49-F238E27FC236}">
                  <a16:creationId xmlns:a16="http://schemas.microsoft.com/office/drawing/2014/main" id="{CDFF4085-C16E-5118-8CDF-66B68182016B}"/>
                </a:ext>
              </a:extLst>
            </p:cNvPr>
            <p:cNvSpPr/>
            <p:nvPr/>
          </p:nvSpPr>
          <p:spPr>
            <a:xfrm>
              <a:off x="1658750" y="2167975"/>
              <a:ext cx="421500" cy="15750"/>
            </a:xfrm>
            <a:custGeom>
              <a:avLst/>
              <a:gdLst/>
              <a:ahLst/>
              <a:cxnLst/>
              <a:rect l="l" t="t" r="r" b="b"/>
              <a:pathLst>
                <a:path w="16860"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7" name="Google Shape;1987;p37">
              <a:extLst>
                <a:ext uri="{FF2B5EF4-FFF2-40B4-BE49-F238E27FC236}">
                  <a16:creationId xmlns:a16="http://schemas.microsoft.com/office/drawing/2014/main" id="{C80FD922-C6E6-17AD-AC24-ECFB3F86D2C4}"/>
                </a:ext>
              </a:extLst>
            </p:cNvPr>
            <p:cNvSpPr/>
            <p:nvPr/>
          </p:nvSpPr>
          <p:spPr>
            <a:xfrm>
              <a:off x="1658750" y="225947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8" name="Google Shape;1988;p37">
              <a:extLst>
                <a:ext uri="{FF2B5EF4-FFF2-40B4-BE49-F238E27FC236}">
                  <a16:creationId xmlns:a16="http://schemas.microsoft.com/office/drawing/2014/main" id="{E077D4F8-894F-DC06-690A-190EAE9E88A8}"/>
                </a:ext>
              </a:extLst>
            </p:cNvPr>
            <p:cNvSpPr/>
            <p:nvPr/>
          </p:nvSpPr>
          <p:spPr>
            <a:xfrm>
              <a:off x="1658750" y="2351000"/>
              <a:ext cx="421500" cy="15725"/>
            </a:xfrm>
            <a:custGeom>
              <a:avLst/>
              <a:gdLst/>
              <a:ahLst/>
              <a:cxnLst/>
              <a:rect l="l" t="t" r="r" b="b"/>
              <a:pathLst>
                <a:path w="16860"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9" name="Google Shape;1989;p37">
              <a:extLst>
                <a:ext uri="{FF2B5EF4-FFF2-40B4-BE49-F238E27FC236}">
                  <a16:creationId xmlns:a16="http://schemas.microsoft.com/office/drawing/2014/main" id="{68E45154-54EE-EC19-77CE-83518BDD5522}"/>
                </a:ext>
              </a:extLst>
            </p:cNvPr>
            <p:cNvSpPr/>
            <p:nvPr/>
          </p:nvSpPr>
          <p:spPr>
            <a:xfrm>
              <a:off x="1658750" y="2448025"/>
              <a:ext cx="421500" cy="15750"/>
            </a:xfrm>
            <a:custGeom>
              <a:avLst/>
              <a:gdLst/>
              <a:ahLst/>
              <a:cxnLst/>
              <a:rect l="l" t="t" r="r" b="b"/>
              <a:pathLst>
                <a:path w="16860"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0" name="Google Shape;1990;p37">
              <a:extLst>
                <a:ext uri="{FF2B5EF4-FFF2-40B4-BE49-F238E27FC236}">
                  <a16:creationId xmlns:a16="http://schemas.microsoft.com/office/drawing/2014/main" id="{2B18595B-BDC1-7977-A6D6-2703278FF981}"/>
                </a:ext>
              </a:extLst>
            </p:cNvPr>
            <p:cNvSpPr/>
            <p:nvPr/>
          </p:nvSpPr>
          <p:spPr>
            <a:xfrm>
              <a:off x="2144000"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1" name="Google Shape;1991;p37">
              <a:extLst>
                <a:ext uri="{FF2B5EF4-FFF2-40B4-BE49-F238E27FC236}">
                  <a16:creationId xmlns:a16="http://schemas.microsoft.com/office/drawing/2014/main" id="{D79AF788-F452-7F5B-AC21-23FBA104BF19}"/>
                </a:ext>
              </a:extLst>
            </p:cNvPr>
            <p:cNvSpPr/>
            <p:nvPr/>
          </p:nvSpPr>
          <p:spPr>
            <a:xfrm>
              <a:off x="2144000"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2" name="Google Shape;1992;p37">
              <a:extLst>
                <a:ext uri="{FF2B5EF4-FFF2-40B4-BE49-F238E27FC236}">
                  <a16:creationId xmlns:a16="http://schemas.microsoft.com/office/drawing/2014/main" id="{F512B451-A0CB-6E80-E6FF-D5DAF07FF045}"/>
                </a:ext>
              </a:extLst>
            </p:cNvPr>
            <p:cNvSpPr/>
            <p:nvPr/>
          </p:nvSpPr>
          <p:spPr>
            <a:xfrm>
              <a:off x="2144000"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3" name="Google Shape;1993;p37">
              <a:extLst>
                <a:ext uri="{FF2B5EF4-FFF2-40B4-BE49-F238E27FC236}">
                  <a16:creationId xmlns:a16="http://schemas.microsoft.com/office/drawing/2014/main" id="{957168EE-1B71-450D-7631-3ED3FA50FE7C}"/>
                </a:ext>
              </a:extLst>
            </p:cNvPr>
            <p:cNvSpPr/>
            <p:nvPr/>
          </p:nvSpPr>
          <p:spPr>
            <a:xfrm>
              <a:off x="2144000"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4" name="Google Shape;1994;p37">
              <a:extLst>
                <a:ext uri="{FF2B5EF4-FFF2-40B4-BE49-F238E27FC236}">
                  <a16:creationId xmlns:a16="http://schemas.microsoft.com/office/drawing/2014/main" id="{A6B37C71-FE16-7C87-87BD-BF8FAF5F5538}"/>
                </a:ext>
              </a:extLst>
            </p:cNvPr>
            <p:cNvSpPr/>
            <p:nvPr/>
          </p:nvSpPr>
          <p:spPr>
            <a:xfrm>
              <a:off x="2629225" y="2167975"/>
              <a:ext cx="421500" cy="15750"/>
            </a:xfrm>
            <a:custGeom>
              <a:avLst/>
              <a:gdLst/>
              <a:ahLst/>
              <a:cxnLst/>
              <a:rect l="l" t="t" r="r" b="b"/>
              <a:pathLst>
                <a:path w="16860" h="630" extrusionOk="0">
                  <a:moveTo>
                    <a:pt x="296" y="1"/>
                  </a:moveTo>
                  <a:cubicBezTo>
                    <a:pt x="148" y="1"/>
                    <a:pt x="1" y="149"/>
                    <a:pt x="1" y="297"/>
                  </a:cubicBezTo>
                  <a:cubicBezTo>
                    <a:pt x="1"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5" name="Google Shape;1995;p37">
              <a:extLst>
                <a:ext uri="{FF2B5EF4-FFF2-40B4-BE49-F238E27FC236}">
                  <a16:creationId xmlns:a16="http://schemas.microsoft.com/office/drawing/2014/main" id="{311121EF-DBD0-BACE-11F2-1FD31C01FE5F}"/>
                </a:ext>
              </a:extLst>
            </p:cNvPr>
            <p:cNvSpPr/>
            <p:nvPr/>
          </p:nvSpPr>
          <p:spPr>
            <a:xfrm>
              <a:off x="2629225" y="225947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6" name="Google Shape;1996;p37">
              <a:extLst>
                <a:ext uri="{FF2B5EF4-FFF2-40B4-BE49-F238E27FC236}">
                  <a16:creationId xmlns:a16="http://schemas.microsoft.com/office/drawing/2014/main" id="{37B6C75B-BACF-70F3-4882-F12C94B1293E}"/>
                </a:ext>
              </a:extLst>
            </p:cNvPr>
            <p:cNvSpPr/>
            <p:nvPr/>
          </p:nvSpPr>
          <p:spPr>
            <a:xfrm>
              <a:off x="2629225" y="2351000"/>
              <a:ext cx="421500" cy="15725"/>
            </a:xfrm>
            <a:custGeom>
              <a:avLst/>
              <a:gdLst/>
              <a:ahLst/>
              <a:cxnLst/>
              <a:rect l="l" t="t" r="r" b="b"/>
              <a:pathLst>
                <a:path w="16860" h="629" extrusionOk="0">
                  <a:moveTo>
                    <a:pt x="296" y="0"/>
                  </a:moveTo>
                  <a:cubicBezTo>
                    <a:pt x="148" y="0"/>
                    <a:pt x="1" y="148"/>
                    <a:pt x="1" y="333"/>
                  </a:cubicBezTo>
                  <a:cubicBezTo>
                    <a:pt x="1"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7" name="Google Shape;1997;p37">
              <a:extLst>
                <a:ext uri="{FF2B5EF4-FFF2-40B4-BE49-F238E27FC236}">
                  <a16:creationId xmlns:a16="http://schemas.microsoft.com/office/drawing/2014/main" id="{9AE281EF-258E-609A-A27D-E533612B3509}"/>
                </a:ext>
              </a:extLst>
            </p:cNvPr>
            <p:cNvSpPr/>
            <p:nvPr/>
          </p:nvSpPr>
          <p:spPr>
            <a:xfrm>
              <a:off x="2629225" y="2448025"/>
              <a:ext cx="421500" cy="15750"/>
            </a:xfrm>
            <a:custGeom>
              <a:avLst/>
              <a:gdLst/>
              <a:ahLst/>
              <a:cxnLst/>
              <a:rect l="l" t="t" r="r" b="b"/>
              <a:pathLst>
                <a:path w="16860" h="630" extrusionOk="0">
                  <a:moveTo>
                    <a:pt x="296" y="1"/>
                  </a:moveTo>
                  <a:cubicBezTo>
                    <a:pt x="148" y="1"/>
                    <a:pt x="1" y="149"/>
                    <a:pt x="1" y="334"/>
                  </a:cubicBezTo>
                  <a:cubicBezTo>
                    <a:pt x="1"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8" name="Google Shape;1998;p37">
              <a:extLst>
                <a:ext uri="{FF2B5EF4-FFF2-40B4-BE49-F238E27FC236}">
                  <a16:creationId xmlns:a16="http://schemas.microsoft.com/office/drawing/2014/main" id="{7BC3A959-5C57-1D84-D068-8FA16AECB194}"/>
                </a:ext>
              </a:extLst>
            </p:cNvPr>
            <p:cNvSpPr/>
            <p:nvPr/>
          </p:nvSpPr>
          <p:spPr>
            <a:xfrm>
              <a:off x="3114475" y="2167975"/>
              <a:ext cx="421475" cy="15750"/>
            </a:xfrm>
            <a:custGeom>
              <a:avLst/>
              <a:gdLst/>
              <a:ahLst/>
              <a:cxnLst/>
              <a:rect l="l" t="t" r="r" b="b"/>
              <a:pathLst>
                <a:path w="16859" h="630" extrusionOk="0">
                  <a:moveTo>
                    <a:pt x="296" y="1"/>
                  </a:moveTo>
                  <a:cubicBezTo>
                    <a:pt x="148" y="1"/>
                    <a:pt x="0" y="149"/>
                    <a:pt x="0" y="297"/>
                  </a:cubicBezTo>
                  <a:cubicBezTo>
                    <a:pt x="0" y="481"/>
                    <a:pt x="148" y="629"/>
                    <a:pt x="296" y="629"/>
                  </a:cubicBezTo>
                  <a:lnTo>
                    <a:pt x="16563" y="629"/>
                  </a:lnTo>
                  <a:cubicBezTo>
                    <a:pt x="16748" y="629"/>
                    <a:pt x="16859" y="481"/>
                    <a:pt x="16859" y="297"/>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9" name="Google Shape;1999;p37">
              <a:extLst>
                <a:ext uri="{FF2B5EF4-FFF2-40B4-BE49-F238E27FC236}">
                  <a16:creationId xmlns:a16="http://schemas.microsoft.com/office/drawing/2014/main" id="{978F51A3-C853-FD07-3DE4-4CD9D9F9EEE7}"/>
                </a:ext>
              </a:extLst>
            </p:cNvPr>
            <p:cNvSpPr/>
            <p:nvPr/>
          </p:nvSpPr>
          <p:spPr>
            <a:xfrm>
              <a:off x="3114475" y="225947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0" name="Google Shape;2000;p37">
              <a:extLst>
                <a:ext uri="{FF2B5EF4-FFF2-40B4-BE49-F238E27FC236}">
                  <a16:creationId xmlns:a16="http://schemas.microsoft.com/office/drawing/2014/main" id="{38CD935B-3D73-4AF4-2CEC-9C9FB3840E3D}"/>
                </a:ext>
              </a:extLst>
            </p:cNvPr>
            <p:cNvSpPr/>
            <p:nvPr/>
          </p:nvSpPr>
          <p:spPr>
            <a:xfrm>
              <a:off x="3114475" y="2351000"/>
              <a:ext cx="421475" cy="15725"/>
            </a:xfrm>
            <a:custGeom>
              <a:avLst/>
              <a:gdLst/>
              <a:ahLst/>
              <a:cxnLst/>
              <a:rect l="l" t="t" r="r" b="b"/>
              <a:pathLst>
                <a:path w="16859" h="629" extrusionOk="0">
                  <a:moveTo>
                    <a:pt x="296" y="0"/>
                  </a:moveTo>
                  <a:cubicBezTo>
                    <a:pt x="148" y="0"/>
                    <a:pt x="0" y="148"/>
                    <a:pt x="0" y="333"/>
                  </a:cubicBezTo>
                  <a:cubicBezTo>
                    <a:pt x="0" y="481"/>
                    <a:pt x="148" y="629"/>
                    <a:pt x="296" y="629"/>
                  </a:cubicBezTo>
                  <a:lnTo>
                    <a:pt x="16563" y="629"/>
                  </a:lnTo>
                  <a:cubicBezTo>
                    <a:pt x="16748" y="629"/>
                    <a:pt x="16859" y="481"/>
                    <a:pt x="16859" y="333"/>
                  </a:cubicBezTo>
                  <a:cubicBezTo>
                    <a:pt x="16859" y="148"/>
                    <a:pt x="16748" y="0"/>
                    <a:pt x="1656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1" name="Google Shape;2001;p37">
              <a:extLst>
                <a:ext uri="{FF2B5EF4-FFF2-40B4-BE49-F238E27FC236}">
                  <a16:creationId xmlns:a16="http://schemas.microsoft.com/office/drawing/2014/main" id="{64018466-9BC4-3DB8-243C-537F5A3394E8}"/>
                </a:ext>
              </a:extLst>
            </p:cNvPr>
            <p:cNvSpPr/>
            <p:nvPr/>
          </p:nvSpPr>
          <p:spPr>
            <a:xfrm>
              <a:off x="3114475" y="2448025"/>
              <a:ext cx="421475" cy="15750"/>
            </a:xfrm>
            <a:custGeom>
              <a:avLst/>
              <a:gdLst/>
              <a:ahLst/>
              <a:cxnLst/>
              <a:rect l="l" t="t" r="r" b="b"/>
              <a:pathLst>
                <a:path w="16859" h="630" extrusionOk="0">
                  <a:moveTo>
                    <a:pt x="296" y="1"/>
                  </a:moveTo>
                  <a:cubicBezTo>
                    <a:pt x="148" y="1"/>
                    <a:pt x="0" y="149"/>
                    <a:pt x="0" y="334"/>
                  </a:cubicBezTo>
                  <a:cubicBezTo>
                    <a:pt x="0" y="482"/>
                    <a:pt x="148" y="629"/>
                    <a:pt x="296" y="629"/>
                  </a:cubicBezTo>
                  <a:lnTo>
                    <a:pt x="16563" y="629"/>
                  </a:lnTo>
                  <a:cubicBezTo>
                    <a:pt x="16748" y="629"/>
                    <a:pt x="16859" y="482"/>
                    <a:pt x="16859" y="334"/>
                  </a:cubicBezTo>
                  <a:cubicBezTo>
                    <a:pt x="16859" y="149"/>
                    <a:pt x="16748" y="1"/>
                    <a:pt x="1656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2" name="Google Shape;2002;p37">
              <a:extLst>
                <a:ext uri="{FF2B5EF4-FFF2-40B4-BE49-F238E27FC236}">
                  <a16:creationId xmlns:a16="http://schemas.microsoft.com/office/drawing/2014/main" id="{4A8287EA-EA94-3A38-54DB-EE84D8B999A3}"/>
                </a:ext>
              </a:extLst>
            </p:cNvPr>
            <p:cNvSpPr/>
            <p:nvPr/>
          </p:nvSpPr>
          <p:spPr>
            <a:xfrm>
              <a:off x="1902750" y="2663150"/>
              <a:ext cx="1494575" cy="451550"/>
            </a:xfrm>
            <a:custGeom>
              <a:avLst/>
              <a:gdLst/>
              <a:ahLst/>
              <a:cxnLst/>
              <a:rect l="l" t="t" r="r" b="b"/>
              <a:pathLst>
                <a:path w="59783" h="18062" extrusionOk="0">
                  <a:moveTo>
                    <a:pt x="59431" y="1"/>
                  </a:moveTo>
                  <a:cubicBezTo>
                    <a:pt x="59357" y="1"/>
                    <a:pt x="59283" y="29"/>
                    <a:pt x="59228" y="84"/>
                  </a:cubicBezTo>
                  <a:lnTo>
                    <a:pt x="45585" y="14466"/>
                  </a:lnTo>
                  <a:lnTo>
                    <a:pt x="33052" y="5001"/>
                  </a:lnTo>
                  <a:cubicBezTo>
                    <a:pt x="33003" y="4968"/>
                    <a:pt x="32945" y="4950"/>
                    <a:pt x="32887" y="4950"/>
                  </a:cubicBezTo>
                  <a:cubicBezTo>
                    <a:pt x="32816" y="4950"/>
                    <a:pt x="32744" y="4977"/>
                    <a:pt x="32683" y="5038"/>
                  </a:cubicBezTo>
                  <a:lnTo>
                    <a:pt x="24290" y="12654"/>
                  </a:lnTo>
                  <a:lnTo>
                    <a:pt x="14345" y="3707"/>
                  </a:lnTo>
                  <a:cubicBezTo>
                    <a:pt x="14294" y="3656"/>
                    <a:pt x="14226" y="3628"/>
                    <a:pt x="14154" y="3628"/>
                  </a:cubicBezTo>
                  <a:cubicBezTo>
                    <a:pt x="14071" y="3628"/>
                    <a:pt x="13981" y="3665"/>
                    <a:pt x="13902" y="3744"/>
                  </a:cubicBezTo>
                  <a:lnTo>
                    <a:pt x="112" y="17534"/>
                  </a:lnTo>
                  <a:cubicBezTo>
                    <a:pt x="1" y="17645"/>
                    <a:pt x="1" y="17830"/>
                    <a:pt x="112" y="17978"/>
                  </a:cubicBezTo>
                  <a:cubicBezTo>
                    <a:pt x="167" y="18033"/>
                    <a:pt x="250" y="18061"/>
                    <a:pt x="333" y="18061"/>
                  </a:cubicBezTo>
                  <a:cubicBezTo>
                    <a:pt x="417" y="18061"/>
                    <a:pt x="500" y="18033"/>
                    <a:pt x="555" y="17978"/>
                  </a:cubicBezTo>
                  <a:lnTo>
                    <a:pt x="14160" y="4373"/>
                  </a:lnTo>
                  <a:lnTo>
                    <a:pt x="24069" y="13283"/>
                  </a:lnTo>
                  <a:cubicBezTo>
                    <a:pt x="24142" y="13338"/>
                    <a:pt x="24216" y="13366"/>
                    <a:pt x="24290" y="13366"/>
                  </a:cubicBezTo>
                  <a:cubicBezTo>
                    <a:pt x="24364" y="13366"/>
                    <a:pt x="24438" y="13338"/>
                    <a:pt x="24512" y="13283"/>
                  </a:cubicBezTo>
                  <a:lnTo>
                    <a:pt x="32905" y="5667"/>
                  </a:lnTo>
                  <a:lnTo>
                    <a:pt x="45438" y="15131"/>
                  </a:lnTo>
                  <a:cubicBezTo>
                    <a:pt x="45504" y="15164"/>
                    <a:pt x="45578" y="15183"/>
                    <a:pt x="45646" y="15183"/>
                  </a:cubicBezTo>
                  <a:cubicBezTo>
                    <a:pt x="45729" y="15183"/>
                    <a:pt x="45804" y="15155"/>
                    <a:pt x="45844" y="15094"/>
                  </a:cubicBezTo>
                  <a:lnTo>
                    <a:pt x="59671" y="528"/>
                  </a:lnTo>
                  <a:cubicBezTo>
                    <a:pt x="59782" y="380"/>
                    <a:pt x="59782" y="195"/>
                    <a:pt x="59634" y="84"/>
                  </a:cubicBezTo>
                  <a:cubicBezTo>
                    <a:pt x="59579" y="29"/>
                    <a:pt x="59505" y="1"/>
                    <a:pt x="5943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3" name="Google Shape;2003;p37">
              <a:extLst>
                <a:ext uri="{FF2B5EF4-FFF2-40B4-BE49-F238E27FC236}">
                  <a16:creationId xmlns:a16="http://schemas.microsoft.com/office/drawing/2014/main" id="{55C02066-795A-3580-6056-7D9919086D10}"/>
                </a:ext>
              </a:extLst>
            </p:cNvPr>
            <p:cNvSpPr/>
            <p:nvPr/>
          </p:nvSpPr>
          <p:spPr>
            <a:xfrm>
              <a:off x="2210525" y="2716075"/>
              <a:ext cx="91525" cy="91525"/>
            </a:xfrm>
            <a:custGeom>
              <a:avLst/>
              <a:gdLst/>
              <a:ahLst/>
              <a:cxnLst/>
              <a:rect l="l" t="t" r="r" b="b"/>
              <a:pathLst>
                <a:path w="3661" h="3661" extrusionOk="0">
                  <a:moveTo>
                    <a:pt x="1812" y="0"/>
                  </a:moveTo>
                  <a:cubicBezTo>
                    <a:pt x="814" y="0"/>
                    <a:pt x="1" y="814"/>
                    <a:pt x="1" y="1812"/>
                  </a:cubicBezTo>
                  <a:cubicBezTo>
                    <a:pt x="1" y="2847"/>
                    <a:pt x="814" y="3661"/>
                    <a:pt x="1812" y="3661"/>
                  </a:cubicBezTo>
                  <a:cubicBezTo>
                    <a:pt x="2848" y="3661"/>
                    <a:pt x="3661" y="2847"/>
                    <a:pt x="3661" y="1812"/>
                  </a:cubicBezTo>
                  <a:cubicBezTo>
                    <a:pt x="3661" y="814"/>
                    <a:pt x="2848" y="0"/>
                    <a:pt x="181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4" name="Google Shape;2004;p37">
              <a:extLst>
                <a:ext uri="{FF2B5EF4-FFF2-40B4-BE49-F238E27FC236}">
                  <a16:creationId xmlns:a16="http://schemas.microsoft.com/office/drawing/2014/main" id="{46989C36-3BAB-6C83-E73E-2F0386C870F3}"/>
                </a:ext>
              </a:extLst>
            </p:cNvPr>
            <p:cNvSpPr/>
            <p:nvPr/>
          </p:nvSpPr>
          <p:spPr>
            <a:xfrm>
              <a:off x="2203150" y="2708675"/>
              <a:ext cx="106300" cy="106325"/>
            </a:xfrm>
            <a:custGeom>
              <a:avLst/>
              <a:gdLst/>
              <a:ahLst/>
              <a:cxnLst/>
              <a:rect l="l" t="t" r="r" b="b"/>
              <a:pathLst>
                <a:path w="4252" h="4253" extrusionOk="0">
                  <a:moveTo>
                    <a:pt x="2107" y="629"/>
                  </a:moveTo>
                  <a:cubicBezTo>
                    <a:pt x="2958" y="629"/>
                    <a:pt x="3623" y="1295"/>
                    <a:pt x="3623" y="2108"/>
                  </a:cubicBezTo>
                  <a:cubicBezTo>
                    <a:pt x="3623" y="2958"/>
                    <a:pt x="2958" y="3624"/>
                    <a:pt x="2107" y="3624"/>
                  </a:cubicBezTo>
                  <a:cubicBezTo>
                    <a:pt x="1294" y="3624"/>
                    <a:pt x="592" y="2958"/>
                    <a:pt x="592" y="2108"/>
                  </a:cubicBezTo>
                  <a:cubicBezTo>
                    <a:pt x="592" y="1295"/>
                    <a:pt x="1294" y="629"/>
                    <a:pt x="2107" y="629"/>
                  </a:cubicBezTo>
                  <a:close/>
                  <a:moveTo>
                    <a:pt x="2107" y="1"/>
                  </a:moveTo>
                  <a:cubicBezTo>
                    <a:pt x="924" y="1"/>
                    <a:pt x="0" y="962"/>
                    <a:pt x="0" y="2108"/>
                  </a:cubicBezTo>
                  <a:cubicBezTo>
                    <a:pt x="0" y="3291"/>
                    <a:pt x="924" y="4252"/>
                    <a:pt x="2107" y="4252"/>
                  </a:cubicBezTo>
                  <a:cubicBezTo>
                    <a:pt x="3291" y="4252"/>
                    <a:pt x="4252" y="3291"/>
                    <a:pt x="4252" y="2108"/>
                  </a:cubicBezTo>
                  <a:cubicBezTo>
                    <a:pt x="4252" y="962"/>
                    <a:pt x="3291" y="1"/>
                    <a:pt x="210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5" name="Google Shape;2005;p37">
              <a:extLst>
                <a:ext uri="{FF2B5EF4-FFF2-40B4-BE49-F238E27FC236}">
                  <a16:creationId xmlns:a16="http://schemas.microsoft.com/office/drawing/2014/main" id="{1C080055-9920-45D6-6D84-BAF96DEE560B}"/>
                </a:ext>
              </a:extLst>
            </p:cNvPr>
            <p:cNvSpPr/>
            <p:nvPr/>
          </p:nvSpPr>
          <p:spPr>
            <a:xfrm>
              <a:off x="2679125" y="2748425"/>
              <a:ext cx="91550" cy="91525"/>
            </a:xfrm>
            <a:custGeom>
              <a:avLst/>
              <a:gdLst/>
              <a:ahLst/>
              <a:cxnLst/>
              <a:rect l="l" t="t" r="r" b="b"/>
              <a:pathLst>
                <a:path w="3662" h="3661" extrusionOk="0">
                  <a:moveTo>
                    <a:pt x="1813" y="0"/>
                  </a:moveTo>
                  <a:cubicBezTo>
                    <a:pt x="814" y="0"/>
                    <a:pt x="1" y="814"/>
                    <a:pt x="1" y="1849"/>
                  </a:cubicBezTo>
                  <a:cubicBezTo>
                    <a:pt x="1" y="2847"/>
                    <a:pt x="814" y="3661"/>
                    <a:pt x="1813" y="3661"/>
                  </a:cubicBezTo>
                  <a:cubicBezTo>
                    <a:pt x="2848" y="3661"/>
                    <a:pt x="3661" y="2847"/>
                    <a:pt x="3661" y="1849"/>
                  </a:cubicBezTo>
                  <a:cubicBezTo>
                    <a:pt x="3661" y="814"/>
                    <a:pt x="2848" y="0"/>
                    <a:pt x="181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6" name="Google Shape;2006;p37">
              <a:extLst>
                <a:ext uri="{FF2B5EF4-FFF2-40B4-BE49-F238E27FC236}">
                  <a16:creationId xmlns:a16="http://schemas.microsoft.com/office/drawing/2014/main" id="{13C33477-F157-BFE7-7CF0-9168C9AA7B30}"/>
                </a:ext>
              </a:extLst>
            </p:cNvPr>
            <p:cNvSpPr/>
            <p:nvPr/>
          </p:nvSpPr>
          <p:spPr>
            <a:xfrm>
              <a:off x="2671750" y="2741025"/>
              <a:ext cx="106300" cy="106325"/>
            </a:xfrm>
            <a:custGeom>
              <a:avLst/>
              <a:gdLst/>
              <a:ahLst/>
              <a:cxnLst/>
              <a:rect l="l" t="t" r="r" b="b"/>
              <a:pathLst>
                <a:path w="4252" h="4253" extrusionOk="0">
                  <a:moveTo>
                    <a:pt x="2108" y="629"/>
                  </a:moveTo>
                  <a:cubicBezTo>
                    <a:pt x="2958" y="629"/>
                    <a:pt x="3623" y="1295"/>
                    <a:pt x="3623" y="2145"/>
                  </a:cubicBezTo>
                  <a:cubicBezTo>
                    <a:pt x="3623" y="2958"/>
                    <a:pt x="2958" y="3661"/>
                    <a:pt x="2108" y="3661"/>
                  </a:cubicBezTo>
                  <a:cubicBezTo>
                    <a:pt x="1294" y="3661"/>
                    <a:pt x="592" y="2958"/>
                    <a:pt x="592" y="2145"/>
                  </a:cubicBezTo>
                  <a:cubicBezTo>
                    <a:pt x="592" y="1295"/>
                    <a:pt x="1294" y="629"/>
                    <a:pt x="2108" y="629"/>
                  </a:cubicBezTo>
                  <a:close/>
                  <a:moveTo>
                    <a:pt x="2108" y="1"/>
                  </a:moveTo>
                  <a:cubicBezTo>
                    <a:pt x="961" y="1"/>
                    <a:pt x="0" y="962"/>
                    <a:pt x="0" y="2145"/>
                  </a:cubicBezTo>
                  <a:cubicBezTo>
                    <a:pt x="0" y="3328"/>
                    <a:pt x="961" y="4252"/>
                    <a:pt x="2108" y="4252"/>
                  </a:cubicBezTo>
                  <a:cubicBezTo>
                    <a:pt x="3291" y="4252"/>
                    <a:pt x="4252" y="3328"/>
                    <a:pt x="4252" y="2145"/>
                  </a:cubicBezTo>
                  <a:cubicBezTo>
                    <a:pt x="4252" y="962"/>
                    <a:pt x="3291" y="1"/>
                    <a:pt x="21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7" name="Google Shape;2007;p37">
              <a:extLst>
                <a:ext uri="{FF2B5EF4-FFF2-40B4-BE49-F238E27FC236}">
                  <a16:creationId xmlns:a16="http://schemas.microsoft.com/office/drawing/2014/main" id="{ED944558-3BCF-C1D8-19B0-95B9487E95F0}"/>
                </a:ext>
              </a:extLst>
            </p:cNvPr>
            <p:cNvSpPr/>
            <p:nvPr/>
          </p:nvSpPr>
          <p:spPr>
            <a:xfrm>
              <a:off x="2998000" y="2989650"/>
              <a:ext cx="91525" cy="91525"/>
            </a:xfrm>
            <a:custGeom>
              <a:avLst/>
              <a:gdLst/>
              <a:ahLst/>
              <a:cxnLst/>
              <a:rect l="l" t="t" r="r" b="b"/>
              <a:pathLst>
                <a:path w="3661" h="3661" extrusionOk="0">
                  <a:moveTo>
                    <a:pt x="1812" y="1"/>
                  </a:moveTo>
                  <a:cubicBezTo>
                    <a:pt x="814" y="1"/>
                    <a:pt x="1" y="814"/>
                    <a:pt x="1" y="1812"/>
                  </a:cubicBezTo>
                  <a:cubicBezTo>
                    <a:pt x="1" y="2811"/>
                    <a:pt x="814" y="3661"/>
                    <a:pt x="1812" y="3661"/>
                  </a:cubicBezTo>
                  <a:cubicBezTo>
                    <a:pt x="2848" y="3661"/>
                    <a:pt x="3661" y="2811"/>
                    <a:pt x="3661" y="1812"/>
                  </a:cubicBezTo>
                  <a:cubicBezTo>
                    <a:pt x="3661" y="814"/>
                    <a:pt x="2848"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8" name="Google Shape;2008;p37">
              <a:extLst>
                <a:ext uri="{FF2B5EF4-FFF2-40B4-BE49-F238E27FC236}">
                  <a16:creationId xmlns:a16="http://schemas.microsoft.com/office/drawing/2014/main" id="{840D8746-2C91-C6D3-01BA-98F6FAF250F7}"/>
                </a:ext>
              </a:extLst>
            </p:cNvPr>
            <p:cNvSpPr/>
            <p:nvPr/>
          </p:nvSpPr>
          <p:spPr>
            <a:xfrm>
              <a:off x="2990625" y="2982275"/>
              <a:ext cx="106300" cy="106300"/>
            </a:xfrm>
            <a:custGeom>
              <a:avLst/>
              <a:gdLst/>
              <a:ahLst/>
              <a:cxnLst/>
              <a:rect l="l" t="t" r="r" b="b"/>
              <a:pathLst>
                <a:path w="4252" h="4252" extrusionOk="0">
                  <a:moveTo>
                    <a:pt x="2107" y="592"/>
                  </a:moveTo>
                  <a:cubicBezTo>
                    <a:pt x="2958" y="592"/>
                    <a:pt x="3623" y="1294"/>
                    <a:pt x="3623" y="2107"/>
                  </a:cubicBezTo>
                  <a:cubicBezTo>
                    <a:pt x="3623" y="2958"/>
                    <a:pt x="2958" y="3623"/>
                    <a:pt x="2107" y="3623"/>
                  </a:cubicBezTo>
                  <a:cubicBezTo>
                    <a:pt x="1294" y="3623"/>
                    <a:pt x="592" y="2958"/>
                    <a:pt x="592" y="2107"/>
                  </a:cubicBezTo>
                  <a:cubicBezTo>
                    <a:pt x="592" y="1294"/>
                    <a:pt x="1294" y="592"/>
                    <a:pt x="2107" y="592"/>
                  </a:cubicBezTo>
                  <a:close/>
                  <a:moveTo>
                    <a:pt x="2107" y="0"/>
                  </a:moveTo>
                  <a:cubicBezTo>
                    <a:pt x="961" y="0"/>
                    <a:pt x="0" y="924"/>
                    <a:pt x="0" y="2107"/>
                  </a:cubicBezTo>
                  <a:cubicBezTo>
                    <a:pt x="0" y="3290"/>
                    <a:pt x="961" y="4252"/>
                    <a:pt x="2107" y="4252"/>
                  </a:cubicBezTo>
                  <a:cubicBezTo>
                    <a:pt x="3290" y="4252"/>
                    <a:pt x="4252" y="3290"/>
                    <a:pt x="4252" y="2107"/>
                  </a:cubicBezTo>
                  <a:cubicBezTo>
                    <a:pt x="4252" y="924"/>
                    <a:pt x="3290" y="0"/>
                    <a:pt x="21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9" name="Google Shape;2009;p37">
              <a:extLst>
                <a:ext uri="{FF2B5EF4-FFF2-40B4-BE49-F238E27FC236}">
                  <a16:creationId xmlns:a16="http://schemas.microsoft.com/office/drawing/2014/main" id="{977C0C3D-11F2-6893-2CCC-5B26C9305C97}"/>
                </a:ext>
              </a:extLst>
            </p:cNvPr>
            <p:cNvSpPr/>
            <p:nvPr/>
          </p:nvSpPr>
          <p:spPr>
            <a:xfrm>
              <a:off x="3336300" y="2625500"/>
              <a:ext cx="91525" cy="90600"/>
            </a:xfrm>
            <a:custGeom>
              <a:avLst/>
              <a:gdLst/>
              <a:ahLst/>
              <a:cxnLst/>
              <a:rect l="l" t="t" r="r" b="b"/>
              <a:pathLst>
                <a:path w="3661" h="3624" extrusionOk="0">
                  <a:moveTo>
                    <a:pt x="1849" y="0"/>
                  </a:moveTo>
                  <a:cubicBezTo>
                    <a:pt x="813" y="0"/>
                    <a:pt x="0" y="814"/>
                    <a:pt x="0" y="1812"/>
                  </a:cubicBezTo>
                  <a:cubicBezTo>
                    <a:pt x="0" y="2810"/>
                    <a:pt x="813" y="3623"/>
                    <a:pt x="1849" y="3623"/>
                  </a:cubicBezTo>
                  <a:cubicBezTo>
                    <a:pt x="2847" y="3623"/>
                    <a:pt x="3660" y="2810"/>
                    <a:pt x="3660" y="1812"/>
                  </a:cubicBezTo>
                  <a:cubicBezTo>
                    <a:pt x="3660" y="814"/>
                    <a:pt x="2847" y="0"/>
                    <a:pt x="1849"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0" name="Google Shape;2010;p37">
              <a:extLst>
                <a:ext uri="{FF2B5EF4-FFF2-40B4-BE49-F238E27FC236}">
                  <a16:creationId xmlns:a16="http://schemas.microsoft.com/office/drawing/2014/main" id="{0CF23D90-926D-2FB9-7BE9-7D281FB89BAB}"/>
                </a:ext>
              </a:extLst>
            </p:cNvPr>
            <p:cNvSpPr/>
            <p:nvPr/>
          </p:nvSpPr>
          <p:spPr>
            <a:xfrm>
              <a:off x="3328900" y="2617175"/>
              <a:ext cx="106300" cy="107250"/>
            </a:xfrm>
            <a:custGeom>
              <a:avLst/>
              <a:gdLst/>
              <a:ahLst/>
              <a:cxnLst/>
              <a:rect l="l" t="t" r="r" b="b"/>
              <a:pathLst>
                <a:path w="4252" h="4290" extrusionOk="0">
                  <a:moveTo>
                    <a:pt x="2145" y="629"/>
                  </a:moveTo>
                  <a:cubicBezTo>
                    <a:pt x="2958" y="629"/>
                    <a:pt x="3660" y="1295"/>
                    <a:pt x="3660" y="2145"/>
                  </a:cubicBezTo>
                  <a:cubicBezTo>
                    <a:pt x="3660" y="2995"/>
                    <a:pt x="2958" y="3661"/>
                    <a:pt x="2145" y="3661"/>
                  </a:cubicBezTo>
                  <a:cubicBezTo>
                    <a:pt x="1294" y="3661"/>
                    <a:pt x="629" y="2995"/>
                    <a:pt x="629" y="2145"/>
                  </a:cubicBezTo>
                  <a:cubicBezTo>
                    <a:pt x="629" y="1295"/>
                    <a:pt x="1294" y="629"/>
                    <a:pt x="2145" y="629"/>
                  </a:cubicBezTo>
                  <a:close/>
                  <a:moveTo>
                    <a:pt x="2145" y="1"/>
                  </a:moveTo>
                  <a:cubicBezTo>
                    <a:pt x="962" y="1"/>
                    <a:pt x="0" y="962"/>
                    <a:pt x="0" y="2145"/>
                  </a:cubicBezTo>
                  <a:cubicBezTo>
                    <a:pt x="0" y="3328"/>
                    <a:pt x="962" y="4289"/>
                    <a:pt x="2145" y="4289"/>
                  </a:cubicBezTo>
                  <a:cubicBezTo>
                    <a:pt x="3291" y="4289"/>
                    <a:pt x="4252" y="3328"/>
                    <a:pt x="4252" y="2145"/>
                  </a:cubicBezTo>
                  <a:cubicBezTo>
                    <a:pt x="4252" y="962"/>
                    <a:pt x="3291" y="1"/>
                    <a:pt x="214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1" name="Google Shape;2011;p37">
              <a:extLst>
                <a:ext uri="{FF2B5EF4-FFF2-40B4-BE49-F238E27FC236}">
                  <a16:creationId xmlns:a16="http://schemas.microsoft.com/office/drawing/2014/main" id="{F05FDA87-B62E-F95C-B10B-96BD036F6F8B}"/>
                </a:ext>
              </a:extLst>
            </p:cNvPr>
            <p:cNvSpPr/>
            <p:nvPr/>
          </p:nvSpPr>
          <p:spPr>
            <a:xfrm>
              <a:off x="1865775" y="3060825"/>
              <a:ext cx="90600" cy="91525"/>
            </a:xfrm>
            <a:custGeom>
              <a:avLst/>
              <a:gdLst/>
              <a:ahLst/>
              <a:cxnLst/>
              <a:rect l="l" t="t" r="r" b="b"/>
              <a:pathLst>
                <a:path w="3624" h="3661" extrusionOk="0">
                  <a:moveTo>
                    <a:pt x="1812" y="1"/>
                  </a:moveTo>
                  <a:cubicBezTo>
                    <a:pt x="814" y="1"/>
                    <a:pt x="1" y="814"/>
                    <a:pt x="1" y="1849"/>
                  </a:cubicBezTo>
                  <a:cubicBezTo>
                    <a:pt x="1" y="2847"/>
                    <a:pt x="814" y="3661"/>
                    <a:pt x="1812" y="3661"/>
                  </a:cubicBezTo>
                  <a:cubicBezTo>
                    <a:pt x="2811" y="3661"/>
                    <a:pt x="3624" y="2847"/>
                    <a:pt x="3624" y="1849"/>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2" name="Google Shape;2012;p37">
              <a:extLst>
                <a:ext uri="{FF2B5EF4-FFF2-40B4-BE49-F238E27FC236}">
                  <a16:creationId xmlns:a16="http://schemas.microsoft.com/office/drawing/2014/main" id="{91463D30-F1A9-9157-69E1-92C7C0F16000}"/>
                </a:ext>
              </a:extLst>
            </p:cNvPr>
            <p:cNvSpPr/>
            <p:nvPr/>
          </p:nvSpPr>
          <p:spPr>
            <a:xfrm>
              <a:off x="1857475" y="3053425"/>
              <a:ext cx="107225" cy="106325"/>
            </a:xfrm>
            <a:custGeom>
              <a:avLst/>
              <a:gdLst/>
              <a:ahLst/>
              <a:cxnLst/>
              <a:rect l="l" t="t" r="r" b="b"/>
              <a:pathLst>
                <a:path w="4289" h="4253" extrusionOk="0">
                  <a:moveTo>
                    <a:pt x="2144" y="629"/>
                  </a:moveTo>
                  <a:cubicBezTo>
                    <a:pt x="2995" y="629"/>
                    <a:pt x="3660" y="1295"/>
                    <a:pt x="3660" y="2145"/>
                  </a:cubicBezTo>
                  <a:cubicBezTo>
                    <a:pt x="3660" y="2958"/>
                    <a:pt x="2995" y="3661"/>
                    <a:pt x="2144" y="3661"/>
                  </a:cubicBezTo>
                  <a:cubicBezTo>
                    <a:pt x="1294" y="3661"/>
                    <a:pt x="629" y="2958"/>
                    <a:pt x="629" y="2145"/>
                  </a:cubicBezTo>
                  <a:cubicBezTo>
                    <a:pt x="629" y="1295"/>
                    <a:pt x="1294" y="629"/>
                    <a:pt x="2144" y="629"/>
                  </a:cubicBezTo>
                  <a:close/>
                  <a:moveTo>
                    <a:pt x="2144" y="1"/>
                  </a:moveTo>
                  <a:cubicBezTo>
                    <a:pt x="961" y="1"/>
                    <a:pt x="0" y="962"/>
                    <a:pt x="0" y="2145"/>
                  </a:cubicBezTo>
                  <a:cubicBezTo>
                    <a:pt x="0" y="3328"/>
                    <a:pt x="961" y="4252"/>
                    <a:pt x="2144" y="4252"/>
                  </a:cubicBezTo>
                  <a:cubicBezTo>
                    <a:pt x="3327" y="4252"/>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3" name="Google Shape;2013;p37">
              <a:extLst>
                <a:ext uri="{FF2B5EF4-FFF2-40B4-BE49-F238E27FC236}">
                  <a16:creationId xmlns:a16="http://schemas.microsoft.com/office/drawing/2014/main" id="{E4A8E05F-5228-992F-84B1-5A7AB184FF15}"/>
                </a:ext>
              </a:extLst>
            </p:cNvPr>
            <p:cNvSpPr/>
            <p:nvPr/>
          </p:nvSpPr>
          <p:spPr>
            <a:xfrm>
              <a:off x="2464700" y="2931425"/>
              <a:ext cx="90600" cy="90600"/>
            </a:xfrm>
            <a:custGeom>
              <a:avLst/>
              <a:gdLst/>
              <a:ahLst/>
              <a:cxnLst/>
              <a:rect l="l" t="t" r="r" b="b"/>
              <a:pathLst>
                <a:path w="3624" h="3624" extrusionOk="0">
                  <a:moveTo>
                    <a:pt x="1812" y="1"/>
                  </a:moveTo>
                  <a:cubicBezTo>
                    <a:pt x="814" y="1"/>
                    <a:pt x="1" y="814"/>
                    <a:pt x="1" y="1812"/>
                  </a:cubicBezTo>
                  <a:cubicBezTo>
                    <a:pt x="1" y="2810"/>
                    <a:pt x="814" y="3624"/>
                    <a:pt x="1812" y="3624"/>
                  </a:cubicBezTo>
                  <a:cubicBezTo>
                    <a:pt x="2811" y="3624"/>
                    <a:pt x="3624" y="2810"/>
                    <a:pt x="3624" y="1812"/>
                  </a:cubicBezTo>
                  <a:cubicBezTo>
                    <a:pt x="3624" y="814"/>
                    <a:pt x="2811" y="1"/>
                    <a:pt x="181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4" name="Google Shape;2014;p37">
              <a:extLst>
                <a:ext uri="{FF2B5EF4-FFF2-40B4-BE49-F238E27FC236}">
                  <a16:creationId xmlns:a16="http://schemas.microsoft.com/office/drawing/2014/main" id="{60CE73A8-93A7-8242-8BDC-69BFE9E18F83}"/>
                </a:ext>
              </a:extLst>
            </p:cNvPr>
            <p:cNvSpPr/>
            <p:nvPr/>
          </p:nvSpPr>
          <p:spPr>
            <a:xfrm>
              <a:off x="2456400" y="2923100"/>
              <a:ext cx="107225" cy="106325"/>
            </a:xfrm>
            <a:custGeom>
              <a:avLst/>
              <a:gdLst/>
              <a:ahLst/>
              <a:cxnLst/>
              <a:rect l="l" t="t" r="r" b="b"/>
              <a:pathLst>
                <a:path w="4289" h="4253" extrusionOk="0">
                  <a:moveTo>
                    <a:pt x="2144" y="629"/>
                  </a:moveTo>
                  <a:cubicBezTo>
                    <a:pt x="2995" y="629"/>
                    <a:pt x="3660" y="1295"/>
                    <a:pt x="3660" y="2145"/>
                  </a:cubicBezTo>
                  <a:cubicBezTo>
                    <a:pt x="3660" y="2959"/>
                    <a:pt x="2995" y="3661"/>
                    <a:pt x="2144" y="3661"/>
                  </a:cubicBezTo>
                  <a:cubicBezTo>
                    <a:pt x="1294" y="3661"/>
                    <a:pt x="629" y="2959"/>
                    <a:pt x="629" y="2145"/>
                  </a:cubicBezTo>
                  <a:cubicBezTo>
                    <a:pt x="629" y="1295"/>
                    <a:pt x="1294" y="629"/>
                    <a:pt x="2144" y="629"/>
                  </a:cubicBezTo>
                  <a:close/>
                  <a:moveTo>
                    <a:pt x="2144" y="1"/>
                  </a:moveTo>
                  <a:cubicBezTo>
                    <a:pt x="961" y="1"/>
                    <a:pt x="0" y="962"/>
                    <a:pt x="0" y="2145"/>
                  </a:cubicBezTo>
                  <a:cubicBezTo>
                    <a:pt x="0" y="3328"/>
                    <a:pt x="961" y="4253"/>
                    <a:pt x="2144" y="4253"/>
                  </a:cubicBezTo>
                  <a:cubicBezTo>
                    <a:pt x="3327" y="4253"/>
                    <a:pt x="4289" y="3328"/>
                    <a:pt x="4289" y="2145"/>
                  </a:cubicBezTo>
                  <a:cubicBezTo>
                    <a:pt x="4289" y="962"/>
                    <a:pt x="3327" y="1"/>
                    <a:pt x="214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5" name="Google Shape;2015;p37">
              <a:extLst>
                <a:ext uri="{FF2B5EF4-FFF2-40B4-BE49-F238E27FC236}">
                  <a16:creationId xmlns:a16="http://schemas.microsoft.com/office/drawing/2014/main" id="{01B8F976-BB89-286B-C7B0-4AF6D5896DEC}"/>
                </a:ext>
              </a:extLst>
            </p:cNvPr>
            <p:cNvSpPr/>
            <p:nvPr/>
          </p:nvSpPr>
          <p:spPr>
            <a:xfrm>
              <a:off x="3707850" y="1843575"/>
              <a:ext cx="52700" cy="1651675"/>
            </a:xfrm>
            <a:custGeom>
              <a:avLst/>
              <a:gdLst/>
              <a:ahLst/>
              <a:cxnLst/>
              <a:rect l="l" t="t" r="r" b="b"/>
              <a:pathLst>
                <a:path w="2108" h="66067" extrusionOk="0">
                  <a:moveTo>
                    <a:pt x="1035" y="0"/>
                  </a:moveTo>
                  <a:cubicBezTo>
                    <a:pt x="481" y="0"/>
                    <a:pt x="0" y="481"/>
                    <a:pt x="0" y="1072"/>
                  </a:cubicBezTo>
                  <a:lnTo>
                    <a:pt x="0" y="65032"/>
                  </a:lnTo>
                  <a:cubicBezTo>
                    <a:pt x="0" y="65586"/>
                    <a:pt x="481" y="66067"/>
                    <a:pt x="1035" y="66067"/>
                  </a:cubicBezTo>
                  <a:cubicBezTo>
                    <a:pt x="1627" y="66067"/>
                    <a:pt x="2108" y="65586"/>
                    <a:pt x="2108" y="65032"/>
                  </a:cubicBezTo>
                  <a:lnTo>
                    <a:pt x="2108" y="1072"/>
                  </a:lnTo>
                  <a:cubicBezTo>
                    <a:pt x="2108" y="481"/>
                    <a:pt x="1627" y="0"/>
                    <a:pt x="103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6" name="Google Shape;2016;p37">
              <a:extLst>
                <a:ext uri="{FF2B5EF4-FFF2-40B4-BE49-F238E27FC236}">
                  <a16:creationId xmlns:a16="http://schemas.microsoft.com/office/drawing/2014/main" id="{2B804CFE-EA2C-DC47-65C1-24CFC86DB524}"/>
                </a:ext>
              </a:extLst>
            </p:cNvPr>
            <p:cNvSpPr/>
            <p:nvPr/>
          </p:nvSpPr>
          <p:spPr>
            <a:xfrm>
              <a:off x="3700450" y="1836175"/>
              <a:ext cx="67500" cy="1666475"/>
            </a:xfrm>
            <a:custGeom>
              <a:avLst/>
              <a:gdLst/>
              <a:ahLst/>
              <a:cxnLst/>
              <a:rect l="l" t="t" r="r" b="b"/>
              <a:pathLst>
                <a:path w="2700" h="66659" extrusionOk="0">
                  <a:moveTo>
                    <a:pt x="1331" y="629"/>
                  </a:moveTo>
                  <a:cubicBezTo>
                    <a:pt x="1738" y="629"/>
                    <a:pt x="2071" y="962"/>
                    <a:pt x="2071" y="1368"/>
                  </a:cubicBezTo>
                  <a:lnTo>
                    <a:pt x="2071" y="65328"/>
                  </a:lnTo>
                  <a:cubicBezTo>
                    <a:pt x="2071" y="65734"/>
                    <a:pt x="1738" y="66067"/>
                    <a:pt x="1331" y="66067"/>
                  </a:cubicBezTo>
                  <a:cubicBezTo>
                    <a:pt x="925" y="66067"/>
                    <a:pt x="592" y="65734"/>
                    <a:pt x="592" y="65328"/>
                  </a:cubicBezTo>
                  <a:lnTo>
                    <a:pt x="592" y="1368"/>
                  </a:lnTo>
                  <a:cubicBezTo>
                    <a:pt x="592" y="962"/>
                    <a:pt x="925" y="629"/>
                    <a:pt x="1331" y="629"/>
                  </a:cubicBezTo>
                  <a:close/>
                  <a:moveTo>
                    <a:pt x="1331" y="0"/>
                  </a:moveTo>
                  <a:cubicBezTo>
                    <a:pt x="592" y="0"/>
                    <a:pt x="0" y="592"/>
                    <a:pt x="0" y="1368"/>
                  </a:cubicBezTo>
                  <a:lnTo>
                    <a:pt x="0" y="65328"/>
                  </a:lnTo>
                  <a:cubicBezTo>
                    <a:pt x="0" y="66067"/>
                    <a:pt x="592" y="66659"/>
                    <a:pt x="1331" y="66659"/>
                  </a:cubicBezTo>
                  <a:cubicBezTo>
                    <a:pt x="2108" y="66659"/>
                    <a:pt x="2699" y="66067"/>
                    <a:pt x="2699" y="65328"/>
                  </a:cubicBezTo>
                  <a:lnTo>
                    <a:pt x="2699" y="1368"/>
                  </a:lnTo>
                  <a:cubicBezTo>
                    <a:pt x="2699" y="592"/>
                    <a:pt x="2108" y="0"/>
                    <a:pt x="1331"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7" name="Google Shape;2017;p37">
              <a:extLst>
                <a:ext uri="{FF2B5EF4-FFF2-40B4-BE49-F238E27FC236}">
                  <a16:creationId xmlns:a16="http://schemas.microsoft.com/office/drawing/2014/main" id="{B4EF4D5D-3391-633B-58AC-8D043F206863}"/>
                </a:ext>
              </a:extLst>
            </p:cNvPr>
            <p:cNvSpPr/>
            <p:nvPr/>
          </p:nvSpPr>
          <p:spPr>
            <a:xfrm>
              <a:off x="4015625" y="2157825"/>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8" name="Google Shape;2018;p37">
              <a:extLst>
                <a:ext uri="{FF2B5EF4-FFF2-40B4-BE49-F238E27FC236}">
                  <a16:creationId xmlns:a16="http://schemas.microsoft.com/office/drawing/2014/main" id="{C47C3B28-71E2-08A5-2CFD-3F026B20A90F}"/>
                </a:ext>
              </a:extLst>
            </p:cNvPr>
            <p:cNvSpPr/>
            <p:nvPr/>
          </p:nvSpPr>
          <p:spPr>
            <a:xfrm>
              <a:off x="3805825" y="2157825"/>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9" name="Google Shape;2019;p37">
              <a:extLst>
                <a:ext uri="{FF2B5EF4-FFF2-40B4-BE49-F238E27FC236}">
                  <a16:creationId xmlns:a16="http://schemas.microsoft.com/office/drawing/2014/main" id="{E25D75EB-0BE6-879B-EBD5-E2FF4D0B9464}"/>
                </a:ext>
              </a:extLst>
            </p:cNvPr>
            <p:cNvSpPr/>
            <p:nvPr/>
          </p:nvSpPr>
          <p:spPr>
            <a:xfrm>
              <a:off x="4256850" y="2234525"/>
              <a:ext cx="66575" cy="15750"/>
            </a:xfrm>
            <a:custGeom>
              <a:avLst/>
              <a:gdLst/>
              <a:ahLst/>
              <a:cxnLst/>
              <a:rect l="l" t="t" r="r" b="b"/>
              <a:pathLst>
                <a:path w="2663" h="630" extrusionOk="0">
                  <a:moveTo>
                    <a:pt x="334" y="1"/>
                  </a:moveTo>
                  <a:cubicBezTo>
                    <a:pt x="149" y="1"/>
                    <a:pt x="1" y="149"/>
                    <a:pt x="1" y="333"/>
                  </a:cubicBezTo>
                  <a:cubicBezTo>
                    <a:pt x="1" y="481"/>
                    <a:pt x="149" y="629"/>
                    <a:pt x="334" y="629"/>
                  </a:cubicBezTo>
                  <a:lnTo>
                    <a:pt x="2367" y="629"/>
                  </a:lnTo>
                  <a:cubicBezTo>
                    <a:pt x="2552" y="629"/>
                    <a:pt x="2663" y="481"/>
                    <a:pt x="2663" y="333"/>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8" name="Google Shape;2020;p37">
              <a:extLst>
                <a:ext uri="{FF2B5EF4-FFF2-40B4-BE49-F238E27FC236}">
                  <a16:creationId xmlns:a16="http://schemas.microsoft.com/office/drawing/2014/main" id="{EFCD1505-D916-DF4F-D28B-5DD49A205902}"/>
                </a:ext>
              </a:extLst>
            </p:cNvPr>
            <p:cNvSpPr/>
            <p:nvPr/>
          </p:nvSpPr>
          <p:spPr>
            <a:xfrm>
              <a:off x="4112675" y="2234525"/>
              <a:ext cx="118325" cy="15750"/>
            </a:xfrm>
            <a:custGeom>
              <a:avLst/>
              <a:gdLst/>
              <a:ahLst/>
              <a:cxnLst/>
              <a:rect l="l" t="t" r="r" b="b"/>
              <a:pathLst>
                <a:path w="4733" h="630" extrusionOk="0">
                  <a:moveTo>
                    <a:pt x="333" y="1"/>
                  </a:moveTo>
                  <a:cubicBezTo>
                    <a:pt x="148" y="1"/>
                    <a:pt x="0" y="149"/>
                    <a:pt x="0" y="333"/>
                  </a:cubicBezTo>
                  <a:cubicBezTo>
                    <a:pt x="0" y="481"/>
                    <a:pt x="148" y="629"/>
                    <a:pt x="333" y="629"/>
                  </a:cubicBezTo>
                  <a:lnTo>
                    <a:pt x="4400" y="629"/>
                  </a:lnTo>
                  <a:cubicBezTo>
                    <a:pt x="4585" y="629"/>
                    <a:pt x="4733" y="481"/>
                    <a:pt x="4733" y="333"/>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0" name="Google Shape;2021;p37">
              <a:extLst>
                <a:ext uri="{FF2B5EF4-FFF2-40B4-BE49-F238E27FC236}">
                  <a16:creationId xmlns:a16="http://schemas.microsoft.com/office/drawing/2014/main" id="{449C6D98-012B-D235-71B2-6C9D70A975A8}"/>
                </a:ext>
              </a:extLst>
            </p:cNvPr>
            <p:cNvSpPr/>
            <p:nvPr/>
          </p:nvSpPr>
          <p:spPr>
            <a:xfrm>
              <a:off x="3805825" y="2234525"/>
              <a:ext cx="253275" cy="15750"/>
            </a:xfrm>
            <a:custGeom>
              <a:avLst/>
              <a:gdLst/>
              <a:ahLst/>
              <a:cxnLst/>
              <a:rect l="l" t="t" r="r" b="b"/>
              <a:pathLst>
                <a:path w="10131" h="630" extrusionOk="0">
                  <a:moveTo>
                    <a:pt x="333" y="1"/>
                  </a:moveTo>
                  <a:cubicBezTo>
                    <a:pt x="148" y="1"/>
                    <a:pt x="0" y="149"/>
                    <a:pt x="0" y="333"/>
                  </a:cubicBezTo>
                  <a:cubicBezTo>
                    <a:pt x="0" y="481"/>
                    <a:pt x="148" y="629"/>
                    <a:pt x="333" y="629"/>
                  </a:cubicBezTo>
                  <a:lnTo>
                    <a:pt x="9797" y="629"/>
                  </a:lnTo>
                  <a:cubicBezTo>
                    <a:pt x="9982" y="629"/>
                    <a:pt x="10130" y="481"/>
                    <a:pt x="10130" y="333"/>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2022;p37">
              <a:extLst>
                <a:ext uri="{FF2B5EF4-FFF2-40B4-BE49-F238E27FC236}">
                  <a16:creationId xmlns:a16="http://schemas.microsoft.com/office/drawing/2014/main" id="{42F94DCD-6EA2-7FE8-F104-75DD7D98D9EF}"/>
                </a:ext>
              </a:extLst>
            </p:cNvPr>
            <p:cNvSpPr/>
            <p:nvPr/>
          </p:nvSpPr>
          <p:spPr>
            <a:xfrm>
              <a:off x="4047975" y="2312175"/>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2023;p37">
              <a:extLst>
                <a:ext uri="{FF2B5EF4-FFF2-40B4-BE49-F238E27FC236}">
                  <a16:creationId xmlns:a16="http://schemas.microsoft.com/office/drawing/2014/main" id="{964BC529-59C4-8E1D-BE8A-7AF12DD1790C}"/>
                </a:ext>
              </a:extLst>
            </p:cNvPr>
            <p:cNvSpPr/>
            <p:nvPr/>
          </p:nvSpPr>
          <p:spPr>
            <a:xfrm>
              <a:off x="3805825" y="2312175"/>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4" name="Google Shape;2024;p37">
              <a:extLst>
                <a:ext uri="{FF2B5EF4-FFF2-40B4-BE49-F238E27FC236}">
                  <a16:creationId xmlns:a16="http://schemas.microsoft.com/office/drawing/2014/main" id="{83A33EB9-4ADF-01A6-73CB-CC78D674529E}"/>
                </a:ext>
              </a:extLst>
            </p:cNvPr>
            <p:cNvSpPr/>
            <p:nvPr/>
          </p:nvSpPr>
          <p:spPr>
            <a:xfrm>
              <a:off x="4196775" y="2389800"/>
              <a:ext cx="126650" cy="14825"/>
            </a:xfrm>
            <a:custGeom>
              <a:avLst/>
              <a:gdLst/>
              <a:ahLst/>
              <a:cxnLst/>
              <a:rect l="l" t="t" r="r" b="b"/>
              <a:pathLst>
                <a:path w="5066" h="593" extrusionOk="0">
                  <a:moveTo>
                    <a:pt x="296" y="1"/>
                  </a:moveTo>
                  <a:cubicBezTo>
                    <a:pt x="149" y="1"/>
                    <a:pt x="1" y="112"/>
                    <a:pt x="1" y="297"/>
                  </a:cubicBezTo>
                  <a:cubicBezTo>
                    <a:pt x="1" y="444"/>
                    <a:pt x="149" y="592"/>
                    <a:pt x="296" y="592"/>
                  </a:cubicBezTo>
                  <a:lnTo>
                    <a:pt x="4770" y="592"/>
                  </a:lnTo>
                  <a:cubicBezTo>
                    <a:pt x="4955" y="592"/>
                    <a:pt x="5066" y="444"/>
                    <a:pt x="5066" y="297"/>
                  </a:cubicBezTo>
                  <a:cubicBezTo>
                    <a:pt x="5066" y="112"/>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5" name="Google Shape;2025;p37">
              <a:extLst>
                <a:ext uri="{FF2B5EF4-FFF2-40B4-BE49-F238E27FC236}">
                  <a16:creationId xmlns:a16="http://schemas.microsoft.com/office/drawing/2014/main" id="{65045FE9-4ECC-0848-99D9-5EDD723D1249}"/>
                </a:ext>
              </a:extLst>
            </p:cNvPr>
            <p:cNvSpPr/>
            <p:nvPr/>
          </p:nvSpPr>
          <p:spPr>
            <a:xfrm>
              <a:off x="3917650" y="2389800"/>
              <a:ext cx="247725" cy="14825"/>
            </a:xfrm>
            <a:custGeom>
              <a:avLst/>
              <a:gdLst/>
              <a:ahLst/>
              <a:cxnLst/>
              <a:rect l="l" t="t" r="r" b="b"/>
              <a:pathLst>
                <a:path w="9909" h="593" extrusionOk="0">
                  <a:moveTo>
                    <a:pt x="296" y="1"/>
                  </a:moveTo>
                  <a:cubicBezTo>
                    <a:pt x="148" y="1"/>
                    <a:pt x="1" y="112"/>
                    <a:pt x="1" y="297"/>
                  </a:cubicBezTo>
                  <a:cubicBezTo>
                    <a:pt x="1" y="444"/>
                    <a:pt x="148" y="592"/>
                    <a:pt x="296" y="592"/>
                  </a:cubicBezTo>
                  <a:lnTo>
                    <a:pt x="9613" y="592"/>
                  </a:lnTo>
                  <a:cubicBezTo>
                    <a:pt x="9798" y="592"/>
                    <a:pt x="9909" y="444"/>
                    <a:pt x="9909" y="297"/>
                  </a:cubicBezTo>
                  <a:cubicBezTo>
                    <a:pt x="9909" y="112"/>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2026;p37">
              <a:extLst>
                <a:ext uri="{FF2B5EF4-FFF2-40B4-BE49-F238E27FC236}">
                  <a16:creationId xmlns:a16="http://schemas.microsoft.com/office/drawing/2014/main" id="{7F797ACE-94A9-6A37-98BE-88A19D649353}"/>
                </a:ext>
              </a:extLst>
            </p:cNvPr>
            <p:cNvSpPr/>
            <p:nvPr/>
          </p:nvSpPr>
          <p:spPr>
            <a:xfrm>
              <a:off x="3805825" y="2389800"/>
              <a:ext cx="75800" cy="14825"/>
            </a:xfrm>
            <a:custGeom>
              <a:avLst/>
              <a:gdLst/>
              <a:ahLst/>
              <a:cxnLst/>
              <a:rect l="l" t="t" r="r" b="b"/>
              <a:pathLst>
                <a:path w="3032" h="593" extrusionOk="0">
                  <a:moveTo>
                    <a:pt x="333" y="1"/>
                  </a:moveTo>
                  <a:cubicBezTo>
                    <a:pt x="148" y="1"/>
                    <a:pt x="0" y="112"/>
                    <a:pt x="0" y="297"/>
                  </a:cubicBezTo>
                  <a:cubicBezTo>
                    <a:pt x="0" y="444"/>
                    <a:pt x="148" y="592"/>
                    <a:pt x="333" y="592"/>
                  </a:cubicBezTo>
                  <a:lnTo>
                    <a:pt x="2736" y="592"/>
                  </a:lnTo>
                  <a:cubicBezTo>
                    <a:pt x="2921" y="592"/>
                    <a:pt x="3032" y="444"/>
                    <a:pt x="3032" y="297"/>
                  </a:cubicBezTo>
                  <a:cubicBezTo>
                    <a:pt x="3032" y="112"/>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7" name="Google Shape;2027;p37">
              <a:extLst>
                <a:ext uri="{FF2B5EF4-FFF2-40B4-BE49-F238E27FC236}">
                  <a16:creationId xmlns:a16="http://schemas.microsoft.com/office/drawing/2014/main" id="{1B4230AA-D532-8B27-4549-344D56556349}"/>
                </a:ext>
              </a:extLst>
            </p:cNvPr>
            <p:cNvSpPr/>
            <p:nvPr/>
          </p:nvSpPr>
          <p:spPr>
            <a:xfrm>
              <a:off x="4015625" y="2457275"/>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2028;p37">
              <a:extLst>
                <a:ext uri="{FF2B5EF4-FFF2-40B4-BE49-F238E27FC236}">
                  <a16:creationId xmlns:a16="http://schemas.microsoft.com/office/drawing/2014/main" id="{97BAF9F9-E112-EAC5-5AB5-702810369D90}"/>
                </a:ext>
              </a:extLst>
            </p:cNvPr>
            <p:cNvSpPr/>
            <p:nvPr/>
          </p:nvSpPr>
          <p:spPr>
            <a:xfrm>
              <a:off x="3805825" y="2457275"/>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9" name="Google Shape;2029;p37">
              <a:extLst>
                <a:ext uri="{FF2B5EF4-FFF2-40B4-BE49-F238E27FC236}">
                  <a16:creationId xmlns:a16="http://schemas.microsoft.com/office/drawing/2014/main" id="{B9F33A4A-9511-AC80-63B5-F130A2098B9D}"/>
                </a:ext>
              </a:extLst>
            </p:cNvPr>
            <p:cNvSpPr/>
            <p:nvPr/>
          </p:nvSpPr>
          <p:spPr>
            <a:xfrm>
              <a:off x="4256850" y="2534000"/>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0" name="Google Shape;2030;p37">
              <a:extLst>
                <a:ext uri="{FF2B5EF4-FFF2-40B4-BE49-F238E27FC236}">
                  <a16:creationId xmlns:a16="http://schemas.microsoft.com/office/drawing/2014/main" id="{7050DB67-3E33-E1E2-266B-9CEEC3E63934}"/>
                </a:ext>
              </a:extLst>
            </p:cNvPr>
            <p:cNvSpPr/>
            <p:nvPr/>
          </p:nvSpPr>
          <p:spPr>
            <a:xfrm>
              <a:off x="4112675" y="2534000"/>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2031;p37">
              <a:extLst>
                <a:ext uri="{FF2B5EF4-FFF2-40B4-BE49-F238E27FC236}">
                  <a16:creationId xmlns:a16="http://schemas.microsoft.com/office/drawing/2014/main" id="{70726B6E-D6E2-F780-06C1-AED248437443}"/>
                </a:ext>
              </a:extLst>
            </p:cNvPr>
            <p:cNvSpPr/>
            <p:nvPr/>
          </p:nvSpPr>
          <p:spPr>
            <a:xfrm>
              <a:off x="3805825" y="2534000"/>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2032;p37">
              <a:extLst>
                <a:ext uri="{FF2B5EF4-FFF2-40B4-BE49-F238E27FC236}">
                  <a16:creationId xmlns:a16="http://schemas.microsoft.com/office/drawing/2014/main" id="{9371B9E2-1EF2-9D23-441A-6A05C9B9F5B2}"/>
                </a:ext>
              </a:extLst>
            </p:cNvPr>
            <p:cNvSpPr/>
            <p:nvPr/>
          </p:nvSpPr>
          <p:spPr>
            <a:xfrm>
              <a:off x="4047975" y="2611625"/>
              <a:ext cx="275450" cy="15750"/>
            </a:xfrm>
            <a:custGeom>
              <a:avLst/>
              <a:gdLst/>
              <a:ahLst/>
              <a:cxnLst/>
              <a:rect l="l" t="t" r="r" b="b"/>
              <a:pathLst>
                <a:path w="11018" h="630" extrusionOk="0">
                  <a:moveTo>
                    <a:pt x="296" y="1"/>
                  </a:moveTo>
                  <a:cubicBezTo>
                    <a:pt x="148" y="1"/>
                    <a:pt x="0" y="149"/>
                    <a:pt x="0" y="297"/>
                  </a:cubicBezTo>
                  <a:cubicBezTo>
                    <a:pt x="0" y="481"/>
                    <a:pt x="148" y="629"/>
                    <a:pt x="296" y="629"/>
                  </a:cubicBezTo>
                  <a:lnTo>
                    <a:pt x="10722" y="629"/>
                  </a:lnTo>
                  <a:cubicBezTo>
                    <a:pt x="10907" y="629"/>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3" name="Google Shape;2033;p37">
              <a:extLst>
                <a:ext uri="{FF2B5EF4-FFF2-40B4-BE49-F238E27FC236}">
                  <a16:creationId xmlns:a16="http://schemas.microsoft.com/office/drawing/2014/main" id="{38A4F713-2FC4-DF52-14D4-DD6717C4DE40}"/>
                </a:ext>
              </a:extLst>
            </p:cNvPr>
            <p:cNvSpPr/>
            <p:nvPr/>
          </p:nvSpPr>
          <p:spPr>
            <a:xfrm>
              <a:off x="3805825" y="2611625"/>
              <a:ext cx="201500" cy="15750"/>
            </a:xfrm>
            <a:custGeom>
              <a:avLst/>
              <a:gdLst/>
              <a:ahLst/>
              <a:cxnLst/>
              <a:rect l="l" t="t" r="r" b="b"/>
              <a:pathLst>
                <a:path w="8060" h="630" extrusionOk="0">
                  <a:moveTo>
                    <a:pt x="333" y="1"/>
                  </a:moveTo>
                  <a:cubicBezTo>
                    <a:pt x="148" y="1"/>
                    <a:pt x="0" y="149"/>
                    <a:pt x="0" y="297"/>
                  </a:cubicBezTo>
                  <a:cubicBezTo>
                    <a:pt x="0" y="481"/>
                    <a:pt x="148" y="629"/>
                    <a:pt x="333" y="629"/>
                  </a:cubicBezTo>
                  <a:lnTo>
                    <a:pt x="7764" y="629"/>
                  </a:lnTo>
                  <a:cubicBezTo>
                    <a:pt x="7949" y="629"/>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4" name="Google Shape;2034;p37">
              <a:extLst>
                <a:ext uri="{FF2B5EF4-FFF2-40B4-BE49-F238E27FC236}">
                  <a16:creationId xmlns:a16="http://schemas.microsoft.com/office/drawing/2014/main" id="{C0929739-0605-C373-C65F-8FFABF19BC46}"/>
                </a:ext>
              </a:extLst>
            </p:cNvPr>
            <p:cNvSpPr/>
            <p:nvPr/>
          </p:nvSpPr>
          <p:spPr>
            <a:xfrm>
              <a:off x="4196775" y="2688350"/>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2035;p37">
              <a:extLst>
                <a:ext uri="{FF2B5EF4-FFF2-40B4-BE49-F238E27FC236}">
                  <a16:creationId xmlns:a16="http://schemas.microsoft.com/office/drawing/2014/main" id="{80973C57-BB55-AE06-E7F1-7C8FFC7DBC83}"/>
                </a:ext>
              </a:extLst>
            </p:cNvPr>
            <p:cNvSpPr/>
            <p:nvPr/>
          </p:nvSpPr>
          <p:spPr>
            <a:xfrm>
              <a:off x="3917650" y="2688350"/>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6" name="Google Shape;2036;p37">
              <a:extLst>
                <a:ext uri="{FF2B5EF4-FFF2-40B4-BE49-F238E27FC236}">
                  <a16:creationId xmlns:a16="http://schemas.microsoft.com/office/drawing/2014/main" id="{35D66220-AA56-44F4-976F-E2C9C3899615}"/>
                </a:ext>
              </a:extLst>
            </p:cNvPr>
            <p:cNvSpPr/>
            <p:nvPr/>
          </p:nvSpPr>
          <p:spPr>
            <a:xfrm>
              <a:off x="3805825" y="2688350"/>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7" name="Google Shape;2037;p37">
              <a:extLst>
                <a:ext uri="{FF2B5EF4-FFF2-40B4-BE49-F238E27FC236}">
                  <a16:creationId xmlns:a16="http://schemas.microsoft.com/office/drawing/2014/main" id="{CBCFC265-A6F6-72CC-B1DF-E49D9425C33C}"/>
                </a:ext>
              </a:extLst>
            </p:cNvPr>
            <p:cNvSpPr/>
            <p:nvPr/>
          </p:nvSpPr>
          <p:spPr>
            <a:xfrm>
              <a:off x="4015625" y="2756750"/>
              <a:ext cx="307800" cy="14800"/>
            </a:xfrm>
            <a:custGeom>
              <a:avLst/>
              <a:gdLst/>
              <a:ahLst/>
              <a:cxnLst/>
              <a:rect l="l" t="t" r="r" b="b"/>
              <a:pathLst>
                <a:path w="12312" h="592" extrusionOk="0">
                  <a:moveTo>
                    <a:pt x="296" y="0"/>
                  </a:moveTo>
                  <a:cubicBezTo>
                    <a:pt x="111" y="0"/>
                    <a:pt x="0" y="111"/>
                    <a:pt x="0" y="296"/>
                  </a:cubicBezTo>
                  <a:cubicBezTo>
                    <a:pt x="0" y="481"/>
                    <a:pt x="111" y="592"/>
                    <a:pt x="296" y="592"/>
                  </a:cubicBezTo>
                  <a:lnTo>
                    <a:pt x="12016" y="592"/>
                  </a:lnTo>
                  <a:cubicBezTo>
                    <a:pt x="12201" y="592"/>
                    <a:pt x="12312" y="481"/>
                    <a:pt x="12312" y="296"/>
                  </a:cubicBezTo>
                  <a:cubicBezTo>
                    <a:pt x="12312" y="111"/>
                    <a:pt x="12201" y="0"/>
                    <a:pt x="1201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8" name="Google Shape;2038;p37">
              <a:extLst>
                <a:ext uri="{FF2B5EF4-FFF2-40B4-BE49-F238E27FC236}">
                  <a16:creationId xmlns:a16="http://schemas.microsoft.com/office/drawing/2014/main" id="{AF729E3C-3BFE-6CC7-AB1F-5E5F86D134A5}"/>
                </a:ext>
              </a:extLst>
            </p:cNvPr>
            <p:cNvSpPr/>
            <p:nvPr/>
          </p:nvSpPr>
          <p:spPr>
            <a:xfrm>
              <a:off x="3805825" y="2756750"/>
              <a:ext cx="118325" cy="14800"/>
            </a:xfrm>
            <a:custGeom>
              <a:avLst/>
              <a:gdLst/>
              <a:ahLst/>
              <a:cxnLst/>
              <a:rect l="l" t="t" r="r" b="b"/>
              <a:pathLst>
                <a:path w="4733" h="592" extrusionOk="0">
                  <a:moveTo>
                    <a:pt x="333" y="0"/>
                  </a:moveTo>
                  <a:cubicBezTo>
                    <a:pt x="148" y="0"/>
                    <a:pt x="0" y="111"/>
                    <a:pt x="0" y="296"/>
                  </a:cubicBezTo>
                  <a:cubicBezTo>
                    <a:pt x="0" y="481"/>
                    <a:pt x="148" y="592"/>
                    <a:pt x="333" y="592"/>
                  </a:cubicBezTo>
                  <a:lnTo>
                    <a:pt x="4400" y="592"/>
                  </a:lnTo>
                  <a:cubicBezTo>
                    <a:pt x="4584" y="592"/>
                    <a:pt x="4732" y="481"/>
                    <a:pt x="4732" y="296"/>
                  </a:cubicBezTo>
                  <a:cubicBezTo>
                    <a:pt x="4732" y="111"/>
                    <a:pt x="4584"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2039;p37">
              <a:extLst>
                <a:ext uri="{FF2B5EF4-FFF2-40B4-BE49-F238E27FC236}">
                  <a16:creationId xmlns:a16="http://schemas.microsoft.com/office/drawing/2014/main" id="{998158D0-A281-A06A-F03C-647326644C5A}"/>
                </a:ext>
              </a:extLst>
            </p:cNvPr>
            <p:cNvSpPr/>
            <p:nvPr/>
          </p:nvSpPr>
          <p:spPr>
            <a:xfrm>
              <a:off x="4256850" y="2833450"/>
              <a:ext cx="66575" cy="15750"/>
            </a:xfrm>
            <a:custGeom>
              <a:avLst/>
              <a:gdLst/>
              <a:ahLst/>
              <a:cxnLst/>
              <a:rect l="l" t="t" r="r" b="b"/>
              <a:pathLst>
                <a:path w="2663" h="630" extrusionOk="0">
                  <a:moveTo>
                    <a:pt x="334" y="1"/>
                  </a:moveTo>
                  <a:cubicBezTo>
                    <a:pt x="149" y="1"/>
                    <a:pt x="1" y="149"/>
                    <a:pt x="1" y="334"/>
                  </a:cubicBezTo>
                  <a:cubicBezTo>
                    <a:pt x="1" y="481"/>
                    <a:pt x="149" y="629"/>
                    <a:pt x="334" y="629"/>
                  </a:cubicBezTo>
                  <a:lnTo>
                    <a:pt x="2367" y="629"/>
                  </a:lnTo>
                  <a:cubicBezTo>
                    <a:pt x="2552" y="629"/>
                    <a:pt x="2663" y="481"/>
                    <a:pt x="2663" y="334"/>
                  </a:cubicBezTo>
                  <a:cubicBezTo>
                    <a:pt x="2663" y="149"/>
                    <a:pt x="2552" y="1"/>
                    <a:pt x="236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0" name="Google Shape;2040;p37">
              <a:extLst>
                <a:ext uri="{FF2B5EF4-FFF2-40B4-BE49-F238E27FC236}">
                  <a16:creationId xmlns:a16="http://schemas.microsoft.com/office/drawing/2014/main" id="{E57101E0-D9BA-3DB9-9C95-53A7D065292F}"/>
                </a:ext>
              </a:extLst>
            </p:cNvPr>
            <p:cNvSpPr/>
            <p:nvPr/>
          </p:nvSpPr>
          <p:spPr>
            <a:xfrm>
              <a:off x="4112675" y="2833450"/>
              <a:ext cx="118325" cy="15750"/>
            </a:xfrm>
            <a:custGeom>
              <a:avLst/>
              <a:gdLst/>
              <a:ahLst/>
              <a:cxnLst/>
              <a:rect l="l" t="t" r="r" b="b"/>
              <a:pathLst>
                <a:path w="4733" h="630" extrusionOk="0">
                  <a:moveTo>
                    <a:pt x="333" y="1"/>
                  </a:moveTo>
                  <a:cubicBezTo>
                    <a:pt x="148" y="1"/>
                    <a:pt x="0" y="149"/>
                    <a:pt x="0" y="334"/>
                  </a:cubicBezTo>
                  <a:cubicBezTo>
                    <a:pt x="0" y="481"/>
                    <a:pt x="148" y="629"/>
                    <a:pt x="333" y="629"/>
                  </a:cubicBezTo>
                  <a:lnTo>
                    <a:pt x="4400" y="629"/>
                  </a:lnTo>
                  <a:cubicBezTo>
                    <a:pt x="4585" y="629"/>
                    <a:pt x="4733" y="481"/>
                    <a:pt x="4733" y="334"/>
                  </a:cubicBezTo>
                  <a:cubicBezTo>
                    <a:pt x="4733" y="149"/>
                    <a:pt x="4585"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1" name="Google Shape;2041;p37">
              <a:extLst>
                <a:ext uri="{FF2B5EF4-FFF2-40B4-BE49-F238E27FC236}">
                  <a16:creationId xmlns:a16="http://schemas.microsoft.com/office/drawing/2014/main" id="{918398B8-391C-A23D-93DE-F1D830B39204}"/>
                </a:ext>
              </a:extLst>
            </p:cNvPr>
            <p:cNvSpPr/>
            <p:nvPr/>
          </p:nvSpPr>
          <p:spPr>
            <a:xfrm>
              <a:off x="3805825" y="2833450"/>
              <a:ext cx="253275" cy="15750"/>
            </a:xfrm>
            <a:custGeom>
              <a:avLst/>
              <a:gdLst/>
              <a:ahLst/>
              <a:cxnLst/>
              <a:rect l="l" t="t" r="r" b="b"/>
              <a:pathLst>
                <a:path w="10131" h="630" extrusionOk="0">
                  <a:moveTo>
                    <a:pt x="333" y="1"/>
                  </a:moveTo>
                  <a:cubicBezTo>
                    <a:pt x="148" y="1"/>
                    <a:pt x="0" y="149"/>
                    <a:pt x="0" y="334"/>
                  </a:cubicBezTo>
                  <a:cubicBezTo>
                    <a:pt x="0" y="481"/>
                    <a:pt x="148" y="629"/>
                    <a:pt x="333" y="629"/>
                  </a:cubicBezTo>
                  <a:lnTo>
                    <a:pt x="9797" y="629"/>
                  </a:lnTo>
                  <a:cubicBezTo>
                    <a:pt x="9982" y="629"/>
                    <a:pt x="10130" y="481"/>
                    <a:pt x="10130" y="334"/>
                  </a:cubicBezTo>
                  <a:cubicBezTo>
                    <a:pt x="10130" y="149"/>
                    <a:pt x="9982" y="1"/>
                    <a:pt x="979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2" name="Google Shape;2042;p37">
              <a:extLst>
                <a:ext uri="{FF2B5EF4-FFF2-40B4-BE49-F238E27FC236}">
                  <a16:creationId xmlns:a16="http://schemas.microsoft.com/office/drawing/2014/main" id="{10887962-8C28-6534-D05F-05A18418E525}"/>
                </a:ext>
              </a:extLst>
            </p:cNvPr>
            <p:cNvSpPr/>
            <p:nvPr/>
          </p:nvSpPr>
          <p:spPr>
            <a:xfrm>
              <a:off x="4047975" y="2911100"/>
              <a:ext cx="275450" cy="15725"/>
            </a:xfrm>
            <a:custGeom>
              <a:avLst/>
              <a:gdLst/>
              <a:ahLst/>
              <a:cxnLst/>
              <a:rect l="l" t="t" r="r" b="b"/>
              <a:pathLst>
                <a:path w="11018" h="629" extrusionOk="0">
                  <a:moveTo>
                    <a:pt x="296" y="0"/>
                  </a:moveTo>
                  <a:cubicBezTo>
                    <a:pt x="148" y="0"/>
                    <a:pt x="0" y="148"/>
                    <a:pt x="0" y="296"/>
                  </a:cubicBezTo>
                  <a:cubicBezTo>
                    <a:pt x="0" y="481"/>
                    <a:pt x="148" y="629"/>
                    <a:pt x="296" y="629"/>
                  </a:cubicBezTo>
                  <a:lnTo>
                    <a:pt x="10722" y="629"/>
                  </a:lnTo>
                  <a:cubicBezTo>
                    <a:pt x="10907" y="629"/>
                    <a:pt x="11018" y="481"/>
                    <a:pt x="11018" y="296"/>
                  </a:cubicBezTo>
                  <a:cubicBezTo>
                    <a:pt x="11018" y="148"/>
                    <a:pt x="10907" y="0"/>
                    <a:pt x="10722"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2043;p37">
              <a:extLst>
                <a:ext uri="{FF2B5EF4-FFF2-40B4-BE49-F238E27FC236}">
                  <a16:creationId xmlns:a16="http://schemas.microsoft.com/office/drawing/2014/main" id="{7DD27201-BDC5-96F4-892A-4E926401C4BD}"/>
                </a:ext>
              </a:extLst>
            </p:cNvPr>
            <p:cNvSpPr/>
            <p:nvPr/>
          </p:nvSpPr>
          <p:spPr>
            <a:xfrm>
              <a:off x="3805825" y="2911100"/>
              <a:ext cx="201500" cy="15725"/>
            </a:xfrm>
            <a:custGeom>
              <a:avLst/>
              <a:gdLst/>
              <a:ahLst/>
              <a:cxnLst/>
              <a:rect l="l" t="t" r="r" b="b"/>
              <a:pathLst>
                <a:path w="8060" h="629" extrusionOk="0">
                  <a:moveTo>
                    <a:pt x="333" y="0"/>
                  </a:moveTo>
                  <a:cubicBezTo>
                    <a:pt x="148" y="0"/>
                    <a:pt x="0" y="148"/>
                    <a:pt x="0" y="296"/>
                  </a:cubicBezTo>
                  <a:cubicBezTo>
                    <a:pt x="0" y="481"/>
                    <a:pt x="148" y="629"/>
                    <a:pt x="333" y="629"/>
                  </a:cubicBezTo>
                  <a:lnTo>
                    <a:pt x="7764" y="629"/>
                  </a:lnTo>
                  <a:cubicBezTo>
                    <a:pt x="7949" y="629"/>
                    <a:pt x="8060" y="481"/>
                    <a:pt x="8060" y="296"/>
                  </a:cubicBezTo>
                  <a:cubicBezTo>
                    <a:pt x="8060" y="148"/>
                    <a:pt x="7949" y="0"/>
                    <a:pt x="7764"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2044;p37">
              <a:extLst>
                <a:ext uri="{FF2B5EF4-FFF2-40B4-BE49-F238E27FC236}">
                  <a16:creationId xmlns:a16="http://schemas.microsoft.com/office/drawing/2014/main" id="{E685E441-3C99-EC56-B1F9-AF7FD27C4F00}"/>
                </a:ext>
              </a:extLst>
            </p:cNvPr>
            <p:cNvSpPr/>
            <p:nvPr/>
          </p:nvSpPr>
          <p:spPr>
            <a:xfrm>
              <a:off x="4196775" y="2987800"/>
              <a:ext cx="126650" cy="15750"/>
            </a:xfrm>
            <a:custGeom>
              <a:avLst/>
              <a:gdLst/>
              <a:ahLst/>
              <a:cxnLst/>
              <a:rect l="l" t="t" r="r" b="b"/>
              <a:pathLst>
                <a:path w="5066" h="630" extrusionOk="0">
                  <a:moveTo>
                    <a:pt x="296" y="1"/>
                  </a:moveTo>
                  <a:cubicBezTo>
                    <a:pt x="149" y="1"/>
                    <a:pt x="1" y="149"/>
                    <a:pt x="1" y="334"/>
                  </a:cubicBezTo>
                  <a:cubicBezTo>
                    <a:pt x="1" y="481"/>
                    <a:pt x="149" y="629"/>
                    <a:pt x="296" y="629"/>
                  </a:cubicBezTo>
                  <a:lnTo>
                    <a:pt x="4770" y="629"/>
                  </a:lnTo>
                  <a:cubicBezTo>
                    <a:pt x="4955" y="629"/>
                    <a:pt x="5066" y="481"/>
                    <a:pt x="5066" y="334"/>
                  </a:cubicBezTo>
                  <a:cubicBezTo>
                    <a:pt x="5066" y="149"/>
                    <a:pt x="4955" y="1"/>
                    <a:pt x="477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2045;p37">
              <a:extLst>
                <a:ext uri="{FF2B5EF4-FFF2-40B4-BE49-F238E27FC236}">
                  <a16:creationId xmlns:a16="http://schemas.microsoft.com/office/drawing/2014/main" id="{A5220C58-A9F2-B824-4C37-8933EE3D5E9E}"/>
                </a:ext>
              </a:extLst>
            </p:cNvPr>
            <p:cNvSpPr/>
            <p:nvPr/>
          </p:nvSpPr>
          <p:spPr>
            <a:xfrm>
              <a:off x="3917650" y="2987800"/>
              <a:ext cx="247725" cy="15750"/>
            </a:xfrm>
            <a:custGeom>
              <a:avLst/>
              <a:gdLst/>
              <a:ahLst/>
              <a:cxnLst/>
              <a:rect l="l" t="t" r="r" b="b"/>
              <a:pathLst>
                <a:path w="9909" h="630" extrusionOk="0">
                  <a:moveTo>
                    <a:pt x="296" y="1"/>
                  </a:moveTo>
                  <a:cubicBezTo>
                    <a:pt x="148" y="1"/>
                    <a:pt x="1" y="149"/>
                    <a:pt x="1" y="334"/>
                  </a:cubicBezTo>
                  <a:cubicBezTo>
                    <a:pt x="1" y="481"/>
                    <a:pt x="148" y="629"/>
                    <a:pt x="296" y="629"/>
                  </a:cubicBezTo>
                  <a:lnTo>
                    <a:pt x="9613" y="629"/>
                  </a:lnTo>
                  <a:cubicBezTo>
                    <a:pt x="9798" y="629"/>
                    <a:pt x="9909" y="481"/>
                    <a:pt x="9909" y="334"/>
                  </a:cubicBezTo>
                  <a:cubicBezTo>
                    <a:pt x="9909" y="149"/>
                    <a:pt x="9798" y="1"/>
                    <a:pt x="9613"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2046;p37">
              <a:extLst>
                <a:ext uri="{FF2B5EF4-FFF2-40B4-BE49-F238E27FC236}">
                  <a16:creationId xmlns:a16="http://schemas.microsoft.com/office/drawing/2014/main" id="{0A274FA7-34EE-3BCA-00E0-140D25FAC6A5}"/>
                </a:ext>
              </a:extLst>
            </p:cNvPr>
            <p:cNvSpPr/>
            <p:nvPr/>
          </p:nvSpPr>
          <p:spPr>
            <a:xfrm>
              <a:off x="3805825" y="2987800"/>
              <a:ext cx="75800" cy="15750"/>
            </a:xfrm>
            <a:custGeom>
              <a:avLst/>
              <a:gdLst/>
              <a:ahLst/>
              <a:cxnLst/>
              <a:rect l="l" t="t" r="r" b="b"/>
              <a:pathLst>
                <a:path w="3032" h="630" extrusionOk="0">
                  <a:moveTo>
                    <a:pt x="333" y="1"/>
                  </a:moveTo>
                  <a:cubicBezTo>
                    <a:pt x="148" y="1"/>
                    <a:pt x="0" y="149"/>
                    <a:pt x="0" y="334"/>
                  </a:cubicBezTo>
                  <a:cubicBezTo>
                    <a:pt x="0" y="481"/>
                    <a:pt x="148" y="629"/>
                    <a:pt x="333" y="629"/>
                  </a:cubicBezTo>
                  <a:lnTo>
                    <a:pt x="2736" y="629"/>
                  </a:lnTo>
                  <a:cubicBezTo>
                    <a:pt x="2921" y="629"/>
                    <a:pt x="3032" y="481"/>
                    <a:pt x="3032" y="334"/>
                  </a:cubicBezTo>
                  <a:cubicBezTo>
                    <a:pt x="3032" y="149"/>
                    <a:pt x="2921" y="1"/>
                    <a:pt x="273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2047;p37">
              <a:extLst>
                <a:ext uri="{FF2B5EF4-FFF2-40B4-BE49-F238E27FC236}">
                  <a16:creationId xmlns:a16="http://schemas.microsoft.com/office/drawing/2014/main" id="{4D202374-FCEE-51EA-8720-73F7CB4079A1}"/>
                </a:ext>
              </a:extLst>
            </p:cNvPr>
            <p:cNvSpPr/>
            <p:nvPr/>
          </p:nvSpPr>
          <p:spPr>
            <a:xfrm>
              <a:off x="4015625" y="3056200"/>
              <a:ext cx="307800" cy="14825"/>
            </a:xfrm>
            <a:custGeom>
              <a:avLst/>
              <a:gdLst/>
              <a:ahLst/>
              <a:cxnLst/>
              <a:rect l="l" t="t" r="r" b="b"/>
              <a:pathLst>
                <a:path w="12312" h="593" extrusionOk="0">
                  <a:moveTo>
                    <a:pt x="296" y="1"/>
                  </a:moveTo>
                  <a:cubicBezTo>
                    <a:pt x="111" y="1"/>
                    <a:pt x="0" y="112"/>
                    <a:pt x="0" y="296"/>
                  </a:cubicBezTo>
                  <a:cubicBezTo>
                    <a:pt x="0" y="481"/>
                    <a:pt x="111" y="592"/>
                    <a:pt x="296" y="592"/>
                  </a:cubicBezTo>
                  <a:lnTo>
                    <a:pt x="12016" y="592"/>
                  </a:lnTo>
                  <a:cubicBezTo>
                    <a:pt x="12201" y="592"/>
                    <a:pt x="12312" y="481"/>
                    <a:pt x="12312" y="296"/>
                  </a:cubicBezTo>
                  <a:cubicBezTo>
                    <a:pt x="12312" y="112"/>
                    <a:pt x="12201" y="1"/>
                    <a:pt x="12016"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2048;p37">
              <a:extLst>
                <a:ext uri="{FF2B5EF4-FFF2-40B4-BE49-F238E27FC236}">
                  <a16:creationId xmlns:a16="http://schemas.microsoft.com/office/drawing/2014/main" id="{40641968-453A-B70A-D0AD-ECC00989B71C}"/>
                </a:ext>
              </a:extLst>
            </p:cNvPr>
            <p:cNvSpPr/>
            <p:nvPr/>
          </p:nvSpPr>
          <p:spPr>
            <a:xfrm>
              <a:off x="3805825" y="3056200"/>
              <a:ext cx="118325" cy="14825"/>
            </a:xfrm>
            <a:custGeom>
              <a:avLst/>
              <a:gdLst/>
              <a:ahLst/>
              <a:cxnLst/>
              <a:rect l="l" t="t" r="r" b="b"/>
              <a:pathLst>
                <a:path w="4733" h="593" extrusionOk="0">
                  <a:moveTo>
                    <a:pt x="333" y="1"/>
                  </a:moveTo>
                  <a:cubicBezTo>
                    <a:pt x="148" y="1"/>
                    <a:pt x="0" y="112"/>
                    <a:pt x="0" y="296"/>
                  </a:cubicBezTo>
                  <a:cubicBezTo>
                    <a:pt x="0" y="481"/>
                    <a:pt x="148" y="592"/>
                    <a:pt x="333" y="592"/>
                  </a:cubicBezTo>
                  <a:lnTo>
                    <a:pt x="4400" y="592"/>
                  </a:lnTo>
                  <a:cubicBezTo>
                    <a:pt x="4584" y="592"/>
                    <a:pt x="4732" y="481"/>
                    <a:pt x="4732" y="296"/>
                  </a:cubicBezTo>
                  <a:cubicBezTo>
                    <a:pt x="4732" y="112"/>
                    <a:pt x="4584" y="1"/>
                    <a:pt x="4400"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2049;p37">
              <a:extLst>
                <a:ext uri="{FF2B5EF4-FFF2-40B4-BE49-F238E27FC236}">
                  <a16:creationId xmlns:a16="http://schemas.microsoft.com/office/drawing/2014/main" id="{64D305ED-6FB8-63B5-9E0D-2B3E113979D3}"/>
                </a:ext>
              </a:extLst>
            </p:cNvPr>
            <p:cNvSpPr/>
            <p:nvPr/>
          </p:nvSpPr>
          <p:spPr>
            <a:xfrm>
              <a:off x="4256850" y="3132925"/>
              <a:ext cx="66575" cy="15725"/>
            </a:xfrm>
            <a:custGeom>
              <a:avLst/>
              <a:gdLst/>
              <a:ahLst/>
              <a:cxnLst/>
              <a:rect l="l" t="t" r="r" b="b"/>
              <a:pathLst>
                <a:path w="2663" h="629" extrusionOk="0">
                  <a:moveTo>
                    <a:pt x="334" y="0"/>
                  </a:moveTo>
                  <a:cubicBezTo>
                    <a:pt x="149" y="0"/>
                    <a:pt x="1" y="148"/>
                    <a:pt x="1" y="333"/>
                  </a:cubicBezTo>
                  <a:cubicBezTo>
                    <a:pt x="1" y="481"/>
                    <a:pt x="149" y="629"/>
                    <a:pt x="334" y="629"/>
                  </a:cubicBezTo>
                  <a:lnTo>
                    <a:pt x="2367" y="629"/>
                  </a:lnTo>
                  <a:cubicBezTo>
                    <a:pt x="2552" y="629"/>
                    <a:pt x="2663" y="481"/>
                    <a:pt x="2663" y="333"/>
                  </a:cubicBezTo>
                  <a:cubicBezTo>
                    <a:pt x="2663" y="148"/>
                    <a:pt x="2552" y="0"/>
                    <a:pt x="236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2050;p37">
              <a:extLst>
                <a:ext uri="{FF2B5EF4-FFF2-40B4-BE49-F238E27FC236}">
                  <a16:creationId xmlns:a16="http://schemas.microsoft.com/office/drawing/2014/main" id="{383D5D0F-FDD9-DE5D-0B09-E890B7E330E4}"/>
                </a:ext>
              </a:extLst>
            </p:cNvPr>
            <p:cNvSpPr/>
            <p:nvPr/>
          </p:nvSpPr>
          <p:spPr>
            <a:xfrm>
              <a:off x="4112675" y="3132925"/>
              <a:ext cx="118325" cy="15725"/>
            </a:xfrm>
            <a:custGeom>
              <a:avLst/>
              <a:gdLst/>
              <a:ahLst/>
              <a:cxnLst/>
              <a:rect l="l" t="t" r="r" b="b"/>
              <a:pathLst>
                <a:path w="4733" h="629" extrusionOk="0">
                  <a:moveTo>
                    <a:pt x="333" y="0"/>
                  </a:moveTo>
                  <a:cubicBezTo>
                    <a:pt x="148" y="0"/>
                    <a:pt x="0" y="148"/>
                    <a:pt x="0" y="333"/>
                  </a:cubicBezTo>
                  <a:cubicBezTo>
                    <a:pt x="0" y="481"/>
                    <a:pt x="148" y="629"/>
                    <a:pt x="333" y="629"/>
                  </a:cubicBezTo>
                  <a:lnTo>
                    <a:pt x="4400" y="629"/>
                  </a:lnTo>
                  <a:cubicBezTo>
                    <a:pt x="4585" y="629"/>
                    <a:pt x="4733" y="481"/>
                    <a:pt x="4733" y="333"/>
                  </a:cubicBezTo>
                  <a:cubicBezTo>
                    <a:pt x="4733" y="148"/>
                    <a:pt x="4585" y="0"/>
                    <a:pt x="440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2051;p37">
              <a:extLst>
                <a:ext uri="{FF2B5EF4-FFF2-40B4-BE49-F238E27FC236}">
                  <a16:creationId xmlns:a16="http://schemas.microsoft.com/office/drawing/2014/main" id="{354B080A-A3B3-A6AC-376D-38436E9197D0}"/>
                </a:ext>
              </a:extLst>
            </p:cNvPr>
            <p:cNvSpPr/>
            <p:nvPr/>
          </p:nvSpPr>
          <p:spPr>
            <a:xfrm>
              <a:off x="3805825" y="3132925"/>
              <a:ext cx="253275" cy="15725"/>
            </a:xfrm>
            <a:custGeom>
              <a:avLst/>
              <a:gdLst/>
              <a:ahLst/>
              <a:cxnLst/>
              <a:rect l="l" t="t" r="r" b="b"/>
              <a:pathLst>
                <a:path w="10131" h="629" extrusionOk="0">
                  <a:moveTo>
                    <a:pt x="333" y="0"/>
                  </a:moveTo>
                  <a:cubicBezTo>
                    <a:pt x="148" y="0"/>
                    <a:pt x="0" y="148"/>
                    <a:pt x="0" y="333"/>
                  </a:cubicBezTo>
                  <a:cubicBezTo>
                    <a:pt x="0" y="481"/>
                    <a:pt x="148" y="629"/>
                    <a:pt x="333" y="629"/>
                  </a:cubicBezTo>
                  <a:lnTo>
                    <a:pt x="9797" y="629"/>
                  </a:lnTo>
                  <a:cubicBezTo>
                    <a:pt x="9982" y="629"/>
                    <a:pt x="10130" y="481"/>
                    <a:pt x="10130" y="333"/>
                  </a:cubicBezTo>
                  <a:cubicBezTo>
                    <a:pt x="10130" y="148"/>
                    <a:pt x="9982" y="0"/>
                    <a:pt x="979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2052;p37">
              <a:extLst>
                <a:ext uri="{FF2B5EF4-FFF2-40B4-BE49-F238E27FC236}">
                  <a16:creationId xmlns:a16="http://schemas.microsoft.com/office/drawing/2014/main" id="{43A5D4F2-38F7-F7F2-B057-9BA76ABFE715}"/>
                </a:ext>
              </a:extLst>
            </p:cNvPr>
            <p:cNvSpPr/>
            <p:nvPr/>
          </p:nvSpPr>
          <p:spPr>
            <a:xfrm>
              <a:off x="4047975" y="3210550"/>
              <a:ext cx="275450" cy="14825"/>
            </a:xfrm>
            <a:custGeom>
              <a:avLst/>
              <a:gdLst/>
              <a:ahLst/>
              <a:cxnLst/>
              <a:rect l="l" t="t" r="r" b="b"/>
              <a:pathLst>
                <a:path w="11018" h="593" extrusionOk="0">
                  <a:moveTo>
                    <a:pt x="296" y="1"/>
                  </a:moveTo>
                  <a:cubicBezTo>
                    <a:pt x="148" y="1"/>
                    <a:pt x="0" y="149"/>
                    <a:pt x="0" y="297"/>
                  </a:cubicBezTo>
                  <a:cubicBezTo>
                    <a:pt x="0" y="481"/>
                    <a:pt x="148" y="592"/>
                    <a:pt x="296" y="592"/>
                  </a:cubicBezTo>
                  <a:lnTo>
                    <a:pt x="10722" y="592"/>
                  </a:lnTo>
                  <a:cubicBezTo>
                    <a:pt x="10907" y="592"/>
                    <a:pt x="11018" y="481"/>
                    <a:pt x="11018" y="297"/>
                  </a:cubicBezTo>
                  <a:cubicBezTo>
                    <a:pt x="11018" y="149"/>
                    <a:pt x="10907" y="1"/>
                    <a:pt x="1072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2053;p37">
              <a:extLst>
                <a:ext uri="{FF2B5EF4-FFF2-40B4-BE49-F238E27FC236}">
                  <a16:creationId xmlns:a16="http://schemas.microsoft.com/office/drawing/2014/main" id="{52A01F96-CAF4-A2C8-89A2-062F5AEC5542}"/>
                </a:ext>
              </a:extLst>
            </p:cNvPr>
            <p:cNvSpPr/>
            <p:nvPr/>
          </p:nvSpPr>
          <p:spPr>
            <a:xfrm>
              <a:off x="3805825" y="3210550"/>
              <a:ext cx="201500" cy="14825"/>
            </a:xfrm>
            <a:custGeom>
              <a:avLst/>
              <a:gdLst/>
              <a:ahLst/>
              <a:cxnLst/>
              <a:rect l="l" t="t" r="r" b="b"/>
              <a:pathLst>
                <a:path w="8060" h="593" extrusionOk="0">
                  <a:moveTo>
                    <a:pt x="333" y="1"/>
                  </a:moveTo>
                  <a:cubicBezTo>
                    <a:pt x="148" y="1"/>
                    <a:pt x="0" y="149"/>
                    <a:pt x="0" y="297"/>
                  </a:cubicBezTo>
                  <a:cubicBezTo>
                    <a:pt x="0" y="481"/>
                    <a:pt x="148" y="592"/>
                    <a:pt x="333" y="592"/>
                  </a:cubicBezTo>
                  <a:lnTo>
                    <a:pt x="7764" y="592"/>
                  </a:lnTo>
                  <a:cubicBezTo>
                    <a:pt x="7949" y="592"/>
                    <a:pt x="8060" y="481"/>
                    <a:pt x="8060" y="297"/>
                  </a:cubicBezTo>
                  <a:cubicBezTo>
                    <a:pt x="8060" y="149"/>
                    <a:pt x="7949" y="1"/>
                    <a:pt x="7764"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2054;p37">
              <a:extLst>
                <a:ext uri="{FF2B5EF4-FFF2-40B4-BE49-F238E27FC236}">
                  <a16:creationId xmlns:a16="http://schemas.microsoft.com/office/drawing/2014/main" id="{07AD89DD-499E-08CB-2E89-44C0D9559EE2}"/>
                </a:ext>
              </a:extLst>
            </p:cNvPr>
            <p:cNvSpPr/>
            <p:nvPr/>
          </p:nvSpPr>
          <p:spPr>
            <a:xfrm>
              <a:off x="4196775" y="3287275"/>
              <a:ext cx="126650" cy="15725"/>
            </a:xfrm>
            <a:custGeom>
              <a:avLst/>
              <a:gdLst/>
              <a:ahLst/>
              <a:cxnLst/>
              <a:rect l="l" t="t" r="r" b="b"/>
              <a:pathLst>
                <a:path w="5066" h="629" extrusionOk="0">
                  <a:moveTo>
                    <a:pt x="296" y="0"/>
                  </a:moveTo>
                  <a:cubicBezTo>
                    <a:pt x="149" y="0"/>
                    <a:pt x="1" y="148"/>
                    <a:pt x="1" y="333"/>
                  </a:cubicBezTo>
                  <a:cubicBezTo>
                    <a:pt x="1" y="481"/>
                    <a:pt x="149" y="629"/>
                    <a:pt x="296" y="629"/>
                  </a:cubicBezTo>
                  <a:lnTo>
                    <a:pt x="4770" y="629"/>
                  </a:lnTo>
                  <a:cubicBezTo>
                    <a:pt x="4955" y="629"/>
                    <a:pt x="5066" y="481"/>
                    <a:pt x="5066" y="333"/>
                  </a:cubicBezTo>
                  <a:cubicBezTo>
                    <a:pt x="5066" y="148"/>
                    <a:pt x="4955" y="0"/>
                    <a:pt x="477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2055;p37">
              <a:extLst>
                <a:ext uri="{FF2B5EF4-FFF2-40B4-BE49-F238E27FC236}">
                  <a16:creationId xmlns:a16="http://schemas.microsoft.com/office/drawing/2014/main" id="{F3964DD1-B704-10F1-7DFC-D5AA5A0D67AE}"/>
                </a:ext>
              </a:extLst>
            </p:cNvPr>
            <p:cNvSpPr/>
            <p:nvPr/>
          </p:nvSpPr>
          <p:spPr>
            <a:xfrm>
              <a:off x="3917650" y="3287275"/>
              <a:ext cx="247725" cy="15725"/>
            </a:xfrm>
            <a:custGeom>
              <a:avLst/>
              <a:gdLst/>
              <a:ahLst/>
              <a:cxnLst/>
              <a:rect l="l" t="t" r="r" b="b"/>
              <a:pathLst>
                <a:path w="9909" h="629" extrusionOk="0">
                  <a:moveTo>
                    <a:pt x="296" y="0"/>
                  </a:moveTo>
                  <a:cubicBezTo>
                    <a:pt x="148" y="0"/>
                    <a:pt x="1" y="148"/>
                    <a:pt x="1" y="333"/>
                  </a:cubicBezTo>
                  <a:cubicBezTo>
                    <a:pt x="1" y="481"/>
                    <a:pt x="148" y="629"/>
                    <a:pt x="296" y="629"/>
                  </a:cubicBezTo>
                  <a:lnTo>
                    <a:pt x="9613" y="629"/>
                  </a:lnTo>
                  <a:cubicBezTo>
                    <a:pt x="9798" y="629"/>
                    <a:pt x="9909" y="481"/>
                    <a:pt x="9909" y="333"/>
                  </a:cubicBezTo>
                  <a:cubicBezTo>
                    <a:pt x="9909" y="148"/>
                    <a:pt x="9798" y="0"/>
                    <a:pt x="961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2056;p37">
              <a:extLst>
                <a:ext uri="{FF2B5EF4-FFF2-40B4-BE49-F238E27FC236}">
                  <a16:creationId xmlns:a16="http://schemas.microsoft.com/office/drawing/2014/main" id="{C0BED8A0-7B9B-0FDE-9B66-2A76306C6E8B}"/>
                </a:ext>
              </a:extLst>
            </p:cNvPr>
            <p:cNvSpPr/>
            <p:nvPr/>
          </p:nvSpPr>
          <p:spPr>
            <a:xfrm>
              <a:off x="3805825" y="3287275"/>
              <a:ext cx="75800" cy="15725"/>
            </a:xfrm>
            <a:custGeom>
              <a:avLst/>
              <a:gdLst/>
              <a:ahLst/>
              <a:cxnLst/>
              <a:rect l="l" t="t" r="r" b="b"/>
              <a:pathLst>
                <a:path w="3032" h="629" extrusionOk="0">
                  <a:moveTo>
                    <a:pt x="333" y="0"/>
                  </a:moveTo>
                  <a:cubicBezTo>
                    <a:pt x="148" y="0"/>
                    <a:pt x="0" y="148"/>
                    <a:pt x="0" y="333"/>
                  </a:cubicBezTo>
                  <a:cubicBezTo>
                    <a:pt x="0" y="481"/>
                    <a:pt x="148" y="629"/>
                    <a:pt x="333" y="629"/>
                  </a:cubicBezTo>
                  <a:lnTo>
                    <a:pt x="2736" y="629"/>
                  </a:lnTo>
                  <a:cubicBezTo>
                    <a:pt x="2921" y="629"/>
                    <a:pt x="3032" y="481"/>
                    <a:pt x="3032" y="333"/>
                  </a:cubicBezTo>
                  <a:cubicBezTo>
                    <a:pt x="3032" y="148"/>
                    <a:pt x="2921" y="0"/>
                    <a:pt x="27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2057;p37">
              <a:extLst>
                <a:ext uri="{FF2B5EF4-FFF2-40B4-BE49-F238E27FC236}">
                  <a16:creationId xmlns:a16="http://schemas.microsoft.com/office/drawing/2014/main" id="{A19DF500-694C-129F-9355-A2B6D34228CE}"/>
                </a:ext>
              </a:extLst>
            </p:cNvPr>
            <p:cNvSpPr/>
            <p:nvPr/>
          </p:nvSpPr>
          <p:spPr>
            <a:xfrm>
              <a:off x="1700350" y="3333475"/>
              <a:ext cx="69325" cy="154400"/>
            </a:xfrm>
            <a:custGeom>
              <a:avLst/>
              <a:gdLst/>
              <a:ahLst/>
              <a:cxnLst/>
              <a:rect l="l" t="t" r="r" b="b"/>
              <a:pathLst>
                <a:path w="2773" h="6176" extrusionOk="0">
                  <a:moveTo>
                    <a:pt x="0" y="1"/>
                  </a:moveTo>
                  <a:lnTo>
                    <a:pt x="0" y="6175"/>
                  </a:lnTo>
                  <a:lnTo>
                    <a:pt x="2773" y="6175"/>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2058;p37">
              <a:extLst>
                <a:ext uri="{FF2B5EF4-FFF2-40B4-BE49-F238E27FC236}">
                  <a16:creationId xmlns:a16="http://schemas.microsoft.com/office/drawing/2014/main" id="{4F8D7C23-54F2-8597-4E11-5B41FE2604D9}"/>
                </a:ext>
              </a:extLst>
            </p:cNvPr>
            <p:cNvSpPr/>
            <p:nvPr/>
          </p:nvSpPr>
          <p:spPr>
            <a:xfrm>
              <a:off x="1838975" y="3401875"/>
              <a:ext cx="69350" cy="86000"/>
            </a:xfrm>
            <a:custGeom>
              <a:avLst/>
              <a:gdLst/>
              <a:ahLst/>
              <a:cxnLst/>
              <a:rect l="l" t="t" r="r" b="b"/>
              <a:pathLst>
                <a:path w="2774" h="3440" extrusionOk="0">
                  <a:moveTo>
                    <a:pt x="1" y="1"/>
                  </a:moveTo>
                  <a:lnTo>
                    <a:pt x="1" y="3439"/>
                  </a:lnTo>
                  <a:lnTo>
                    <a:pt x="2774" y="3439"/>
                  </a:lnTo>
                  <a:lnTo>
                    <a:pt x="2774"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2059;p37">
              <a:extLst>
                <a:ext uri="{FF2B5EF4-FFF2-40B4-BE49-F238E27FC236}">
                  <a16:creationId xmlns:a16="http://schemas.microsoft.com/office/drawing/2014/main" id="{9546E165-4D2A-6CED-5191-B7BB26995ED2}"/>
                </a:ext>
              </a:extLst>
            </p:cNvPr>
            <p:cNvSpPr/>
            <p:nvPr/>
          </p:nvSpPr>
          <p:spPr>
            <a:xfrm>
              <a:off x="1977625" y="3441625"/>
              <a:ext cx="69350" cy="46250"/>
            </a:xfrm>
            <a:custGeom>
              <a:avLst/>
              <a:gdLst/>
              <a:ahLst/>
              <a:cxnLst/>
              <a:rect l="l" t="t" r="r" b="b"/>
              <a:pathLst>
                <a:path w="2774" h="1850" extrusionOk="0">
                  <a:moveTo>
                    <a:pt x="0" y="0"/>
                  </a:moveTo>
                  <a:lnTo>
                    <a:pt x="0" y="1849"/>
                  </a:lnTo>
                  <a:lnTo>
                    <a:pt x="2773" y="1849"/>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2060;p37">
              <a:extLst>
                <a:ext uri="{FF2B5EF4-FFF2-40B4-BE49-F238E27FC236}">
                  <a16:creationId xmlns:a16="http://schemas.microsoft.com/office/drawing/2014/main" id="{06734DFB-E14B-8AEC-7CFA-843C2A7790A9}"/>
                </a:ext>
              </a:extLst>
            </p:cNvPr>
            <p:cNvSpPr/>
            <p:nvPr/>
          </p:nvSpPr>
          <p:spPr>
            <a:xfrm>
              <a:off x="2116250" y="3378775"/>
              <a:ext cx="69350" cy="109100"/>
            </a:xfrm>
            <a:custGeom>
              <a:avLst/>
              <a:gdLst/>
              <a:ahLst/>
              <a:cxnLst/>
              <a:rect l="l" t="t" r="r" b="b"/>
              <a:pathLst>
                <a:path w="2774" h="4364" extrusionOk="0">
                  <a:moveTo>
                    <a:pt x="1" y="0"/>
                  </a:moveTo>
                  <a:lnTo>
                    <a:pt x="1" y="4363"/>
                  </a:lnTo>
                  <a:lnTo>
                    <a:pt x="2774" y="4363"/>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2061;p37">
              <a:extLst>
                <a:ext uri="{FF2B5EF4-FFF2-40B4-BE49-F238E27FC236}">
                  <a16:creationId xmlns:a16="http://schemas.microsoft.com/office/drawing/2014/main" id="{A1854085-C3A8-0C50-6FDE-AAE831FCA9AE}"/>
                </a:ext>
              </a:extLst>
            </p:cNvPr>
            <p:cNvSpPr/>
            <p:nvPr/>
          </p:nvSpPr>
          <p:spPr>
            <a:xfrm>
              <a:off x="2254900" y="3418525"/>
              <a:ext cx="69350" cy="69350"/>
            </a:xfrm>
            <a:custGeom>
              <a:avLst/>
              <a:gdLst/>
              <a:ahLst/>
              <a:cxnLst/>
              <a:rect l="l" t="t" r="r" b="b"/>
              <a:pathLst>
                <a:path w="2774" h="2774" extrusionOk="0">
                  <a:moveTo>
                    <a:pt x="0" y="0"/>
                  </a:moveTo>
                  <a:lnTo>
                    <a:pt x="0" y="2773"/>
                  </a:lnTo>
                  <a:lnTo>
                    <a:pt x="2773" y="2773"/>
                  </a:lnTo>
                  <a:lnTo>
                    <a:pt x="2773"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2062;p37">
              <a:extLst>
                <a:ext uri="{FF2B5EF4-FFF2-40B4-BE49-F238E27FC236}">
                  <a16:creationId xmlns:a16="http://schemas.microsoft.com/office/drawing/2014/main" id="{3714C7CE-38CA-0B0C-FE16-651D7A217847}"/>
                </a:ext>
              </a:extLst>
            </p:cNvPr>
            <p:cNvSpPr/>
            <p:nvPr/>
          </p:nvSpPr>
          <p:spPr>
            <a:xfrm>
              <a:off x="2393550" y="3373225"/>
              <a:ext cx="69325" cy="114650"/>
            </a:xfrm>
            <a:custGeom>
              <a:avLst/>
              <a:gdLst/>
              <a:ahLst/>
              <a:cxnLst/>
              <a:rect l="l" t="t" r="r" b="b"/>
              <a:pathLst>
                <a:path w="2773" h="4586" extrusionOk="0">
                  <a:moveTo>
                    <a:pt x="0" y="1"/>
                  </a:moveTo>
                  <a:lnTo>
                    <a:pt x="0" y="4585"/>
                  </a:lnTo>
                  <a:lnTo>
                    <a:pt x="2773" y="458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2063;p37">
              <a:extLst>
                <a:ext uri="{FF2B5EF4-FFF2-40B4-BE49-F238E27FC236}">
                  <a16:creationId xmlns:a16="http://schemas.microsoft.com/office/drawing/2014/main" id="{4EF674DC-D7C7-17AE-C834-7F9D0E16347C}"/>
                </a:ext>
              </a:extLst>
            </p:cNvPr>
            <p:cNvSpPr/>
            <p:nvPr/>
          </p:nvSpPr>
          <p:spPr>
            <a:xfrm>
              <a:off x="2532175" y="3468425"/>
              <a:ext cx="69350" cy="19450"/>
            </a:xfrm>
            <a:custGeom>
              <a:avLst/>
              <a:gdLst/>
              <a:ahLst/>
              <a:cxnLst/>
              <a:rect l="l" t="t" r="r" b="b"/>
              <a:pathLst>
                <a:path w="2774" h="778" extrusionOk="0">
                  <a:moveTo>
                    <a:pt x="1" y="1"/>
                  </a:moveTo>
                  <a:lnTo>
                    <a:pt x="1" y="777"/>
                  </a:lnTo>
                  <a:lnTo>
                    <a:pt x="2773" y="777"/>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2064;p37">
              <a:extLst>
                <a:ext uri="{FF2B5EF4-FFF2-40B4-BE49-F238E27FC236}">
                  <a16:creationId xmlns:a16="http://schemas.microsoft.com/office/drawing/2014/main" id="{43F0BBDB-D5B3-5A65-1AF1-65926D34DA57}"/>
                </a:ext>
              </a:extLst>
            </p:cNvPr>
            <p:cNvSpPr/>
            <p:nvPr/>
          </p:nvSpPr>
          <p:spPr>
            <a:xfrm>
              <a:off x="2670825" y="3333475"/>
              <a:ext cx="69350" cy="154400"/>
            </a:xfrm>
            <a:custGeom>
              <a:avLst/>
              <a:gdLst/>
              <a:ahLst/>
              <a:cxnLst/>
              <a:rect l="l" t="t" r="r" b="b"/>
              <a:pathLst>
                <a:path w="2774" h="6176" extrusionOk="0">
                  <a:moveTo>
                    <a:pt x="0" y="1"/>
                  </a:moveTo>
                  <a:lnTo>
                    <a:pt x="0"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2065;p37">
              <a:extLst>
                <a:ext uri="{FF2B5EF4-FFF2-40B4-BE49-F238E27FC236}">
                  <a16:creationId xmlns:a16="http://schemas.microsoft.com/office/drawing/2014/main" id="{FAB2FBF9-23DC-4776-892D-B2784B9C7137}"/>
                </a:ext>
              </a:extLst>
            </p:cNvPr>
            <p:cNvSpPr/>
            <p:nvPr/>
          </p:nvSpPr>
          <p:spPr>
            <a:xfrm>
              <a:off x="2809450" y="3431450"/>
              <a:ext cx="69350" cy="56425"/>
            </a:xfrm>
            <a:custGeom>
              <a:avLst/>
              <a:gdLst/>
              <a:ahLst/>
              <a:cxnLst/>
              <a:rect l="l" t="t" r="r" b="b"/>
              <a:pathLst>
                <a:path w="2774" h="2257" extrusionOk="0">
                  <a:moveTo>
                    <a:pt x="1" y="1"/>
                  </a:moveTo>
                  <a:lnTo>
                    <a:pt x="1" y="2256"/>
                  </a:lnTo>
                  <a:lnTo>
                    <a:pt x="2774" y="2256"/>
                  </a:lnTo>
                  <a:lnTo>
                    <a:pt x="2774"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2066;p37">
              <a:extLst>
                <a:ext uri="{FF2B5EF4-FFF2-40B4-BE49-F238E27FC236}">
                  <a16:creationId xmlns:a16="http://schemas.microsoft.com/office/drawing/2014/main" id="{0B7C38AB-76B5-B2B4-F7C0-BE1635BA8171}"/>
                </a:ext>
              </a:extLst>
            </p:cNvPr>
            <p:cNvSpPr/>
            <p:nvPr/>
          </p:nvSpPr>
          <p:spPr>
            <a:xfrm>
              <a:off x="2948100" y="3465650"/>
              <a:ext cx="69350" cy="22225"/>
            </a:xfrm>
            <a:custGeom>
              <a:avLst/>
              <a:gdLst/>
              <a:ahLst/>
              <a:cxnLst/>
              <a:rect l="l" t="t" r="r" b="b"/>
              <a:pathLst>
                <a:path w="2774" h="889" extrusionOk="0">
                  <a:moveTo>
                    <a:pt x="0" y="1"/>
                  </a:moveTo>
                  <a:lnTo>
                    <a:pt x="0" y="888"/>
                  </a:lnTo>
                  <a:lnTo>
                    <a:pt x="2773" y="888"/>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2067;p37">
              <a:extLst>
                <a:ext uri="{FF2B5EF4-FFF2-40B4-BE49-F238E27FC236}">
                  <a16:creationId xmlns:a16="http://schemas.microsoft.com/office/drawing/2014/main" id="{DB2A9D3A-094A-FBA5-214F-14D8B64BE9F1}"/>
                </a:ext>
              </a:extLst>
            </p:cNvPr>
            <p:cNvSpPr/>
            <p:nvPr/>
          </p:nvSpPr>
          <p:spPr>
            <a:xfrm>
              <a:off x="3086750" y="3437000"/>
              <a:ext cx="69325" cy="50875"/>
            </a:xfrm>
            <a:custGeom>
              <a:avLst/>
              <a:gdLst/>
              <a:ahLst/>
              <a:cxnLst/>
              <a:rect l="l" t="t" r="r" b="b"/>
              <a:pathLst>
                <a:path w="2773" h="2035" extrusionOk="0">
                  <a:moveTo>
                    <a:pt x="0" y="1"/>
                  </a:moveTo>
                  <a:lnTo>
                    <a:pt x="0" y="2034"/>
                  </a:lnTo>
                  <a:lnTo>
                    <a:pt x="2773" y="2034"/>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2068;p37">
              <a:extLst>
                <a:ext uri="{FF2B5EF4-FFF2-40B4-BE49-F238E27FC236}">
                  <a16:creationId xmlns:a16="http://schemas.microsoft.com/office/drawing/2014/main" id="{F66D019E-FBF5-6299-E96E-75A5C23AB65C}"/>
                </a:ext>
              </a:extLst>
            </p:cNvPr>
            <p:cNvSpPr/>
            <p:nvPr/>
          </p:nvSpPr>
          <p:spPr>
            <a:xfrm>
              <a:off x="3225375" y="3333475"/>
              <a:ext cx="69350" cy="154400"/>
            </a:xfrm>
            <a:custGeom>
              <a:avLst/>
              <a:gdLst/>
              <a:ahLst/>
              <a:cxnLst/>
              <a:rect l="l" t="t" r="r" b="b"/>
              <a:pathLst>
                <a:path w="2774" h="6176" extrusionOk="0">
                  <a:moveTo>
                    <a:pt x="1" y="1"/>
                  </a:moveTo>
                  <a:lnTo>
                    <a:pt x="1" y="6175"/>
                  </a:lnTo>
                  <a:lnTo>
                    <a:pt x="2773" y="6175"/>
                  </a:lnTo>
                  <a:lnTo>
                    <a:pt x="2773" y="1"/>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2069;p37">
              <a:extLst>
                <a:ext uri="{FF2B5EF4-FFF2-40B4-BE49-F238E27FC236}">
                  <a16:creationId xmlns:a16="http://schemas.microsoft.com/office/drawing/2014/main" id="{1ECB4732-549F-6557-626A-9D4D829CA637}"/>
                </a:ext>
              </a:extLst>
            </p:cNvPr>
            <p:cNvSpPr/>
            <p:nvPr/>
          </p:nvSpPr>
          <p:spPr>
            <a:xfrm>
              <a:off x="3364025" y="3364900"/>
              <a:ext cx="69325" cy="122975"/>
            </a:xfrm>
            <a:custGeom>
              <a:avLst/>
              <a:gdLst/>
              <a:ahLst/>
              <a:cxnLst/>
              <a:rect l="l" t="t" r="r" b="b"/>
              <a:pathLst>
                <a:path w="2773" h="4919" extrusionOk="0">
                  <a:moveTo>
                    <a:pt x="0" y="1"/>
                  </a:moveTo>
                  <a:lnTo>
                    <a:pt x="0" y="4918"/>
                  </a:lnTo>
                  <a:lnTo>
                    <a:pt x="2773" y="4918"/>
                  </a:lnTo>
                  <a:lnTo>
                    <a:pt x="277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2070;p37">
              <a:extLst>
                <a:ext uri="{FF2B5EF4-FFF2-40B4-BE49-F238E27FC236}">
                  <a16:creationId xmlns:a16="http://schemas.microsoft.com/office/drawing/2014/main" id="{91DE9343-4D3B-9A3D-CC5F-F7D239E057DB}"/>
                </a:ext>
              </a:extLst>
            </p:cNvPr>
            <p:cNvSpPr/>
            <p:nvPr/>
          </p:nvSpPr>
          <p:spPr>
            <a:xfrm>
              <a:off x="3502650" y="3386175"/>
              <a:ext cx="69350" cy="101700"/>
            </a:xfrm>
            <a:custGeom>
              <a:avLst/>
              <a:gdLst/>
              <a:ahLst/>
              <a:cxnLst/>
              <a:rect l="l" t="t" r="r" b="b"/>
              <a:pathLst>
                <a:path w="2774" h="4068" extrusionOk="0">
                  <a:moveTo>
                    <a:pt x="1" y="0"/>
                  </a:moveTo>
                  <a:lnTo>
                    <a:pt x="1" y="4067"/>
                  </a:lnTo>
                  <a:lnTo>
                    <a:pt x="2774" y="4067"/>
                  </a:lnTo>
                  <a:lnTo>
                    <a:pt x="277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2071;p37">
              <a:extLst>
                <a:ext uri="{FF2B5EF4-FFF2-40B4-BE49-F238E27FC236}">
                  <a16:creationId xmlns:a16="http://schemas.microsoft.com/office/drawing/2014/main" id="{81F6F279-45D3-CCDD-C3CF-A9406C1ACFE7}"/>
                </a:ext>
              </a:extLst>
            </p:cNvPr>
            <p:cNvSpPr/>
            <p:nvPr/>
          </p:nvSpPr>
          <p:spPr>
            <a:xfrm>
              <a:off x="3855725" y="1244650"/>
              <a:ext cx="170100" cy="822625"/>
            </a:xfrm>
            <a:custGeom>
              <a:avLst/>
              <a:gdLst/>
              <a:ahLst/>
              <a:cxnLst/>
              <a:rect l="l" t="t" r="r" b="b"/>
              <a:pathLst>
                <a:path w="6804" h="32905" extrusionOk="0">
                  <a:moveTo>
                    <a:pt x="296" y="0"/>
                  </a:moveTo>
                  <a:cubicBezTo>
                    <a:pt x="222" y="0"/>
                    <a:pt x="148" y="37"/>
                    <a:pt x="111" y="74"/>
                  </a:cubicBezTo>
                  <a:cubicBezTo>
                    <a:pt x="38" y="148"/>
                    <a:pt x="1" y="222"/>
                    <a:pt x="1" y="296"/>
                  </a:cubicBezTo>
                  <a:lnTo>
                    <a:pt x="1" y="32571"/>
                  </a:lnTo>
                  <a:cubicBezTo>
                    <a:pt x="1" y="32756"/>
                    <a:pt x="148" y="32904"/>
                    <a:pt x="296" y="32904"/>
                  </a:cubicBezTo>
                  <a:cubicBezTo>
                    <a:pt x="481" y="32904"/>
                    <a:pt x="629" y="32756"/>
                    <a:pt x="629" y="32571"/>
                  </a:cubicBezTo>
                  <a:lnTo>
                    <a:pt x="629" y="629"/>
                  </a:lnTo>
                  <a:lnTo>
                    <a:pt x="6507" y="629"/>
                  </a:lnTo>
                  <a:cubicBezTo>
                    <a:pt x="6655" y="629"/>
                    <a:pt x="6803" y="481"/>
                    <a:pt x="6803" y="296"/>
                  </a:cubicBezTo>
                  <a:cubicBezTo>
                    <a:pt x="6803" y="148"/>
                    <a:pt x="6655" y="0"/>
                    <a:pt x="650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2072;p37">
              <a:extLst>
                <a:ext uri="{FF2B5EF4-FFF2-40B4-BE49-F238E27FC236}">
                  <a16:creationId xmlns:a16="http://schemas.microsoft.com/office/drawing/2014/main" id="{54DE3DF9-5147-0484-F713-C26742A54072}"/>
                </a:ext>
              </a:extLst>
            </p:cNvPr>
            <p:cNvSpPr/>
            <p:nvPr/>
          </p:nvSpPr>
          <p:spPr>
            <a:xfrm>
              <a:off x="4130225" y="1239100"/>
              <a:ext cx="302275" cy="14800"/>
            </a:xfrm>
            <a:custGeom>
              <a:avLst/>
              <a:gdLst/>
              <a:ahLst/>
              <a:cxnLst/>
              <a:rect l="l" t="t" r="r" b="b"/>
              <a:pathLst>
                <a:path w="12091" h="592" extrusionOk="0">
                  <a:moveTo>
                    <a:pt x="334" y="0"/>
                  </a:moveTo>
                  <a:cubicBezTo>
                    <a:pt x="149" y="0"/>
                    <a:pt x="1" y="148"/>
                    <a:pt x="1" y="296"/>
                  </a:cubicBezTo>
                  <a:cubicBezTo>
                    <a:pt x="1" y="481"/>
                    <a:pt x="149" y="592"/>
                    <a:pt x="334" y="592"/>
                  </a:cubicBezTo>
                  <a:lnTo>
                    <a:pt x="11757" y="592"/>
                  </a:lnTo>
                  <a:cubicBezTo>
                    <a:pt x="11942" y="592"/>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2073;p37">
              <a:extLst>
                <a:ext uri="{FF2B5EF4-FFF2-40B4-BE49-F238E27FC236}">
                  <a16:creationId xmlns:a16="http://schemas.microsoft.com/office/drawing/2014/main" id="{A95E4F5A-135C-5BF6-93EA-257440F52722}"/>
                </a:ext>
              </a:extLst>
            </p:cNvPr>
            <p:cNvSpPr/>
            <p:nvPr/>
          </p:nvSpPr>
          <p:spPr>
            <a:xfrm>
              <a:off x="4130225" y="13306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2074;p37">
              <a:extLst>
                <a:ext uri="{FF2B5EF4-FFF2-40B4-BE49-F238E27FC236}">
                  <a16:creationId xmlns:a16="http://schemas.microsoft.com/office/drawing/2014/main" id="{34D03F02-35B4-B674-A592-57215F21206A}"/>
                </a:ext>
              </a:extLst>
            </p:cNvPr>
            <p:cNvSpPr/>
            <p:nvPr/>
          </p:nvSpPr>
          <p:spPr>
            <a:xfrm>
              <a:off x="4130225" y="1422100"/>
              <a:ext cx="302275" cy="15725"/>
            </a:xfrm>
            <a:custGeom>
              <a:avLst/>
              <a:gdLst/>
              <a:ahLst/>
              <a:cxnLst/>
              <a:rect l="l" t="t" r="r" b="b"/>
              <a:pathLst>
                <a:path w="12091" h="629" extrusionOk="0">
                  <a:moveTo>
                    <a:pt x="334" y="0"/>
                  </a:moveTo>
                  <a:cubicBezTo>
                    <a:pt x="149" y="0"/>
                    <a:pt x="1" y="148"/>
                    <a:pt x="1" y="296"/>
                  </a:cubicBezTo>
                  <a:cubicBezTo>
                    <a:pt x="1" y="481"/>
                    <a:pt x="149" y="629"/>
                    <a:pt x="334" y="629"/>
                  </a:cubicBezTo>
                  <a:lnTo>
                    <a:pt x="11757" y="629"/>
                  </a:lnTo>
                  <a:cubicBezTo>
                    <a:pt x="11942" y="629"/>
                    <a:pt x="12090" y="481"/>
                    <a:pt x="12090" y="296"/>
                  </a:cubicBezTo>
                  <a:cubicBezTo>
                    <a:pt x="12090" y="148"/>
                    <a:pt x="11942" y="0"/>
                    <a:pt x="11757"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2075;p37">
              <a:extLst>
                <a:ext uri="{FF2B5EF4-FFF2-40B4-BE49-F238E27FC236}">
                  <a16:creationId xmlns:a16="http://schemas.microsoft.com/office/drawing/2014/main" id="{481FD8D6-C650-C522-94BA-C188F6A3021F}"/>
                </a:ext>
              </a:extLst>
            </p:cNvPr>
            <p:cNvSpPr/>
            <p:nvPr/>
          </p:nvSpPr>
          <p:spPr>
            <a:xfrm>
              <a:off x="1709575" y="4545200"/>
              <a:ext cx="317975" cy="15750"/>
            </a:xfrm>
            <a:custGeom>
              <a:avLst/>
              <a:gdLst/>
              <a:ahLst/>
              <a:cxnLst/>
              <a:rect l="l" t="t" r="r" b="b"/>
              <a:pathLst>
                <a:path w="12719" h="630" extrusionOk="0">
                  <a:moveTo>
                    <a:pt x="297" y="1"/>
                  </a:moveTo>
                  <a:cubicBezTo>
                    <a:pt x="112" y="1"/>
                    <a:pt x="1" y="148"/>
                    <a:pt x="1" y="296"/>
                  </a:cubicBezTo>
                  <a:cubicBezTo>
                    <a:pt x="1" y="481"/>
                    <a:pt x="112" y="629"/>
                    <a:pt x="297" y="629"/>
                  </a:cubicBezTo>
                  <a:lnTo>
                    <a:pt x="12423" y="629"/>
                  </a:lnTo>
                  <a:cubicBezTo>
                    <a:pt x="12608" y="629"/>
                    <a:pt x="12719" y="481"/>
                    <a:pt x="12719" y="296"/>
                  </a:cubicBezTo>
                  <a:cubicBezTo>
                    <a:pt x="12719" y="148"/>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2076;p37">
              <a:extLst>
                <a:ext uri="{FF2B5EF4-FFF2-40B4-BE49-F238E27FC236}">
                  <a16:creationId xmlns:a16="http://schemas.microsoft.com/office/drawing/2014/main" id="{E4F5CEB5-46EF-AE15-C1C4-1811B0CC046E}"/>
                </a:ext>
              </a:extLst>
            </p:cNvPr>
            <p:cNvSpPr/>
            <p:nvPr/>
          </p:nvSpPr>
          <p:spPr>
            <a:xfrm>
              <a:off x="1709575" y="4631150"/>
              <a:ext cx="317975" cy="15750"/>
            </a:xfrm>
            <a:custGeom>
              <a:avLst/>
              <a:gdLst/>
              <a:ahLst/>
              <a:cxnLst/>
              <a:rect l="l" t="t" r="r" b="b"/>
              <a:pathLst>
                <a:path w="12719" h="630" extrusionOk="0">
                  <a:moveTo>
                    <a:pt x="297" y="1"/>
                  </a:moveTo>
                  <a:cubicBezTo>
                    <a:pt x="112" y="1"/>
                    <a:pt x="1" y="149"/>
                    <a:pt x="1" y="297"/>
                  </a:cubicBezTo>
                  <a:cubicBezTo>
                    <a:pt x="1" y="481"/>
                    <a:pt x="112" y="629"/>
                    <a:pt x="297" y="629"/>
                  </a:cubicBezTo>
                  <a:lnTo>
                    <a:pt x="12423" y="629"/>
                  </a:lnTo>
                  <a:cubicBezTo>
                    <a:pt x="12608" y="629"/>
                    <a:pt x="12719" y="481"/>
                    <a:pt x="12719" y="297"/>
                  </a:cubicBezTo>
                  <a:cubicBezTo>
                    <a:pt x="12719" y="149"/>
                    <a:pt x="12608" y="1"/>
                    <a:pt x="1242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2077;p37">
              <a:extLst>
                <a:ext uri="{FF2B5EF4-FFF2-40B4-BE49-F238E27FC236}">
                  <a16:creationId xmlns:a16="http://schemas.microsoft.com/office/drawing/2014/main" id="{86692E8B-2B28-7C43-D50F-170B87573851}"/>
                </a:ext>
              </a:extLst>
            </p:cNvPr>
            <p:cNvSpPr/>
            <p:nvPr/>
          </p:nvSpPr>
          <p:spPr>
            <a:xfrm>
              <a:off x="1709575" y="4717125"/>
              <a:ext cx="317975" cy="15725"/>
            </a:xfrm>
            <a:custGeom>
              <a:avLst/>
              <a:gdLst/>
              <a:ahLst/>
              <a:cxnLst/>
              <a:rect l="l" t="t" r="r" b="b"/>
              <a:pathLst>
                <a:path w="12719" h="629" extrusionOk="0">
                  <a:moveTo>
                    <a:pt x="297" y="0"/>
                  </a:moveTo>
                  <a:cubicBezTo>
                    <a:pt x="112" y="0"/>
                    <a:pt x="1" y="148"/>
                    <a:pt x="1" y="296"/>
                  </a:cubicBezTo>
                  <a:cubicBezTo>
                    <a:pt x="1" y="481"/>
                    <a:pt x="112" y="629"/>
                    <a:pt x="297" y="629"/>
                  </a:cubicBezTo>
                  <a:lnTo>
                    <a:pt x="12423" y="629"/>
                  </a:lnTo>
                  <a:cubicBezTo>
                    <a:pt x="12608" y="629"/>
                    <a:pt x="12719" y="481"/>
                    <a:pt x="12719" y="296"/>
                  </a:cubicBezTo>
                  <a:cubicBezTo>
                    <a:pt x="12719" y="148"/>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2078;p37">
              <a:extLst>
                <a:ext uri="{FF2B5EF4-FFF2-40B4-BE49-F238E27FC236}">
                  <a16:creationId xmlns:a16="http://schemas.microsoft.com/office/drawing/2014/main" id="{2678A9B8-9E17-2098-D313-F8B4DBDB0497}"/>
                </a:ext>
              </a:extLst>
            </p:cNvPr>
            <p:cNvSpPr/>
            <p:nvPr/>
          </p:nvSpPr>
          <p:spPr>
            <a:xfrm>
              <a:off x="1709575" y="4803075"/>
              <a:ext cx="317975" cy="14800"/>
            </a:xfrm>
            <a:custGeom>
              <a:avLst/>
              <a:gdLst/>
              <a:ahLst/>
              <a:cxnLst/>
              <a:rect l="l" t="t" r="r" b="b"/>
              <a:pathLst>
                <a:path w="12719" h="592" extrusionOk="0">
                  <a:moveTo>
                    <a:pt x="297" y="0"/>
                  </a:moveTo>
                  <a:cubicBezTo>
                    <a:pt x="112" y="0"/>
                    <a:pt x="1" y="111"/>
                    <a:pt x="1" y="296"/>
                  </a:cubicBezTo>
                  <a:cubicBezTo>
                    <a:pt x="1" y="481"/>
                    <a:pt x="112" y="592"/>
                    <a:pt x="297" y="592"/>
                  </a:cubicBezTo>
                  <a:lnTo>
                    <a:pt x="12423" y="592"/>
                  </a:lnTo>
                  <a:cubicBezTo>
                    <a:pt x="12608" y="592"/>
                    <a:pt x="12719" y="481"/>
                    <a:pt x="12719" y="296"/>
                  </a:cubicBezTo>
                  <a:cubicBezTo>
                    <a:pt x="12719" y="111"/>
                    <a:pt x="12608" y="0"/>
                    <a:pt x="124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2079;p37">
              <a:extLst>
                <a:ext uri="{FF2B5EF4-FFF2-40B4-BE49-F238E27FC236}">
                  <a16:creationId xmlns:a16="http://schemas.microsoft.com/office/drawing/2014/main" id="{697FDBDB-BDD7-5CE3-CCB5-7C3863D126B6}"/>
                </a:ext>
              </a:extLst>
            </p:cNvPr>
            <p:cNvSpPr/>
            <p:nvPr/>
          </p:nvSpPr>
          <p:spPr>
            <a:xfrm>
              <a:off x="2163400" y="3753100"/>
              <a:ext cx="949250" cy="949250"/>
            </a:xfrm>
            <a:custGeom>
              <a:avLst/>
              <a:gdLst/>
              <a:ahLst/>
              <a:cxnLst/>
              <a:rect l="l" t="t" r="r" b="b"/>
              <a:pathLst>
                <a:path w="37970" h="37970" extrusionOk="0">
                  <a:moveTo>
                    <a:pt x="19003" y="1"/>
                  </a:moveTo>
                  <a:cubicBezTo>
                    <a:pt x="8504" y="1"/>
                    <a:pt x="0" y="8504"/>
                    <a:pt x="0" y="19004"/>
                  </a:cubicBezTo>
                  <a:cubicBezTo>
                    <a:pt x="0" y="29466"/>
                    <a:pt x="8504" y="37970"/>
                    <a:pt x="19003" y="37970"/>
                  </a:cubicBezTo>
                  <a:cubicBezTo>
                    <a:pt x="29466" y="37970"/>
                    <a:pt x="37969" y="29466"/>
                    <a:pt x="37969" y="19004"/>
                  </a:cubicBezTo>
                  <a:cubicBezTo>
                    <a:pt x="37969" y="8504"/>
                    <a:pt x="29466" y="1"/>
                    <a:pt x="190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2080;p37">
              <a:extLst>
                <a:ext uri="{FF2B5EF4-FFF2-40B4-BE49-F238E27FC236}">
                  <a16:creationId xmlns:a16="http://schemas.microsoft.com/office/drawing/2014/main" id="{51AC7E39-5679-1A0A-8DC5-A9564A56A72A}"/>
                </a:ext>
              </a:extLst>
            </p:cNvPr>
            <p:cNvSpPr/>
            <p:nvPr/>
          </p:nvSpPr>
          <p:spPr>
            <a:xfrm>
              <a:off x="2155075" y="3744775"/>
              <a:ext cx="965875" cy="965900"/>
            </a:xfrm>
            <a:custGeom>
              <a:avLst/>
              <a:gdLst/>
              <a:ahLst/>
              <a:cxnLst/>
              <a:rect l="l" t="t" r="r" b="b"/>
              <a:pathLst>
                <a:path w="38635" h="38636" extrusionOk="0">
                  <a:moveTo>
                    <a:pt x="19336" y="629"/>
                  </a:moveTo>
                  <a:cubicBezTo>
                    <a:pt x="24475" y="629"/>
                    <a:pt x="29133" y="2737"/>
                    <a:pt x="32535" y="6101"/>
                  </a:cubicBezTo>
                  <a:cubicBezTo>
                    <a:pt x="35899" y="9502"/>
                    <a:pt x="38006" y="14161"/>
                    <a:pt x="38006" y="19337"/>
                  </a:cubicBezTo>
                  <a:cubicBezTo>
                    <a:pt x="38006" y="24476"/>
                    <a:pt x="35899" y="29171"/>
                    <a:pt x="32535" y="32535"/>
                  </a:cubicBezTo>
                  <a:cubicBezTo>
                    <a:pt x="29133" y="35936"/>
                    <a:pt x="24475" y="38007"/>
                    <a:pt x="19336" y="38007"/>
                  </a:cubicBezTo>
                  <a:cubicBezTo>
                    <a:pt x="14160" y="38007"/>
                    <a:pt x="9502" y="35936"/>
                    <a:pt x="6101" y="32535"/>
                  </a:cubicBezTo>
                  <a:cubicBezTo>
                    <a:pt x="2736" y="29171"/>
                    <a:pt x="629" y="24476"/>
                    <a:pt x="629" y="19337"/>
                  </a:cubicBezTo>
                  <a:cubicBezTo>
                    <a:pt x="629" y="14161"/>
                    <a:pt x="2736" y="9502"/>
                    <a:pt x="6101" y="6101"/>
                  </a:cubicBezTo>
                  <a:cubicBezTo>
                    <a:pt x="9502" y="2737"/>
                    <a:pt x="14160" y="629"/>
                    <a:pt x="19336" y="629"/>
                  </a:cubicBezTo>
                  <a:close/>
                  <a:moveTo>
                    <a:pt x="19336" y="1"/>
                  </a:moveTo>
                  <a:cubicBezTo>
                    <a:pt x="8652" y="1"/>
                    <a:pt x="1" y="8652"/>
                    <a:pt x="1" y="19337"/>
                  </a:cubicBezTo>
                  <a:cubicBezTo>
                    <a:pt x="1" y="29984"/>
                    <a:pt x="8652" y="38635"/>
                    <a:pt x="19336" y="38635"/>
                  </a:cubicBezTo>
                  <a:cubicBezTo>
                    <a:pt x="29984" y="38635"/>
                    <a:pt x="38635" y="29984"/>
                    <a:pt x="38635" y="19337"/>
                  </a:cubicBezTo>
                  <a:cubicBezTo>
                    <a:pt x="38635" y="8652"/>
                    <a:pt x="29984" y="1"/>
                    <a:pt x="1933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2081;p37">
              <a:extLst>
                <a:ext uri="{FF2B5EF4-FFF2-40B4-BE49-F238E27FC236}">
                  <a16:creationId xmlns:a16="http://schemas.microsoft.com/office/drawing/2014/main" id="{68AB6F8F-CE73-6ED6-5665-662E50AF9044}"/>
                </a:ext>
              </a:extLst>
            </p:cNvPr>
            <p:cNvSpPr/>
            <p:nvPr/>
          </p:nvSpPr>
          <p:spPr>
            <a:xfrm>
              <a:off x="2283550" y="3873250"/>
              <a:ext cx="708950" cy="708950"/>
            </a:xfrm>
            <a:custGeom>
              <a:avLst/>
              <a:gdLst/>
              <a:ahLst/>
              <a:cxnLst/>
              <a:rect l="l" t="t" r="r" b="b"/>
              <a:pathLst>
                <a:path w="28358" h="28358" extrusionOk="0">
                  <a:moveTo>
                    <a:pt x="14197" y="1"/>
                  </a:moveTo>
                  <a:cubicBezTo>
                    <a:pt x="6360" y="1"/>
                    <a:pt x="1" y="6360"/>
                    <a:pt x="1" y="14198"/>
                  </a:cubicBezTo>
                  <a:cubicBezTo>
                    <a:pt x="1" y="22035"/>
                    <a:pt x="6360" y="28357"/>
                    <a:pt x="14197" y="28357"/>
                  </a:cubicBezTo>
                  <a:cubicBezTo>
                    <a:pt x="22035" y="28357"/>
                    <a:pt x="28357" y="22035"/>
                    <a:pt x="28357" y="14198"/>
                  </a:cubicBezTo>
                  <a:cubicBezTo>
                    <a:pt x="28357" y="6360"/>
                    <a:pt x="22035" y="1"/>
                    <a:pt x="1419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0" name="Google Shape;2082;p37">
              <a:extLst>
                <a:ext uri="{FF2B5EF4-FFF2-40B4-BE49-F238E27FC236}">
                  <a16:creationId xmlns:a16="http://schemas.microsoft.com/office/drawing/2014/main" id="{AC5C1DD6-3552-9F6A-99A2-2D209A4022CD}"/>
                </a:ext>
              </a:extLst>
            </p:cNvPr>
            <p:cNvSpPr/>
            <p:nvPr/>
          </p:nvSpPr>
          <p:spPr>
            <a:xfrm>
              <a:off x="2275225" y="3864950"/>
              <a:ext cx="725575" cy="725575"/>
            </a:xfrm>
            <a:custGeom>
              <a:avLst/>
              <a:gdLst/>
              <a:ahLst/>
              <a:cxnLst/>
              <a:rect l="l" t="t" r="r" b="b"/>
              <a:pathLst>
                <a:path w="29023" h="29023" extrusionOk="0">
                  <a:moveTo>
                    <a:pt x="14530" y="629"/>
                  </a:moveTo>
                  <a:cubicBezTo>
                    <a:pt x="18338" y="629"/>
                    <a:pt x="21813" y="2181"/>
                    <a:pt x="24327" y="4695"/>
                  </a:cubicBezTo>
                  <a:cubicBezTo>
                    <a:pt x="26841" y="7209"/>
                    <a:pt x="28394" y="10685"/>
                    <a:pt x="28394" y="14530"/>
                  </a:cubicBezTo>
                  <a:cubicBezTo>
                    <a:pt x="28394" y="18338"/>
                    <a:pt x="26841" y="21813"/>
                    <a:pt x="24327" y="24327"/>
                  </a:cubicBezTo>
                  <a:cubicBezTo>
                    <a:pt x="21813" y="26841"/>
                    <a:pt x="18338" y="28394"/>
                    <a:pt x="14530" y="28394"/>
                  </a:cubicBezTo>
                  <a:cubicBezTo>
                    <a:pt x="10685" y="28394"/>
                    <a:pt x="7210" y="26841"/>
                    <a:pt x="4696" y="24327"/>
                  </a:cubicBezTo>
                  <a:cubicBezTo>
                    <a:pt x="2182" y="21813"/>
                    <a:pt x="629" y="18338"/>
                    <a:pt x="629" y="14530"/>
                  </a:cubicBezTo>
                  <a:cubicBezTo>
                    <a:pt x="629" y="10685"/>
                    <a:pt x="2182" y="7209"/>
                    <a:pt x="4696" y="4695"/>
                  </a:cubicBezTo>
                  <a:cubicBezTo>
                    <a:pt x="7210" y="2181"/>
                    <a:pt x="10685" y="629"/>
                    <a:pt x="14530" y="629"/>
                  </a:cubicBezTo>
                  <a:close/>
                  <a:moveTo>
                    <a:pt x="14530" y="0"/>
                  </a:moveTo>
                  <a:cubicBezTo>
                    <a:pt x="6508" y="0"/>
                    <a:pt x="1" y="6507"/>
                    <a:pt x="1" y="14530"/>
                  </a:cubicBezTo>
                  <a:cubicBezTo>
                    <a:pt x="1" y="22515"/>
                    <a:pt x="6508" y="29022"/>
                    <a:pt x="14530" y="29022"/>
                  </a:cubicBezTo>
                  <a:cubicBezTo>
                    <a:pt x="22516" y="29022"/>
                    <a:pt x="29023" y="22515"/>
                    <a:pt x="29023" y="14530"/>
                  </a:cubicBezTo>
                  <a:cubicBezTo>
                    <a:pt x="29023" y="6507"/>
                    <a:pt x="22516" y="0"/>
                    <a:pt x="1453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1" name="Google Shape;2083;p37">
              <a:extLst>
                <a:ext uri="{FF2B5EF4-FFF2-40B4-BE49-F238E27FC236}">
                  <a16:creationId xmlns:a16="http://schemas.microsoft.com/office/drawing/2014/main" id="{B3C53D9C-2036-1F11-DB74-94937AF3C71E}"/>
                </a:ext>
              </a:extLst>
            </p:cNvPr>
            <p:cNvSpPr/>
            <p:nvPr/>
          </p:nvSpPr>
          <p:spPr>
            <a:xfrm>
              <a:off x="2413875" y="4003575"/>
              <a:ext cx="448300" cy="448300"/>
            </a:xfrm>
            <a:custGeom>
              <a:avLst/>
              <a:gdLst/>
              <a:ahLst/>
              <a:cxnLst/>
              <a:rect l="l" t="t" r="r" b="b"/>
              <a:pathLst>
                <a:path w="17932" h="17932" extrusionOk="0">
                  <a:moveTo>
                    <a:pt x="8984" y="1"/>
                  </a:moveTo>
                  <a:cubicBezTo>
                    <a:pt x="4030" y="1"/>
                    <a:pt x="0" y="4030"/>
                    <a:pt x="0" y="8985"/>
                  </a:cubicBezTo>
                  <a:cubicBezTo>
                    <a:pt x="0" y="13902"/>
                    <a:pt x="4030" y="17931"/>
                    <a:pt x="8984" y="17931"/>
                  </a:cubicBezTo>
                  <a:cubicBezTo>
                    <a:pt x="13901" y="17931"/>
                    <a:pt x="17931" y="13902"/>
                    <a:pt x="17931" y="8985"/>
                  </a:cubicBezTo>
                  <a:cubicBezTo>
                    <a:pt x="17931" y="4030"/>
                    <a:pt x="13901" y="1"/>
                    <a:pt x="8984"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2" name="Google Shape;2084;p37">
              <a:extLst>
                <a:ext uri="{FF2B5EF4-FFF2-40B4-BE49-F238E27FC236}">
                  <a16:creationId xmlns:a16="http://schemas.microsoft.com/office/drawing/2014/main" id="{7F749F18-B12D-9B82-A29B-8BEA77F9E485}"/>
                </a:ext>
              </a:extLst>
            </p:cNvPr>
            <p:cNvSpPr/>
            <p:nvPr/>
          </p:nvSpPr>
          <p:spPr>
            <a:xfrm>
              <a:off x="2406475" y="3996175"/>
              <a:ext cx="463075" cy="463100"/>
            </a:xfrm>
            <a:custGeom>
              <a:avLst/>
              <a:gdLst/>
              <a:ahLst/>
              <a:cxnLst/>
              <a:rect l="l" t="t" r="r" b="b"/>
              <a:pathLst>
                <a:path w="18523" h="18524" extrusionOk="0">
                  <a:moveTo>
                    <a:pt x="9280" y="592"/>
                  </a:moveTo>
                  <a:cubicBezTo>
                    <a:pt x="11646" y="592"/>
                    <a:pt x="13828" y="1591"/>
                    <a:pt x="15380" y="3143"/>
                  </a:cubicBezTo>
                  <a:cubicBezTo>
                    <a:pt x="16933" y="4696"/>
                    <a:pt x="17931" y="6877"/>
                    <a:pt x="17931" y="9281"/>
                  </a:cubicBezTo>
                  <a:cubicBezTo>
                    <a:pt x="17931" y="11647"/>
                    <a:pt x="16933" y="13828"/>
                    <a:pt x="15380" y="15381"/>
                  </a:cubicBezTo>
                  <a:cubicBezTo>
                    <a:pt x="13828" y="16934"/>
                    <a:pt x="11646" y="17932"/>
                    <a:pt x="9280" y="17932"/>
                  </a:cubicBezTo>
                  <a:cubicBezTo>
                    <a:pt x="6877" y="17932"/>
                    <a:pt x="4696" y="16934"/>
                    <a:pt x="3143" y="15381"/>
                  </a:cubicBezTo>
                  <a:cubicBezTo>
                    <a:pt x="1590" y="13828"/>
                    <a:pt x="592" y="11647"/>
                    <a:pt x="592" y="9281"/>
                  </a:cubicBezTo>
                  <a:cubicBezTo>
                    <a:pt x="592" y="6877"/>
                    <a:pt x="1590" y="4696"/>
                    <a:pt x="3143" y="3143"/>
                  </a:cubicBezTo>
                  <a:cubicBezTo>
                    <a:pt x="4696" y="1591"/>
                    <a:pt x="6877" y="592"/>
                    <a:pt x="9280" y="592"/>
                  </a:cubicBezTo>
                  <a:close/>
                  <a:moveTo>
                    <a:pt x="9280" y="1"/>
                  </a:moveTo>
                  <a:cubicBezTo>
                    <a:pt x="4141" y="1"/>
                    <a:pt x="1" y="4142"/>
                    <a:pt x="1" y="9281"/>
                  </a:cubicBezTo>
                  <a:cubicBezTo>
                    <a:pt x="1" y="14383"/>
                    <a:pt x="4141" y="18523"/>
                    <a:pt x="9280" y="18523"/>
                  </a:cubicBezTo>
                  <a:cubicBezTo>
                    <a:pt x="14382" y="18523"/>
                    <a:pt x="18523" y="14383"/>
                    <a:pt x="18523" y="9281"/>
                  </a:cubicBezTo>
                  <a:cubicBezTo>
                    <a:pt x="18523" y="4142"/>
                    <a:pt x="14382" y="1"/>
                    <a:pt x="92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3" name="Google Shape;2085;p37">
              <a:extLst>
                <a:ext uri="{FF2B5EF4-FFF2-40B4-BE49-F238E27FC236}">
                  <a16:creationId xmlns:a16="http://schemas.microsoft.com/office/drawing/2014/main" id="{9D54CBAC-B68B-4A9D-80D0-2EFD0FC0D005}"/>
                </a:ext>
              </a:extLst>
            </p:cNvPr>
            <p:cNvSpPr/>
            <p:nvPr/>
          </p:nvSpPr>
          <p:spPr>
            <a:xfrm>
              <a:off x="1636575" y="3993425"/>
              <a:ext cx="469550" cy="468625"/>
            </a:xfrm>
            <a:custGeom>
              <a:avLst/>
              <a:gdLst/>
              <a:ahLst/>
              <a:cxnLst/>
              <a:rect l="l" t="t" r="r" b="b"/>
              <a:pathLst>
                <a:path w="18782" h="18745" extrusionOk="0">
                  <a:moveTo>
                    <a:pt x="9391" y="0"/>
                  </a:moveTo>
                  <a:cubicBezTo>
                    <a:pt x="4215" y="0"/>
                    <a:pt x="0" y="4178"/>
                    <a:pt x="0" y="9391"/>
                  </a:cubicBezTo>
                  <a:cubicBezTo>
                    <a:pt x="0" y="14566"/>
                    <a:pt x="4215" y="18744"/>
                    <a:pt x="9391" y="18744"/>
                  </a:cubicBezTo>
                  <a:cubicBezTo>
                    <a:pt x="14567" y="18744"/>
                    <a:pt x="18781" y="14566"/>
                    <a:pt x="18781" y="9391"/>
                  </a:cubicBezTo>
                  <a:cubicBezTo>
                    <a:pt x="18781" y="4178"/>
                    <a:pt x="14567" y="0"/>
                    <a:pt x="939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4" name="Google Shape;2086;p37">
              <a:extLst>
                <a:ext uri="{FF2B5EF4-FFF2-40B4-BE49-F238E27FC236}">
                  <a16:creationId xmlns:a16="http://schemas.microsoft.com/office/drawing/2014/main" id="{3C7212DC-56BD-61C5-B96E-1B5CE81A01AB}"/>
                </a:ext>
              </a:extLst>
            </p:cNvPr>
            <p:cNvSpPr/>
            <p:nvPr/>
          </p:nvSpPr>
          <p:spPr>
            <a:xfrm>
              <a:off x="1629175" y="3985100"/>
              <a:ext cx="484325" cy="485250"/>
            </a:xfrm>
            <a:custGeom>
              <a:avLst/>
              <a:gdLst/>
              <a:ahLst/>
              <a:cxnLst/>
              <a:rect l="l" t="t" r="r" b="b"/>
              <a:pathLst>
                <a:path w="19373" h="19410" extrusionOk="0">
                  <a:moveTo>
                    <a:pt x="9687" y="629"/>
                  </a:moveTo>
                  <a:cubicBezTo>
                    <a:pt x="12201" y="629"/>
                    <a:pt x="14456" y="1664"/>
                    <a:pt x="16120" y="3291"/>
                  </a:cubicBezTo>
                  <a:cubicBezTo>
                    <a:pt x="17746" y="4917"/>
                    <a:pt x="18744" y="7210"/>
                    <a:pt x="18744" y="9724"/>
                  </a:cubicBezTo>
                  <a:cubicBezTo>
                    <a:pt x="18744" y="12201"/>
                    <a:pt x="17746" y="14493"/>
                    <a:pt x="16120" y="16120"/>
                  </a:cubicBezTo>
                  <a:cubicBezTo>
                    <a:pt x="14456" y="17783"/>
                    <a:pt x="12201" y="18781"/>
                    <a:pt x="9687" y="18781"/>
                  </a:cubicBezTo>
                  <a:cubicBezTo>
                    <a:pt x="7173" y="18781"/>
                    <a:pt x="4917" y="17783"/>
                    <a:pt x="3254" y="16120"/>
                  </a:cubicBezTo>
                  <a:cubicBezTo>
                    <a:pt x="1627" y="14493"/>
                    <a:pt x="592" y="12201"/>
                    <a:pt x="592" y="9724"/>
                  </a:cubicBezTo>
                  <a:cubicBezTo>
                    <a:pt x="592" y="7210"/>
                    <a:pt x="1627" y="4917"/>
                    <a:pt x="3254" y="3291"/>
                  </a:cubicBezTo>
                  <a:cubicBezTo>
                    <a:pt x="4917" y="1664"/>
                    <a:pt x="7173" y="629"/>
                    <a:pt x="9687" y="629"/>
                  </a:cubicBezTo>
                  <a:close/>
                  <a:moveTo>
                    <a:pt x="9687" y="0"/>
                  </a:moveTo>
                  <a:cubicBezTo>
                    <a:pt x="4326" y="0"/>
                    <a:pt x="0" y="4363"/>
                    <a:pt x="0" y="9724"/>
                  </a:cubicBezTo>
                  <a:cubicBezTo>
                    <a:pt x="0" y="15047"/>
                    <a:pt x="4326" y="19410"/>
                    <a:pt x="9687" y="19410"/>
                  </a:cubicBezTo>
                  <a:cubicBezTo>
                    <a:pt x="15047" y="19410"/>
                    <a:pt x="19373" y="15047"/>
                    <a:pt x="19373" y="9724"/>
                  </a:cubicBezTo>
                  <a:cubicBezTo>
                    <a:pt x="19373" y="4363"/>
                    <a:pt x="15047" y="0"/>
                    <a:pt x="968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5" name="Google Shape;2087;p37">
              <a:extLst>
                <a:ext uri="{FF2B5EF4-FFF2-40B4-BE49-F238E27FC236}">
                  <a16:creationId xmlns:a16="http://schemas.microsoft.com/office/drawing/2014/main" id="{1C8CFC64-0170-C616-CA97-81856C38BCF1}"/>
                </a:ext>
              </a:extLst>
            </p:cNvPr>
            <p:cNvSpPr/>
            <p:nvPr/>
          </p:nvSpPr>
          <p:spPr>
            <a:xfrm>
              <a:off x="1740075" y="4096925"/>
              <a:ext cx="262525" cy="262525"/>
            </a:xfrm>
            <a:custGeom>
              <a:avLst/>
              <a:gdLst/>
              <a:ahLst/>
              <a:cxnLst/>
              <a:rect l="l" t="t" r="r" b="b"/>
              <a:pathLst>
                <a:path w="10501" h="10501" extrusionOk="0">
                  <a:moveTo>
                    <a:pt x="5251" y="1"/>
                  </a:moveTo>
                  <a:cubicBezTo>
                    <a:pt x="2367" y="1"/>
                    <a:pt x="1" y="2330"/>
                    <a:pt x="1" y="5251"/>
                  </a:cubicBezTo>
                  <a:cubicBezTo>
                    <a:pt x="1" y="8134"/>
                    <a:pt x="2367" y="10500"/>
                    <a:pt x="5251" y="10500"/>
                  </a:cubicBezTo>
                  <a:cubicBezTo>
                    <a:pt x="8134" y="10500"/>
                    <a:pt x="10501" y="8134"/>
                    <a:pt x="10501" y="5251"/>
                  </a:cubicBezTo>
                  <a:cubicBezTo>
                    <a:pt x="10501" y="2330"/>
                    <a:pt x="8134" y="1"/>
                    <a:pt x="525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6" name="Google Shape;2088;p37">
              <a:extLst>
                <a:ext uri="{FF2B5EF4-FFF2-40B4-BE49-F238E27FC236}">
                  <a16:creationId xmlns:a16="http://schemas.microsoft.com/office/drawing/2014/main" id="{18B25A6B-97E0-CC6A-F08C-E068D47A3AD3}"/>
                </a:ext>
              </a:extLst>
            </p:cNvPr>
            <p:cNvSpPr/>
            <p:nvPr/>
          </p:nvSpPr>
          <p:spPr>
            <a:xfrm>
              <a:off x="1732700" y="4088600"/>
              <a:ext cx="277300" cy="278250"/>
            </a:xfrm>
            <a:custGeom>
              <a:avLst/>
              <a:gdLst/>
              <a:ahLst/>
              <a:cxnLst/>
              <a:rect l="l" t="t" r="r" b="b"/>
              <a:pathLst>
                <a:path w="11092" h="11130" extrusionOk="0">
                  <a:moveTo>
                    <a:pt x="5546" y="629"/>
                  </a:moveTo>
                  <a:cubicBezTo>
                    <a:pt x="6914" y="629"/>
                    <a:pt x="8134" y="1184"/>
                    <a:pt x="9021" y="2071"/>
                  </a:cubicBezTo>
                  <a:cubicBezTo>
                    <a:pt x="9945" y="2959"/>
                    <a:pt x="10500" y="4216"/>
                    <a:pt x="10500" y="5584"/>
                  </a:cubicBezTo>
                  <a:cubicBezTo>
                    <a:pt x="10500" y="6915"/>
                    <a:pt x="9945" y="8172"/>
                    <a:pt x="9021" y="9059"/>
                  </a:cubicBezTo>
                  <a:cubicBezTo>
                    <a:pt x="8134" y="9946"/>
                    <a:pt x="6914" y="10501"/>
                    <a:pt x="5546" y="10501"/>
                  </a:cubicBezTo>
                  <a:cubicBezTo>
                    <a:pt x="4178" y="10501"/>
                    <a:pt x="2958" y="9946"/>
                    <a:pt x="2033" y="9059"/>
                  </a:cubicBezTo>
                  <a:cubicBezTo>
                    <a:pt x="1146" y="8172"/>
                    <a:pt x="592" y="6915"/>
                    <a:pt x="592" y="5584"/>
                  </a:cubicBezTo>
                  <a:cubicBezTo>
                    <a:pt x="592" y="4216"/>
                    <a:pt x="1146" y="2959"/>
                    <a:pt x="2033" y="2071"/>
                  </a:cubicBezTo>
                  <a:cubicBezTo>
                    <a:pt x="2958" y="1184"/>
                    <a:pt x="4178" y="629"/>
                    <a:pt x="5546" y="629"/>
                  </a:cubicBezTo>
                  <a:close/>
                  <a:moveTo>
                    <a:pt x="5546" y="1"/>
                  </a:moveTo>
                  <a:cubicBezTo>
                    <a:pt x="2477" y="1"/>
                    <a:pt x="0" y="2515"/>
                    <a:pt x="0" y="5584"/>
                  </a:cubicBezTo>
                  <a:cubicBezTo>
                    <a:pt x="0" y="8652"/>
                    <a:pt x="2477" y="11129"/>
                    <a:pt x="5546" y="11129"/>
                  </a:cubicBezTo>
                  <a:cubicBezTo>
                    <a:pt x="8614" y="11129"/>
                    <a:pt x="11091" y="8652"/>
                    <a:pt x="11091" y="5584"/>
                  </a:cubicBezTo>
                  <a:cubicBezTo>
                    <a:pt x="11091" y="2515"/>
                    <a:pt x="8614" y="1"/>
                    <a:pt x="554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7" name="Google Shape;2089;p37">
              <a:extLst>
                <a:ext uri="{FF2B5EF4-FFF2-40B4-BE49-F238E27FC236}">
                  <a16:creationId xmlns:a16="http://schemas.microsoft.com/office/drawing/2014/main" id="{B9C0E6C0-8706-07C7-4DE7-275DA057460E}"/>
                </a:ext>
              </a:extLst>
            </p:cNvPr>
            <p:cNvSpPr/>
            <p:nvPr/>
          </p:nvSpPr>
          <p:spPr>
            <a:xfrm>
              <a:off x="1304750" y="4090450"/>
              <a:ext cx="274525" cy="274550"/>
            </a:xfrm>
            <a:custGeom>
              <a:avLst/>
              <a:gdLst/>
              <a:ahLst/>
              <a:cxnLst/>
              <a:rect l="l" t="t" r="r" b="b"/>
              <a:pathLst>
                <a:path w="10981" h="10982" extrusionOk="0">
                  <a:moveTo>
                    <a:pt x="5509" y="1"/>
                  </a:moveTo>
                  <a:cubicBezTo>
                    <a:pt x="2478" y="1"/>
                    <a:pt x="1" y="2478"/>
                    <a:pt x="1" y="5510"/>
                  </a:cubicBezTo>
                  <a:cubicBezTo>
                    <a:pt x="1" y="8541"/>
                    <a:pt x="2478" y="10981"/>
                    <a:pt x="5509" y="10981"/>
                  </a:cubicBezTo>
                  <a:cubicBezTo>
                    <a:pt x="8541" y="10981"/>
                    <a:pt x="10981" y="8541"/>
                    <a:pt x="10981" y="5510"/>
                  </a:cubicBezTo>
                  <a:cubicBezTo>
                    <a:pt x="10981" y="2478"/>
                    <a:pt x="8541" y="1"/>
                    <a:pt x="550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8" name="Google Shape;2090;p37">
              <a:extLst>
                <a:ext uri="{FF2B5EF4-FFF2-40B4-BE49-F238E27FC236}">
                  <a16:creationId xmlns:a16="http://schemas.microsoft.com/office/drawing/2014/main" id="{052720A3-54AD-EFE0-04EC-C5EC721C702C}"/>
                </a:ext>
              </a:extLst>
            </p:cNvPr>
            <p:cNvSpPr/>
            <p:nvPr/>
          </p:nvSpPr>
          <p:spPr>
            <a:xfrm>
              <a:off x="1297350" y="4083075"/>
              <a:ext cx="290250" cy="289300"/>
            </a:xfrm>
            <a:custGeom>
              <a:avLst/>
              <a:gdLst/>
              <a:ahLst/>
              <a:cxnLst/>
              <a:rect l="l" t="t" r="r" b="b"/>
              <a:pathLst>
                <a:path w="11610" h="11572" extrusionOk="0">
                  <a:moveTo>
                    <a:pt x="5805" y="592"/>
                  </a:moveTo>
                  <a:cubicBezTo>
                    <a:pt x="7210" y="592"/>
                    <a:pt x="8504" y="1183"/>
                    <a:pt x="9465" y="2108"/>
                  </a:cubicBezTo>
                  <a:cubicBezTo>
                    <a:pt x="10390" y="3069"/>
                    <a:pt x="10981" y="4363"/>
                    <a:pt x="10981" y="5805"/>
                  </a:cubicBezTo>
                  <a:cubicBezTo>
                    <a:pt x="10981" y="7209"/>
                    <a:pt x="10390" y="8503"/>
                    <a:pt x="9465" y="9465"/>
                  </a:cubicBezTo>
                  <a:cubicBezTo>
                    <a:pt x="8504" y="10389"/>
                    <a:pt x="7210" y="10980"/>
                    <a:pt x="5805" y="10980"/>
                  </a:cubicBezTo>
                  <a:cubicBezTo>
                    <a:pt x="4363" y="10980"/>
                    <a:pt x="3070" y="10389"/>
                    <a:pt x="2108" y="9465"/>
                  </a:cubicBezTo>
                  <a:cubicBezTo>
                    <a:pt x="1184" y="8503"/>
                    <a:pt x="592" y="7209"/>
                    <a:pt x="592" y="5805"/>
                  </a:cubicBezTo>
                  <a:cubicBezTo>
                    <a:pt x="592" y="4363"/>
                    <a:pt x="1184" y="3069"/>
                    <a:pt x="2108" y="2108"/>
                  </a:cubicBezTo>
                  <a:cubicBezTo>
                    <a:pt x="3070" y="1183"/>
                    <a:pt x="4363" y="592"/>
                    <a:pt x="5805" y="592"/>
                  </a:cubicBezTo>
                  <a:close/>
                  <a:moveTo>
                    <a:pt x="5805" y="0"/>
                  </a:moveTo>
                  <a:cubicBezTo>
                    <a:pt x="2589" y="0"/>
                    <a:pt x="1" y="2588"/>
                    <a:pt x="1" y="5805"/>
                  </a:cubicBezTo>
                  <a:cubicBezTo>
                    <a:pt x="1" y="8984"/>
                    <a:pt x="2589" y="11572"/>
                    <a:pt x="5805" y="11572"/>
                  </a:cubicBezTo>
                  <a:cubicBezTo>
                    <a:pt x="8985" y="11572"/>
                    <a:pt x="11610" y="8984"/>
                    <a:pt x="11610" y="5805"/>
                  </a:cubicBezTo>
                  <a:cubicBezTo>
                    <a:pt x="11610" y="2588"/>
                    <a:pt x="8985" y="0"/>
                    <a:pt x="580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9" name="Google Shape;2091;p37">
              <a:extLst>
                <a:ext uri="{FF2B5EF4-FFF2-40B4-BE49-F238E27FC236}">
                  <a16:creationId xmlns:a16="http://schemas.microsoft.com/office/drawing/2014/main" id="{9D044E8E-3B9A-5303-D293-6C59A46AA27E}"/>
                </a:ext>
              </a:extLst>
            </p:cNvPr>
            <p:cNvSpPr/>
            <p:nvPr/>
          </p:nvSpPr>
          <p:spPr>
            <a:xfrm>
              <a:off x="1364825" y="4150550"/>
              <a:ext cx="154375" cy="154375"/>
            </a:xfrm>
            <a:custGeom>
              <a:avLst/>
              <a:gdLst/>
              <a:ahLst/>
              <a:cxnLst/>
              <a:rect l="l" t="t" r="r" b="b"/>
              <a:pathLst>
                <a:path w="6175" h="6175" extrusionOk="0">
                  <a:moveTo>
                    <a:pt x="3106" y="0"/>
                  </a:moveTo>
                  <a:cubicBezTo>
                    <a:pt x="1406" y="0"/>
                    <a:pt x="1" y="1405"/>
                    <a:pt x="1" y="3106"/>
                  </a:cubicBezTo>
                  <a:cubicBezTo>
                    <a:pt x="1" y="4806"/>
                    <a:pt x="1406" y="6174"/>
                    <a:pt x="3106" y="6174"/>
                  </a:cubicBezTo>
                  <a:cubicBezTo>
                    <a:pt x="4807" y="6174"/>
                    <a:pt x="6175" y="4806"/>
                    <a:pt x="6175" y="3106"/>
                  </a:cubicBezTo>
                  <a:cubicBezTo>
                    <a:pt x="6175" y="1405"/>
                    <a:pt x="4807" y="0"/>
                    <a:pt x="3106"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0" name="Google Shape;2092;p37">
              <a:extLst>
                <a:ext uri="{FF2B5EF4-FFF2-40B4-BE49-F238E27FC236}">
                  <a16:creationId xmlns:a16="http://schemas.microsoft.com/office/drawing/2014/main" id="{09D58FAF-3FFA-97AD-59B9-BD68CA8A2F17}"/>
                </a:ext>
              </a:extLst>
            </p:cNvPr>
            <p:cNvSpPr/>
            <p:nvPr/>
          </p:nvSpPr>
          <p:spPr>
            <a:xfrm>
              <a:off x="1357450" y="4143150"/>
              <a:ext cx="169150" cy="169150"/>
            </a:xfrm>
            <a:custGeom>
              <a:avLst/>
              <a:gdLst/>
              <a:ahLst/>
              <a:cxnLst/>
              <a:rect l="l" t="t" r="r" b="b"/>
              <a:pathLst>
                <a:path w="6766" h="6766" extrusionOk="0">
                  <a:moveTo>
                    <a:pt x="3401" y="629"/>
                  </a:moveTo>
                  <a:cubicBezTo>
                    <a:pt x="4141" y="629"/>
                    <a:pt x="4843" y="925"/>
                    <a:pt x="5361" y="1442"/>
                  </a:cubicBezTo>
                  <a:cubicBezTo>
                    <a:pt x="5841" y="1923"/>
                    <a:pt x="6174" y="2625"/>
                    <a:pt x="6174" y="3402"/>
                  </a:cubicBezTo>
                  <a:cubicBezTo>
                    <a:pt x="6174" y="4141"/>
                    <a:pt x="5841" y="4843"/>
                    <a:pt x="5361" y="5361"/>
                  </a:cubicBezTo>
                  <a:cubicBezTo>
                    <a:pt x="4843" y="5842"/>
                    <a:pt x="4141" y="6174"/>
                    <a:pt x="3401" y="6174"/>
                  </a:cubicBezTo>
                  <a:cubicBezTo>
                    <a:pt x="2625" y="6174"/>
                    <a:pt x="1923" y="5842"/>
                    <a:pt x="1442" y="5361"/>
                  </a:cubicBezTo>
                  <a:cubicBezTo>
                    <a:pt x="924" y="4843"/>
                    <a:pt x="629" y="4141"/>
                    <a:pt x="629" y="3402"/>
                  </a:cubicBezTo>
                  <a:cubicBezTo>
                    <a:pt x="629" y="2625"/>
                    <a:pt x="924" y="1923"/>
                    <a:pt x="1442" y="1442"/>
                  </a:cubicBezTo>
                  <a:cubicBezTo>
                    <a:pt x="1923" y="925"/>
                    <a:pt x="2625" y="629"/>
                    <a:pt x="3401" y="629"/>
                  </a:cubicBezTo>
                  <a:close/>
                  <a:moveTo>
                    <a:pt x="3401" y="0"/>
                  </a:moveTo>
                  <a:cubicBezTo>
                    <a:pt x="1516" y="0"/>
                    <a:pt x="0" y="1516"/>
                    <a:pt x="0" y="3402"/>
                  </a:cubicBezTo>
                  <a:cubicBezTo>
                    <a:pt x="0" y="5250"/>
                    <a:pt x="1516" y="6766"/>
                    <a:pt x="3401" y="6766"/>
                  </a:cubicBezTo>
                  <a:cubicBezTo>
                    <a:pt x="5250" y="6766"/>
                    <a:pt x="6766" y="5250"/>
                    <a:pt x="6766" y="3402"/>
                  </a:cubicBezTo>
                  <a:cubicBezTo>
                    <a:pt x="6766" y="1516"/>
                    <a:pt x="5250" y="0"/>
                    <a:pt x="34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1" name="Google Shape;2093;p37">
              <a:extLst>
                <a:ext uri="{FF2B5EF4-FFF2-40B4-BE49-F238E27FC236}">
                  <a16:creationId xmlns:a16="http://schemas.microsoft.com/office/drawing/2014/main" id="{B1F6B14B-3AE1-23E8-B445-6B5F4C3CA536}"/>
                </a:ext>
              </a:extLst>
            </p:cNvPr>
            <p:cNvSpPr/>
            <p:nvPr/>
          </p:nvSpPr>
          <p:spPr>
            <a:xfrm>
              <a:off x="1150400" y="4228175"/>
              <a:ext cx="1488100" cy="25"/>
            </a:xfrm>
            <a:custGeom>
              <a:avLst/>
              <a:gdLst/>
              <a:ahLst/>
              <a:cxnLst/>
              <a:rect l="l" t="t" r="r" b="b"/>
              <a:pathLst>
                <a:path w="59524" h="1" extrusionOk="0">
                  <a:moveTo>
                    <a:pt x="59523" y="1"/>
                  </a:moveTo>
                  <a:lnTo>
                    <a:pt x="1" y="1"/>
                  </a:lnTo>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2" name="Google Shape;2094;p37">
              <a:extLst>
                <a:ext uri="{FF2B5EF4-FFF2-40B4-BE49-F238E27FC236}">
                  <a16:creationId xmlns:a16="http://schemas.microsoft.com/office/drawing/2014/main" id="{0B3995DC-4ECD-81DE-EBF7-1874193B4525}"/>
                </a:ext>
              </a:extLst>
            </p:cNvPr>
            <p:cNvSpPr/>
            <p:nvPr/>
          </p:nvSpPr>
          <p:spPr>
            <a:xfrm>
              <a:off x="1143000" y="4219850"/>
              <a:ext cx="1502900" cy="15750"/>
            </a:xfrm>
            <a:custGeom>
              <a:avLst/>
              <a:gdLst/>
              <a:ahLst/>
              <a:cxnLst/>
              <a:rect l="l" t="t" r="r" b="b"/>
              <a:pathLst>
                <a:path w="60116" h="630" extrusionOk="0">
                  <a:moveTo>
                    <a:pt x="297" y="1"/>
                  </a:moveTo>
                  <a:cubicBezTo>
                    <a:pt x="112" y="1"/>
                    <a:pt x="1" y="149"/>
                    <a:pt x="1" y="334"/>
                  </a:cubicBezTo>
                  <a:cubicBezTo>
                    <a:pt x="1" y="481"/>
                    <a:pt x="112" y="629"/>
                    <a:pt x="297" y="629"/>
                  </a:cubicBezTo>
                  <a:lnTo>
                    <a:pt x="59819" y="629"/>
                  </a:lnTo>
                  <a:cubicBezTo>
                    <a:pt x="59967" y="629"/>
                    <a:pt x="60115" y="481"/>
                    <a:pt x="60115" y="334"/>
                  </a:cubicBezTo>
                  <a:cubicBezTo>
                    <a:pt x="60115" y="149"/>
                    <a:pt x="59967" y="1"/>
                    <a:pt x="5981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3" name="Google Shape;2095;p37">
              <a:extLst>
                <a:ext uri="{FF2B5EF4-FFF2-40B4-BE49-F238E27FC236}">
                  <a16:creationId xmlns:a16="http://schemas.microsoft.com/office/drawing/2014/main" id="{5370EF3E-E946-BDF5-06B2-AF55B7A9065E}"/>
                </a:ext>
              </a:extLst>
            </p:cNvPr>
            <p:cNvSpPr/>
            <p:nvPr/>
          </p:nvSpPr>
          <p:spPr>
            <a:xfrm>
              <a:off x="2662500" y="939625"/>
              <a:ext cx="943700" cy="739450"/>
            </a:xfrm>
            <a:custGeom>
              <a:avLst/>
              <a:gdLst/>
              <a:ahLst/>
              <a:cxnLst/>
              <a:rect l="l" t="t" r="r" b="b"/>
              <a:pathLst>
                <a:path w="37748" h="29578" extrusionOk="0">
                  <a:moveTo>
                    <a:pt x="1" y="1"/>
                  </a:moveTo>
                  <a:lnTo>
                    <a:pt x="1" y="29577"/>
                  </a:lnTo>
                  <a:lnTo>
                    <a:pt x="3587" y="29577"/>
                  </a:lnTo>
                  <a:cubicBezTo>
                    <a:pt x="5472" y="27507"/>
                    <a:pt x="7653" y="25917"/>
                    <a:pt x="10093" y="24956"/>
                  </a:cubicBezTo>
                  <a:cubicBezTo>
                    <a:pt x="15454" y="22775"/>
                    <a:pt x="20260" y="21998"/>
                    <a:pt x="24623" y="21998"/>
                  </a:cubicBezTo>
                  <a:cubicBezTo>
                    <a:pt x="29503" y="21998"/>
                    <a:pt x="33829" y="22960"/>
                    <a:pt x="37747" y="24106"/>
                  </a:cubicBezTo>
                  <a:lnTo>
                    <a:pt x="377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4" name="Google Shape;2096;p37">
              <a:extLst>
                <a:ext uri="{FF2B5EF4-FFF2-40B4-BE49-F238E27FC236}">
                  <a16:creationId xmlns:a16="http://schemas.microsoft.com/office/drawing/2014/main" id="{86A2B222-A59C-BA32-E426-A09DC1B6AD4C}"/>
                </a:ext>
              </a:extLst>
            </p:cNvPr>
            <p:cNvSpPr/>
            <p:nvPr/>
          </p:nvSpPr>
          <p:spPr>
            <a:xfrm>
              <a:off x="2752150" y="1489575"/>
              <a:ext cx="854050" cy="189500"/>
            </a:xfrm>
            <a:custGeom>
              <a:avLst/>
              <a:gdLst/>
              <a:ahLst/>
              <a:cxnLst/>
              <a:rect l="l" t="t" r="r" b="b"/>
              <a:pathLst>
                <a:path w="34162" h="7580" extrusionOk="0">
                  <a:moveTo>
                    <a:pt x="21037" y="0"/>
                  </a:moveTo>
                  <a:cubicBezTo>
                    <a:pt x="16674" y="0"/>
                    <a:pt x="11868" y="777"/>
                    <a:pt x="6507" y="2958"/>
                  </a:cubicBezTo>
                  <a:cubicBezTo>
                    <a:pt x="4067" y="3919"/>
                    <a:pt x="1886" y="5509"/>
                    <a:pt x="1" y="7579"/>
                  </a:cubicBezTo>
                  <a:lnTo>
                    <a:pt x="34161" y="7579"/>
                  </a:lnTo>
                  <a:lnTo>
                    <a:pt x="34161" y="2108"/>
                  </a:lnTo>
                  <a:cubicBezTo>
                    <a:pt x="30243" y="962"/>
                    <a:pt x="25917" y="0"/>
                    <a:pt x="2103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5" name="Google Shape;2097;p37">
              <a:extLst>
                <a:ext uri="{FF2B5EF4-FFF2-40B4-BE49-F238E27FC236}">
                  <a16:creationId xmlns:a16="http://schemas.microsoft.com/office/drawing/2014/main" id="{CC2FBA4E-F835-ADC0-BDD1-1C1ABE1B791A}"/>
                </a:ext>
              </a:extLst>
            </p:cNvPr>
            <p:cNvSpPr/>
            <p:nvPr/>
          </p:nvSpPr>
          <p:spPr>
            <a:xfrm>
              <a:off x="2662500" y="1694750"/>
              <a:ext cx="943700" cy="74900"/>
            </a:xfrm>
            <a:custGeom>
              <a:avLst/>
              <a:gdLst/>
              <a:ahLst/>
              <a:cxnLst/>
              <a:rect l="l" t="t" r="r" b="b"/>
              <a:pathLst>
                <a:path w="37748" h="2996" extrusionOk="0">
                  <a:moveTo>
                    <a:pt x="1" y="1"/>
                  </a:moveTo>
                  <a:lnTo>
                    <a:pt x="1" y="2995"/>
                  </a:lnTo>
                  <a:lnTo>
                    <a:pt x="37747" y="2995"/>
                  </a:lnTo>
                  <a:lnTo>
                    <a:pt x="37747"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6" name="Google Shape;2098;p37">
              <a:extLst>
                <a:ext uri="{FF2B5EF4-FFF2-40B4-BE49-F238E27FC236}">
                  <a16:creationId xmlns:a16="http://schemas.microsoft.com/office/drawing/2014/main" id="{FB0E83A7-9C53-7D5D-36FB-C290FD02CD0B}"/>
                </a:ext>
              </a:extLst>
            </p:cNvPr>
            <p:cNvSpPr/>
            <p:nvPr/>
          </p:nvSpPr>
          <p:spPr>
            <a:xfrm>
              <a:off x="2662500" y="1679050"/>
              <a:ext cx="943700" cy="15725"/>
            </a:xfrm>
            <a:custGeom>
              <a:avLst/>
              <a:gdLst/>
              <a:ahLst/>
              <a:cxnLst/>
              <a:rect l="l" t="t" r="r" b="b"/>
              <a:pathLst>
                <a:path w="37748" h="629" extrusionOk="0">
                  <a:moveTo>
                    <a:pt x="1" y="0"/>
                  </a:moveTo>
                  <a:lnTo>
                    <a:pt x="1" y="629"/>
                  </a:lnTo>
                  <a:lnTo>
                    <a:pt x="37747" y="629"/>
                  </a:lnTo>
                  <a:lnTo>
                    <a:pt x="37747"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7" name="Google Shape;2099;p37">
              <a:extLst>
                <a:ext uri="{FF2B5EF4-FFF2-40B4-BE49-F238E27FC236}">
                  <a16:creationId xmlns:a16="http://schemas.microsoft.com/office/drawing/2014/main" id="{C751B13E-C1F3-738C-D427-34BE732E8782}"/>
                </a:ext>
              </a:extLst>
            </p:cNvPr>
            <p:cNvSpPr/>
            <p:nvPr/>
          </p:nvSpPr>
          <p:spPr>
            <a:xfrm>
              <a:off x="2655100" y="932250"/>
              <a:ext cx="959425" cy="844800"/>
            </a:xfrm>
            <a:custGeom>
              <a:avLst/>
              <a:gdLst/>
              <a:ahLst/>
              <a:cxnLst/>
              <a:rect l="l" t="t" r="r" b="b"/>
              <a:pathLst>
                <a:path w="38377" h="33792" extrusionOk="0">
                  <a:moveTo>
                    <a:pt x="37748" y="629"/>
                  </a:moveTo>
                  <a:lnTo>
                    <a:pt x="37748" y="33200"/>
                  </a:lnTo>
                  <a:lnTo>
                    <a:pt x="592" y="33200"/>
                  </a:lnTo>
                  <a:lnTo>
                    <a:pt x="592" y="629"/>
                  </a:lnTo>
                  <a:close/>
                  <a:moveTo>
                    <a:pt x="297" y="0"/>
                  </a:moveTo>
                  <a:cubicBezTo>
                    <a:pt x="223" y="0"/>
                    <a:pt x="149" y="37"/>
                    <a:pt x="75" y="111"/>
                  </a:cubicBezTo>
                  <a:cubicBezTo>
                    <a:pt x="1" y="148"/>
                    <a:pt x="1" y="222"/>
                    <a:pt x="1" y="296"/>
                  </a:cubicBezTo>
                  <a:lnTo>
                    <a:pt x="1" y="33495"/>
                  </a:lnTo>
                  <a:cubicBezTo>
                    <a:pt x="1" y="33569"/>
                    <a:pt x="1" y="33643"/>
                    <a:pt x="75" y="33717"/>
                  </a:cubicBezTo>
                  <a:cubicBezTo>
                    <a:pt x="149" y="33791"/>
                    <a:pt x="223" y="33791"/>
                    <a:pt x="297" y="33791"/>
                  </a:cubicBezTo>
                  <a:lnTo>
                    <a:pt x="38043" y="33791"/>
                  </a:lnTo>
                  <a:cubicBezTo>
                    <a:pt x="38154" y="33791"/>
                    <a:pt x="38228" y="33791"/>
                    <a:pt x="38265" y="33717"/>
                  </a:cubicBezTo>
                  <a:cubicBezTo>
                    <a:pt x="38339" y="33643"/>
                    <a:pt x="38376" y="33569"/>
                    <a:pt x="38376" y="33495"/>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8" name="Google Shape;2100;p37">
              <a:extLst>
                <a:ext uri="{FF2B5EF4-FFF2-40B4-BE49-F238E27FC236}">
                  <a16:creationId xmlns:a16="http://schemas.microsoft.com/office/drawing/2014/main" id="{9AFD697B-08C3-16CD-5226-AB926FED7DFE}"/>
                </a:ext>
              </a:extLst>
            </p:cNvPr>
            <p:cNvSpPr/>
            <p:nvPr/>
          </p:nvSpPr>
          <p:spPr>
            <a:xfrm>
              <a:off x="2662500" y="939625"/>
              <a:ext cx="943700" cy="141450"/>
            </a:xfrm>
            <a:custGeom>
              <a:avLst/>
              <a:gdLst/>
              <a:ahLst/>
              <a:cxnLst/>
              <a:rect l="l" t="t" r="r" b="b"/>
              <a:pathLst>
                <a:path w="37748" h="5658" extrusionOk="0">
                  <a:moveTo>
                    <a:pt x="1" y="1"/>
                  </a:moveTo>
                  <a:lnTo>
                    <a:pt x="1" y="5657"/>
                  </a:lnTo>
                  <a:lnTo>
                    <a:pt x="37747" y="5657"/>
                  </a:lnTo>
                  <a:lnTo>
                    <a:pt x="37747"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9" name="Google Shape;2101;p37">
              <a:extLst>
                <a:ext uri="{FF2B5EF4-FFF2-40B4-BE49-F238E27FC236}">
                  <a16:creationId xmlns:a16="http://schemas.microsoft.com/office/drawing/2014/main" id="{317E598B-AF48-B659-9E48-F3B7B86B56F7}"/>
                </a:ext>
              </a:extLst>
            </p:cNvPr>
            <p:cNvSpPr/>
            <p:nvPr/>
          </p:nvSpPr>
          <p:spPr>
            <a:xfrm>
              <a:off x="2655100" y="932250"/>
              <a:ext cx="959425" cy="156225"/>
            </a:xfrm>
            <a:custGeom>
              <a:avLst/>
              <a:gdLst/>
              <a:ahLst/>
              <a:cxnLst/>
              <a:rect l="l" t="t" r="r" b="b"/>
              <a:pathLst>
                <a:path w="38377" h="6249" extrusionOk="0">
                  <a:moveTo>
                    <a:pt x="37748" y="629"/>
                  </a:moveTo>
                  <a:lnTo>
                    <a:pt x="37748" y="5657"/>
                  </a:lnTo>
                  <a:lnTo>
                    <a:pt x="592" y="5657"/>
                  </a:lnTo>
                  <a:lnTo>
                    <a:pt x="592" y="629"/>
                  </a:lnTo>
                  <a:close/>
                  <a:moveTo>
                    <a:pt x="297" y="0"/>
                  </a:moveTo>
                  <a:cubicBezTo>
                    <a:pt x="223" y="0"/>
                    <a:pt x="149" y="37"/>
                    <a:pt x="75" y="111"/>
                  </a:cubicBezTo>
                  <a:cubicBezTo>
                    <a:pt x="1" y="148"/>
                    <a:pt x="1" y="222"/>
                    <a:pt x="1" y="296"/>
                  </a:cubicBezTo>
                  <a:lnTo>
                    <a:pt x="1" y="5952"/>
                  </a:lnTo>
                  <a:cubicBezTo>
                    <a:pt x="1" y="6026"/>
                    <a:pt x="1" y="6100"/>
                    <a:pt x="75" y="6174"/>
                  </a:cubicBezTo>
                  <a:cubicBezTo>
                    <a:pt x="149" y="6211"/>
                    <a:pt x="223" y="6248"/>
                    <a:pt x="297" y="6248"/>
                  </a:cubicBezTo>
                  <a:lnTo>
                    <a:pt x="38043" y="6248"/>
                  </a:lnTo>
                  <a:cubicBezTo>
                    <a:pt x="38154" y="6248"/>
                    <a:pt x="38228" y="6211"/>
                    <a:pt x="38265" y="6174"/>
                  </a:cubicBezTo>
                  <a:cubicBezTo>
                    <a:pt x="38339" y="6100"/>
                    <a:pt x="38376" y="6026"/>
                    <a:pt x="38376" y="5952"/>
                  </a:cubicBezTo>
                  <a:lnTo>
                    <a:pt x="38376" y="296"/>
                  </a:lnTo>
                  <a:cubicBezTo>
                    <a:pt x="38376" y="222"/>
                    <a:pt x="38339" y="148"/>
                    <a:pt x="38265" y="111"/>
                  </a:cubicBezTo>
                  <a:cubicBezTo>
                    <a:pt x="38228" y="37"/>
                    <a:pt x="38154" y="0"/>
                    <a:pt x="38043"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0" name="Google Shape;2102;p37">
              <a:extLst>
                <a:ext uri="{FF2B5EF4-FFF2-40B4-BE49-F238E27FC236}">
                  <a16:creationId xmlns:a16="http://schemas.microsoft.com/office/drawing/2014/main" id="{DEDE672F-FA22-5ED8-A17E-83A15C802604}"/>
                </a:ext>
              </a:extLst>
            </p:cNvPr>
            <p:cNvSpPr/>
            <p:nvPr/>
          </p:nvSpPr>
          <p:spPr>
            <a:xfrm>
              <a:off x="2942550" y="1191950"/>
              <a:ext cx="389150" cy="389150"/>
            </a:xfrm>
            <a:custGeom>
              <a:avLst/>
              <a:gdLst/>
              <a:ahLst/>
              <a:cxnLst/>
              <a:rect l="l" t="t" r="r" b="b"/>
              <a:pathLst>
                <a:path w="15566" h="15566" extrusionOk="0">
                  <a:moveTo>
                    <a:pt x="7801" y="1"/>
                  </a:moveTo>
                  <a:cubicBezTo>
                    <a:pt x="3476" y="1"/>
                    <a:pt x="1" y="3476"/>
                    <a:pt x="1" y="7765"/>
                  </a:cubicBezTo>
                  <a:cubicBezTo>
                    <a:pt x="1" y="12090"/>
                    <a:pt x="3476" y="15565"/>
                    <a:pt x="7801" y="15565"/>
                  </a:cubicBezTo>
                  <a:cubicBezTo>
                    <a:pt x="12090" y="15565"/>
                    <a:pt x="15565" y="12090"/>
                    <a:pt x="15565" y="7765"/>
                  </a:cubicBezTo>
                  <a:cubicBezTo>
                    <a:pt x="15565" y="3476"/>
                    <a:pt x="12090" y="1"/>
                    <a:pt x="78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1" name="Google Shape;2103;p37">
              <a:extLst>
                <a:ext uri="{FF2B5EF4-FFF2-40B4-BE49-F238E27FC236}">
                  <a16:creationId xmlns:a16="http://schemas.microsoft.com/office/drawing/2014/main" id="{B8B0BD80-BE8F-790A-0C57-DBDB4C787FD8}"/>
                </a:ext>
              </a:extLst>
            </p:cNvPr>
            <p:cNvSpPr/>
            <p:nvPr/>
          </p:nvSpPr>
          <p:spPr>
            <a:xfrm>
              <a:off x="2935150" y="1183650"/>
              <a:ext cx="404850" cy="404850"/>
            </a:xfrm>
            <a:custGeom>
              <a:avLst/>
              <a:gdLst/>
              <a:ahLst/>
              <a:cxnLst/>
              <a:rect l="l" t="t" r="r" b="b"/>
              <a:pathLst>
                <a:path w="16194" h="16194" extrusionOk="0">
                  <a:moveTo>
                    <a:pt x="8097" y="629"/>
                  </a:moveTo>
                  <a:cubicBezTo>
                    <a:pt x="10168" y="629"/>
                    <a:pt x="12016" y="1479"/>
                    <a:pt x="13384" y="2810"/>
                  </a:cubicBezTo>
                  <a:cubicBezTo>
                    <a:pt x="14715" y="4178"/>
                    <a:pt x="15565" y="6026"/>
                    <a:pt x="15565" y="8097"/>
                  </a:cubicBezTo>
                  <a:cubicBezTo>
                    <a:pt x="15565" y="10167"/>
                    <a:pt x="14715" y="12052"/>
                    <a:pt x="13384" y="13383"/>
                  </a:cubicBezTo>
                  <a:cubicBezTo>
                    <a:pt x="12016" y="14751"/>
                    <a:pt x="10168" y="15565"/>
                    <a:pt x="8097" y="15565"/>
                  </a:cubicBezTo>
                  <a:cubicBezTo>
                    <a:pt x="6027" y="15565"/>
                    <a:pt x="4142" y="14751"/>
                    <a:pt x="2811" y="13383"/>
                  </a:cubicBezTo>
                  <a:cubicBezTo>
                    <a:pt x="1443" y="12052"/>
                    <a:pt x="629" y="10167"/>
                    <a:pt x="629" y="8097"/>
                  </a:cubicBezTo>
                  <a:cubicBezTo>
                    <a:pt x="629" y="6026"/>
                    <a:pt x="1443" y="4178"/>
                    <a:pt x="2811" y="2810"/>
                  </a:cubicBezTo>
                  <a:cubicBezTo>
                    <a:pt x="4142" y="1479"/>
                    <a:pt x="6027" y="629"/>
                    <a:pt x="8097" y="629"/>
                  </a:cubicBezTo>
                  <a:close/>
                  <a:moveTo>
                    <a:pt x="8097" y="0"/>
                  </a:moveTo>
                  <a:cubicBezTo>
                    <a:pt x="3624" y="0"/>
                    <a:pt x="1" y="3623"/>
                    <a:pt x="1" y="8097"/>
                  </a:cubicBezTo>
                  <a:cubicBezTo>
                    <a:pt x="1" y="12570"/>
                    <a:pt x="3624" y="16193"/>
                    <a:pt x="8097" y="16193"/>
                  </a:cubicBezTo>
                  <a:cubicBezTo>
                    <a:pt x="12571" y="16193"/>
                    <a:pt x="16194" y="12570"/>
                    <a:pt x="16194" y="8097"/>
                  </a:cubicBezTo>
                  <a:cubicBezTo>
                    <a:pt x="16194" y="3623"/>
                    <a:pt x="12571" y="0"/>
                    <a:pt x="809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2" name="Google Shape;2104;p37">
              <a:extLst>
                <a:ext uri="{FF2B5EF4-FFF2-40B4-BE49-F238E27FC236}">
                  <a16:creationId xmlns:a16="http://schemas.microsoft.com/office/drawing/2014/main" id="{29120AC2-EFBF-5E15-701F-D0BB883D0F38}"/>
                </a:ext>
              </a:extLst>
            </p:cNvPr>
            <p:cNvSpPr/>
            <p:nvPr/>
          </p:nvSpPr>
          <p:spPr>
            <a:xfrm>
              <a:off x="3046075" y="1257575"/>
              <a:ext cx="228325" cy="263450"/>
            </a:xfrm>
            <a:custGeom>
              <a:avLst/>
              <a:gdLst/>
              <a:ahLst/>
              <a:cxnLst/>
              <a:rect l="l" t="t" r="r" b="b"/>
              <a:pathLst>
                <a:path w="9133" h="10538" extrusionOk="0">
                  <a:moveTo>
                    <a:pt x="0" y="1"/>
                  </a:moveTo>
                  <a:lnTo>
                    <a:pt x="0" y="10537"/>
                  </a:lnTo>
                  <a:lnTo>
                    <a:pt x="9132" y="5288"/>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3" name="Google Shape;2105;p37">
              <a:extLst>
                <a:ext uri="{FF2B5EF4-FFF2-40B4-BE49-F238E27FC236}">
                  <a16:creationId xmlns:a16="http://schemas.microsoft.com/office/drawing/2014/main" id="{213D1098-96BE-8FF4-8769-6444FE0BFC95}"/>
                </a:ext>
              </a:extLst>
            </p:cNvPr>
            <p:cNvSpPr/>
            <p:nvPr/>
          </p:nvSpPr>
          <p:spPr>
            <a:xfrm>
              <a:off x="3038675" y="1250425"/>
              <a:ext cx="243100" cy="278675"/>
            </a:xfrm>
            <a:custGeom>
              <a:avLst/>
              <a:gdLst/>
              <a:ahLst/>
              <a:cxnLst/>
              <a:rect l="l" t="t" r="r" b="b"/>
              <a:pathLst>
                <a:path w="9724" h="11147" extrusionOk="0">
                  <a:moveTo>
                    <a:pt x="592" y="838"/>
                  </a:moveTo>
                  <a:lnTo>
                    <a:pt x="8800" y="5574"/>
                  </a:lnTo>
                  <a:lnTo>
                    <a:pt x="592" y="10306"/>
                  </a:lnTo>
                  <a:lnTo>
                    <a:pt x="592" y="838"/>
                  </a:lnTo>
                  <a:close/>
                  <a:moveTo>
                    <a:pt x="310" y="0"/>
                  </a:moveTo>
                  <a:cubicBezTo>
                    <a:pt x="259" y="0"/>
                    <a:pt x="204" y="9"/>
                    <a:pt x="148" y="28"/>
                  </a:cubicBezTo>
                  <a:cubicBezTo>
                    <a:pt x="38" y="102"/>
                    <a:pt x="1" y="213"/>
                    <a:pt x="1" y="287"/>
                  </a:cubicBezTo>
                  <a:lnTo>
                    <a:pt x="1" y="10823"/>
                  </a:lnTo>
                  <a:cubicBezTo>
                    <a:pt x="1" y="10934"/>
                    <a:pt x="38" y="11045"/>
                    <a:pt x="148" y="11119"/>
                  </a:cubicBezTo>
                  <a:cubicBezTo>
                    <a:pt x="204" y="11138"/>
                    <a:pt x="259" y="11147"/>
                    <a:pt x="310" y="11147"/>
                  </a:cubicBezTo>
                  <a:cubicBezTo>
                    <a:pt x="361" y="11147"/>
                    <a:pt x="407" y="11138"/>
                    <a:pt x="444" y="11119"/>
                  </a:cubicBezTo>
                  <a:lnTo>
                    <a:pt x="9576" y="5832"/>
                  </a:lnTo>
                  <a:cubicBezTo>
                    <a:pt x="9687" y="5795"/>
                    <a:pt x="9724" y="5684"/>
                    <a:pt x="9724" y="5574"/>
                  </a:cubicBezTo>
                  <a:cubicBezTo>
                    <a:pt x="9724" y="5463"/>
                    <a:pt x="9687" y="5352"/>
                    <a:pt x="9576" y="5315"/>
                  </a:cubicBezTo>
                  <a:lnTo>
                    <a:pt x="444" y="28"/>
                  </a:lnTo>
                  <a:cubicBezTo>
                    <a:pt x="407" y="9"/>
                    <a:pt x="361" y="0"/>
                    <a:pt x="31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038964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BE701F9B-11F0-D13D-F10C-2042D409D38C}"/>
              </a:ext>
            </a:extLst>
          </p:cNvPr>
          <p:cNvSpPr>
            <a:spLocks noGrp="1"/>
          </p:cNvSpPr>
          <p:nvPr>
            <p:ph type="body" idx="1"/>
          </p:nvPr>
        </p:nvSpPr>
        <p:spPr>
          <a:xfrm>
            <a:off x="817756" y="643288"/>
            <a:ext cx="7486185" cy="4441667"/>
          </a:xfrm>
        </p:spPr>
        <p:txBody>
          <a:bodyPr/>
          <a:lstStyle/>
          <a:p>
            <a:pPr marL="139700" indent="0">
              <a:buNone/>
            </a:pPr>
            <a:r>
              <a:rPr lang="en-US" dirty="0">
                <a:latin typeface="Segoe UI" panose="020B0502040204020203" pitchFamily="34" charset="0"/>
                <a:cs typeface="Segoe UI" panose="020B0502040204020203" pitchFamily="34" charset="0"/>
              </a:rPr>
              <a:t>1. Build Your Game Server: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o Create a game server build containing your game's executable and assets.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o Integrate the </a:t>
            </a:r>
            <a:r>
              <a:rPr lang="en-US" dirty="0" err="1">
                <a:latin typeface="Segoe UI" panose="020B0502040204020203" pitchFamily="34" charset="0"/>
                <a:cs typeface="Segoe UI" panose="020B0502040204020203" pitchFamily="34" charset="0"/>
              </a:rPr>
              <a:t>PlayFab</a:t>
            </a:r>
            <a:r>
              <a:rPr lang="en-US" dirty="0">
                <a:latin typeface="Segoe UI" panose="020B0502040204020203" pitchFamily="34" charset="0"/>
                <a:cs typeface="Segoe UI" panose="020B0502040204020203" pitchFamily="34" charset="0"/>
              </a:rPr>
              <a:t> Game Server SDK for seamless operation on </a:t>
            </a:r>
            <a:r>
              <a:rPr lang="en-US" dirty="0" err="1">
                <a:latin typeface="Segoe UI" panose="020B0502040204020203" pitchFamily="34" charset="0"/>
                <a:cs typeface="Segoe UI" panose="020B0502040204020203" pitchFamily="34" charset="0"/>
              </a:rPr>
              <a:t>PlayFab</a:t>
            </a:r>
            <a:r>
              <a:rPr lang="en-US" dirty="0">
                <a:latin typeface="Segoe UI" panose="020B0502040204020203" pitchFamily="34" charset="0"/>
                <a:cs typeface="Segoe UI" panose="020B0502040204020203" pitchFamily="34" charset="0"/>
              </a:rPr>
              <a:t> servers.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2. Deploy Your Build:</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Configure </a:t>
            </a:r>
            <a:r>
              <a:rPr lang="en-US" dirty="0" err="1">
                <a:latin typeface="Segoe UI" panose="020B0502040204020203" pitchFamily="34" charset="0"/>
                <a:cs typeface="Segoe UI" panose="020B0502040204020203" pitchFamily="34" charset="0"/>
              </a:rPr>
              <a:t>PlayFab</a:t>
            </a:r>
            <a:r>
              <a:rPr lang="en-US" dirty="0">
                <a:latin typeface="Segoe UI" panose="020B0502040204020203" pitchFamily="34" charset="0"/>
                <a:cs typeface="Segoe UI" panose="020B0502040204020203" pitchFamily="34" charset="0"/>
              </a:rPr>
              <a:t> to create and manage virtual machines (VMs) for your game servers.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Specify server types, regions, scaling options, and pre-allocated resources.</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3. Scale Servers Automatically:</a:t>
            </a:r>
            <a:br>
              <a:rPr lang="en-US" dirty="0">
                <a:latin typeface="Segoe UI" panose="020B0502040204020203" pitchFamily="34" charset="0"/>
                <a:cs typeface="Segoe UI" panose="020B0502040204020203" pitchFamily="34" charset="0"/>
              </a:rPr>
            </a:br>
            <a:r>
              <a:rPr lang="en-US" dirty="0" err="1">
                <a:latin typeface="Segoe UI" panose="020B0502040204020203" pitchFamily="34" charset="0"/>
                <a:cs typeface="Segoe UI" panose="020B0502040204020203" pitchFamily="34" charset="0"/>
              </a:rPr>
              <a:t>PlayFab</a:t>
            </a:r>
            <a:r>
              <a:rPr lang="en-US" dirty="0">
                <a:latin typeface="Segoe UI" panose="020B0502040204020203" pitchFamily="34" charset="0"/>
                <a:cs typeface="Segoe UI" panose="020B0502040204020203" pitchFamily="34" charset="0"/>
              </a:rPr>
              <a:t> dynamically adjusts VMs based on player demand : </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o Standby servers for waiting players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o Scaling up during peak times</a:t>
            </a: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	o Recycling used VMs for efficiency</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4. Measure Player Latency (Optional):Use </a:t>
            </a:r>
            <a:r>
              <a:rPr lang="en-US" dirty="0" err="1">
                <a:latin typeface="Segoe UI" panose="020B0502040204020203" pitchFamily="34" charset="0"/>
                <a:cs typeface="Segoe UI" panose="020B0502040204020203" pitchFamily="34" charset="0"/>
              </a:rPr>
              <a:t>PlayFab's</a:t>
            </a:r>
            <a:r>
              <a:rPr lang="en-US" dirty="0">
                <a:latin typeface="Segoe UI" panose="020B0502040204020203" pitchFamily="34" charset="0"/>
                <a:cs typeface="Segoe UI" panose="020B0502040204020203" pitchFamily="34" charset="0"/>
              </a:rPr>
              <a:t> QoS beacons to measure player latency to different Azure </a:t>
            </a:r>
            <a:r>
              <a:rPr lang="en-US" dirty="0" err="1">
                <a:latin typeface="Segoe UI" panose="020B0502040204020203" pitchFamily="34" charset="0"/>
                <a:cs typeface="Segoe UI" panose="020B0502040204020203" pitchFamily="34" charset="0"/>
              </a:rPr>
              <a:t>regions.This</a:t>
            </a:r>
            <a:r>
              <a:rPr lang="en-US" dirty="0">
                <a:latin typeface="Segoe UI" panose="020B0502040204020203" pitchFamily="34" charset="0"/>
                <a:cs typeface="Segoe UI" panose="020B0502040204020203" pitchFamily="34" charset="0"/>
              </a:rPr>
              <a:t> helps select the best region for optimal gameplay experience.</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5. Request Game </a:t>
            </a:r>
            <a:r>
              <a:rPr lang="en-US" dirty="0" err="1">
                <a:latin typeface="Segoe UI" panose="020B0502040204020203" pitchFamily="34" charset="0"/>
                <a:cs typeface="Segoe UI" panose="020B0502040204020203" pitchFamily="34" charset="0"/>
              </a:rPr>
              <a:t>Servers:Players</a:t>
            </a:r>
            <a:r>
              <a:rPr lang="en-US" dirty="0">
                <a:latin typeface="Segoe UI" panose="020B0502040204020203" pitchFamily="34" charset="0"/>
                <a:cs typeface="Segoe UI" panose="020B0502040204020203" pitchFamily="34" charset="0"/>
              </a:rPr>
              <a:t>, matchmaking, or your own system can request game servers from </a:t>
            </a:r>
            <a:r>
              <a:rPr lang="en-US" dirty="0" err="1">
                <a:latin typeface="Segoe UI" panose="020B0502040204020203" pitchFamily="34" charset="0"/>
                <a:cs typeface="Segoe UI" panose="020B0502040204020203" pitchFamily="34" charset="0"/>
              </a:rPr>
              <a:t>PlayFab</a:t>
            </a:r>
            <a:r>
              <a:rPr lang="en-US" dirty="0">
                <a:latin typeface="Segoe UI" panose="020B0502040204020203" pitchFamily="34" charset="0"/>
                <a:cs typeface="Segoe UI" panose="020B0502040204020203" pitchFamily="34" charset="0"/>
              </a:rPr>
              <a:t>.</a:t>
            </a:r>
            <a:br>
              <a:rPr lang="en-US" dirty="0">
                <a:latin typeface="Segoe UI" panose="020B0502040204020203" pitchFamily="34" charset="0"/>
                <a:cs typeface="Segoe UI" panose="020B0502040204020203" pitchFamily="34" charset="0"/>
              </a:rPr>
            </a:br>
            <a:br>
              <a:rPr lang="en-US" dirty="0">
                <a:latin typeface="Segoe UI" panose="020B0502040204020203" pitchFamily="34" charset="0"/>
                <a:cs typeface="Segoe UI" panose="020B0502040204020203" pitchFamily="34" charset="0"/>
              </a:rPr>
            </a:br>
            <a:r>
              <a:rPr lang="en-US" dirty="0">
                <a:latin typeface="Segoe UI" panose="020B0502040204020203" pitchFamily="34" charset="0"/>
                <a:cs typeface="Segoe UI" panose="020B0502040204020203" pitchFamily="34" charset="0"/>
              </a:rPr>
              <a:t>6. Connect and </a:t>
            </a:r>
            <a:r>
              <a:rPr lang="en-US" dirty="0" err="1">
                <a:latin typeface="Segoe UI" panose="020B0502040204020203" pitchFamily="34" charset="0"/>
                <a:cs typeface="Segoe UI" panose="020B0502040204020203" pitchFamily="34" charset="0"/>
              </a:rPr>
              <a:t>Play!PlayFab</a:t>
            </a:r>
            <a:r>
              <a:rPr lang="en-US" dirty="0">
                <a:latin typeface="Segoe UI" panose="020B0502040204020203" pitchFamily="34" charset="0"/>
                <a:cs typeface="Segoe UI" panose="020B0502040204020203" pitchFamily="34" charset="0"/>
              </a:rPr>
              <a:t> allocates servers within seconds (if available).Clients connect to the allocated server and start playing your game.</a:t>
            </a:r>
            <a:endParaRPr lang="en-IN" dirty="0">
              <a:latin typeface="Segoe UI" panose="020B0502040204020203" pitchFamily="34" charset="0"/>
              <a:cs typeface="Segoe UI" panose="020B0502040204020203" pitchFamily="34" charset="0"/>
            </a:endParaRPr>
          </a:p>
        </p:txBody>
      </p:sp>
      <p:sp>
        <p:nvSpPr>
          <p:cNvPr id="9" name="Title 8">
            <a:extLst>
              <a:ext uri="{FF2B5EF4-FFF2-40B4-BE49-F238E27FC236}">
                <a16:creationId xmlns:a16="http://schemas.microsoft.com/office/drawing/2014/main" id="{44D04870-3AF5-36FA-600E-2EA1398EB8A0}"/>
              </a:ext>
            </a:extLst>
          </p:cNvPr>
          <p:cNvSpPr>
            <a:spLocks noGrp="1"/>
          </p:cNvSpPr>
          <p:nvPr>
            <p:ph type="title"/>
          </p:nvPr>
        </p:nvSpPr>
        <p:spPr>
          <a:xfrm>
            <a:off x="1642945" y="0"/>
            <a:ext cx="6006791" cy="576000"/>
          </a:xfrm>
        </p:spPr>
        <p:txBody>
          <a:bodyPr/>
          <a:lstStyle/>
          <a:p>
            <a:r>
              <a:rPr kumimoji="0" lang="en-US" sz="2400" b="1" i="0" u="none" strike="noStrike" kern="0" cap="none" spc="0" normalizeH="0" baseline="0" noProof="0" dirty="0">
                <a:ln>
                  <a:noFill/>
                </a:ln>
                <a:solidFill>
                  <a:srgbClr val="494949"/>
                </a:solidFill>
                <a:effectLst/>
                <a:uLnTx/>
                <a:uFillTx/>
                <a:latin typeface="Fjalla One"/>
                <a:sym typeface="Fjalla One"/>
              </a:rPr>
              <a:t>Setting </a:t>
            </a:r>
            <a:r>
              <a:rPr lang="en-US" sz="2400" b="1" dirty="0">
                <a:solidFill>
                  <a:srgbClr val="494949"/>
                </a:solidFill>
              </a:rPr>
              <a:t>Up </a:t>
            </a:r>
            <a:r>
              <a:rPr kumimoji="0" lang="en-US" sz="2400" b="1" i="0" u="none" strike="noStrike" kern="0" cap="none" spc="0" normalizeH="0" baseline="0" noProof="0" dirty="0" err="1">
                <a:ln>
                  <a:noFill/>
                </a:ln>
                <a:solidFill>
                  <a:srgbClr val="494949"/>
                </a:solidFill>
                <a:effectLst/>
                <a:uLnTx/>
                <a:uFillTx/>
                <a:latin typeface="Fjalla One"/>
                <a:sym typeface="Fjalla One"/>
              </a:rPr>
              <a:t>PlayFab</a:t>
            </a:r>
            <a:r>
              <a:rPr kumimoji="0" lang="en-US" sz="2400" b="1" i="0" u="none" strike="noStrike" kern="0" cap="none" spc="0" normalizeH="0" baseline="0" noProof="0" dirty="0">
                <a:ln>
                  <a:noFill/>
                </a:ln>
                <a:solidFill>
                  <a:srgbClr val="494949"/>
                </a:solidFill>
                <a:effectLst/>
                <a:uLnTx/>
                <a:uFillTx/>
                <a:latin typeface="Fjalla One"/>
                <a:sym typeface="Fjalla One"/>
              </a:rPr>
              <a:t> Multiplayer Servers Hosting</a:t>
            </a:r>
            <a:endParaRPr lang="en-IN" dirty="0"/>
          </a:p>
        </p:txBody>
      </p:sp>
    </p:spTree>
    <p:extLst>
      <p:ext uri="{BB962C8B-B14F-4D97-AF65-F5344CB8AC3E}">
        <p14:creationId xmlns:p14="http://schemas.microsoft.com/office/powerpoint/2010/main" val="20874219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91"/>
        <p:cNvGrpSpPr/>
        <p:nvPr/>
      </p:nvGrpSpPr>
      <p:grpSpPr>
        <a:xfrm>
          <a:off x="0" y="0"/>
          <a:ext cx="0" cy="0"/>
          <a:chOff x="0" y="0"/>
          <a:chExt cx="0" cy="0"/>
        </a:xfrm>
      </p:grpSpPr>
      <p:sp>
        <p:nvSpPr>
          <p:cNvPr id="3" name="Title 2">
            <a:extLst>
              <a:ext uri="{FF2B5EF4-FFF2-40B4-BE49-F238E27FC236}">
                <a16:creationId xmlns:a16="http://schemas.microsoft.com/office/drawing/2014/main" id="{2FAB06BF-DE55-7B59-65C4-D504AFE33F38}"/>
              </a:ext>
            </a:extLst>
          </p:cNvPr>
          <p:cNvSpPr>
            <a:spLocks noGrp="1"/>
          </p:cNvSpPr>
          <p:nvPr>
            <p:ph type="title"/>
          </p:nvPr>
        </p:nvSpPr>
        <p:spPr>
          <a:xfrm>
            <a:off x="1596340" y="84328"/>
            <a:ext cx="5951169" cy="572700"/>
          </a:xfrm>
        </p:spPr>
        <p:txBody>
          <a:bodyPr/>
          <a:lstStyle/>
          <a:p>
            <a:r>
              <a:rPr lang="en-US" sz="2400" b="1" dirty="0"/>
              <a:t>Working of </a:t>
            </a:r>
            <a:r>
              <a:rPr lang="en-US" sz="2400" b="1" dirty="0" err="1"/>
              <a:t>PlayFab</a:t>
            </a:r>
            <a:r>
              <a:rPr lang="en-US" sz="2400" b="1" dirty="0"/>
              <a:t> Multiplayer Servers Hosting</a:t>
            </a:r>
          </a:p>
        </p:txBody>
      </p:sp>
      <p:pic>
        <p:nvPicPr>
          <p:cNvPr id="4" name="Picture 3" descr="A diagram of a machine&#10;&#10;Description automatically generated">
            <a:extLst>
              <a:ext uri="{FF2B5EF4-FFF2-40B4-BE49-F238E27FC236}">
                <a16:creationId xmlns:a16="http://schemas.microsoft.com/office/drawing/2014/main" id="{99F0371F-0FC6-0786-C374-77A30EC0846A}"/>
              </a:ext>
            </a:extLst>
          </p:cNvPr>
          <p:cNvPicPr>
            <a:picLocks noChangeAspect="1"/>
          </p:cNvPicPr>
          <p:nvPr/>
        </p:nvPicPr>
        <p:blipFill>
          <a:blip r:embed="rId3"/>
          <a:stretch>
            <a:fillRect/>
          </a:stretch>
        </p:blipFill>
        <p:spPr>
          <a:xfrm>
            <a:off x="1142933" y="719639"/>
            <a:ext cx="6858134" cy="4160930"/>
          </a:xfrm>
          <a:prstGeom prst="rect">
            <a:avLst/>
          </a:prstGeom>
          <a:ln>
            <a:solidFill>
              <a:schemeClr val="tx1"/>
            </a:solid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D78D5-0A4E-6CF7-46E2-5D0CA90F1277}"/>
              </a:ext>
            </a:extLst>
          </p:cNvPr>
          <p:cNvSpPr>
            <a:spLocks noGrp="1"/>
          </p:cNvSpPr>
          <p:nvPr>
            <p:ph type="title"/>
          </p:nvPr>
        </p:nvSpPr>
        <p:spPr>
          <a:xfrm>
            <a:off x="1823550" y="0"/>
            <a:ext cx="5496900" cy="572700"/>
          </a:xfrm>
        </p:spPr>
        <p:txBody>
          <a:bodyPr/>
          <a:lstStyle/>
          <a:p>
            <a:endParaRPr lang="en-IN"/>
          </a:p>
        </p:txBody>
      </p:sp>
      <p:sp>
        <p:nvSpPr>
          <p:cNvPr id="4" name="TextBox 3">
            <a:extLst>
              <a:ext uri="{FF2B5EF4-FFF2-40B4-BE49-F238E27FC236}">
                <a16:creationId xmlns:a16="http://schemas.microsoft.com/office/drawing/2014/main" id="{8E737F6C-9378-D27A-6277-DEFE1FD5B3FC}"/>
              </a:ext>
            </a:extLst>
          </p:cNvPr>
          <p:cNvSpPr txBox="1"/>
          <p:nvPr/>
        </p:nvSpPr>
        <p:spPr>
          <a:xfrm>
            <a:off x="1286107" y="572700"/>
            <a:ext cx="6757639" cy="3323987"/>
          </a:xfrm>
          <a:prstGeom prst="rect">
            <a:avLst/>
          </a:prstGeom>
          <a:noFill/>
        </p:spPr>
        <p:txBody>
          <a:bodyPr wrap="square" rtlCol="0">
            <a:spAutoFit/>
          </a:bodyPr>
          <a:lstStyle/>
          <a:p>
            <a:r>
              <a:rPr lang="en-US" dirty="0"/>
              <a:t>Friends: Players can add each other as friends, enabling features </a:t>
            </a:r>
            <a:r>
              <a:rPr lang="en-US" dirty="0" err="1"/>
              <a:t>like:Seeing</a:t>
            </a:r>
            <a:r>
              <a:rPr lang="en-US" dirty="0"/>
              <a:t> each other's online </a:t>
            </a:r>
            <a:r>
              <a:rPr lang="en-US" dirty="0" err="1"/>
              <a:t>status.Sending</a:t>
            </a:r>
            <a:r>
              <a:rPr lang="en-US" dirty="0"/>
              <a:t> private </a:t>
            </a:r>
            <a:r>
              <a:rPr lang="en-US" dirty="0" err="1"/>
              <a:t>messages.Inviting</a:t>
            </a:r>
            <a:r>
              <a:rPr lang="en-US" dirty="0"/>
              <a:t> friends to join games or </a:t>
            </a:r>
            <a:r>
              <a:rPr lang="en-US" dirty="0" err="1"/>
              <a:t>parties.Groups</a:t>
            </a:r>
            <a:r>
              <a:rPr lang="en-US" dirty="0"/>
              <a:t>, Guilds, and </a:t>
            </a:r>
            <a:r>
              <a:rPr lang="en-US" dirty="0" err="1"/>
              <a:t>Clans.PlayFab</a:t>
            </a:r>
            <a:r>
              <a:rPr lang="en-US" dirty="0"/>
              <a:t> doesn't offer a full-fledged "guild" system yet, but you can use Shared Group Data to share information among a limited number of players.</a:t>
            </a:r>
            <a:br>
              <a:rPr lang="en-US" dirty="0"/>
            </a:br>
            <a:r>
              <a:rPr lang="en-US" dirty="0"/>
              <a:t>Tournaments and Leaderboards: Create competitive experiences with leaderboards to showcase player achievements and rankings. Tournaments allow you to organize structured competitions with defined rules and rewards.</a:t>
            </a:r>
            <a:br>
              <a:rPr lang="en-US" dirty="0"/>
            </a:br>
            <a:r>
              <a:rPr lang="en-US" dirty="0"/>
              <a:t>Trading: You can build a trading system using its virtual currencies, items, and catalog features. Players could trade items for virtual currency or other items within the game's economy. </a:t>
            </a:r>
          </a:p>
          <a:p>
            <a:r>
              <a:rPr lang="en-US" dirty="0"/>
              <a:t>:Push Notifications and In-Game Messages: Send targeted messages to players to drive engagement, such as reminding them about events, daily rewards, or special offers</a:t>
            </a:r>
            <a:br>
              <a:rPr lang="en-US" dirty="0"/>
            </a:br>
            <a:endParaRPr lang="en-IN" dirty="0"/>
          </a:p>
        </p:txBody>
      </p:sp>
    </p:spTree>
    <p:extLst>
      <p:ext uri="{BB962C8B-B14F-4D97-AF65-F5344CB8AC3E}">
        <p14:creationId xmlns:p14="http://schemas.microsoft.com/office/powerpoint/2010/main" val="3773012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41668C56-3428-D71E-421A-341D223E458F}"/>
              </a:ext>
            </a:extLst>
          </p:cNvPr>
          <p:cNvSpPr>
            <a:spLocks noGrp="1"/>
          </p:cNvSpPr>
          <p:nvPr>
            <p:ph type="subTitle" idx="1"/>
          </p:nvPr>
        </p:nvSpPr>
        <p:spPr>
          <a:xfrm>
            <a:off x="1137424" y="637999"/>
            <a:ext cx="7114478" cy="4305708"/>
          </a:xfrm>
        </p:spPr>
        <p:txBody>
          <a:bodyPr/>
          <a:lstStyle/>
          <a:p>
            <a:pPr algn="l"/>
            <a:r>
              <a:rPr lang="en-US" dirty="0" err="1"/>
              <a:t>PlayStream</a:t>
            </a:r>
            <a:r>
              <a:rPr lang="en-US" dirty="0"/>
              <a:t> Get a real-time view of events happening in your game, enabling you to react quickly to player actions, identify issues, or trigger in-game events based on specific criteria.</a:t>
            </a:r>
            <a:br>
              <a:rPr lang="en-US" dirty="0"/>
            </a:br>
            <a:endParaRPr lang="en-US" dirty="0"/>
          </a:p>
          <a:p>
            <a:pPr algn="l"/>
            <a:r>
              <a:rPr lang="en-US" dirty="0"/>
              <a:t>Telemetry is a feature of </a:t>
            </a:r>
            <a:r>
              <a:rPr lang="en-US" dirty="0" err="1"/>
              <a:t>PlayFab</a:t>
            </a:r>
            <a:r>
              <a:rPr lang="en-US" dirty="0"/>
              <a:t> that allows you to send </a:t>
            </a:r>
            <a:r>
              <a:rPr lang="en-US" dirty="0" err="1"/>
              <a:t>UserGenerated</a:t>
            </a:r>
            <a:r>
              <a:rPr lang="en-US" dirty="0"/>
              <a:t> Events to </a:t>
            </a:r>
            <a:r>
              <a:rPr lang="en-US" dirty="0" err="1"/>
              <a:t>PlayFab</a:t>
            </a:r>
            <a:r>
              <a:rPr lang="en-US" dirty="0"/>
              <a:t> and is useful for recording things that are happening inside your game, without the need of immediately reacting to them. For example record crash logs, performance metrics, user behavior</a:t>
            </a:r>
            <a:br>
              <a:rPr lang="en-US" dirty="0"/>
            </a:br>
            <a:r>
              <a:rPr lang="en-US" dirty="0"/>
              <a:t>Experimentation: </a:t>
            </a:r>
            <a:r>
              <a:rPr lang="en-US" dirty="0" err="1"/>
              <a:t>PlayFab</a:t>
            </a:r>
            <a:r>
              <a:rPr lang="en-US" dirty="0"/>
              <a:t> allows you to experiment with different game features, content variations, and monetization strategies to see which ones perform better with your player base.</a:t>
            </a:r>
            <a:br>
              <a:rPr lang="en-US" dirty="0"/>
            </a:br>
            <a:r>
              <a:rPr lang="en-US" dirty="0"/>
              <a:t>Segmentation lets you create targeted groups of players based on their player</a:t>
            </a:r>
          </a:p>
          <a:p>
            <a:pPr algn="l"/>
            <a:r>
              <a:rPr lang="en-US" dirty="0"/>
              <a:t>properties. When </a:t>
            </a:r>
            <a:r>
              <a:rPr lang="en-US" dirty="0" err="1"/>
              <a:t>PlayStream</a:t>
            </a:r>
            <a:r>
              <a:rPr lang="en-US" dirty="0"/>
              <a:t> events are processed, your configuration drives the</a:t>
            </a:r>
          </a:p>
          <a:p>
            <a:pPr algn="l"/>
            <a:r>
              <a:rPr lang="en-US" dirty="0"/>
              <a:t>addition of players into and out of the segments you define.</a:t>
            </a:r>
          </a:p>
          <a:p>
            <a:pPr algn="l"/>
            <a:r>
              <a:rPr lang="en-US" dirty="0"/>
              <a:t>Let's say that you want to define a segment of players where XP &gt; 3,000, then every</a:t>
            </a:r>
          </a:p>
          <a:p>
            <a:pPr algn="l"/>
            <a:r>
              <a:rPr lang="en-US" dirty="0"/>
              <a:t>player with XP &gt; 3,000 will now be in that segment.</a:t>
            </a:r>
          </a:p>
          <a:p>
            <a:pPr algn="l"/>
            <a:r>
              <a:rPr lang="en-US" dirty="0"/>
              <a:t>In the example shown below, this particular segment is evaluated anytime the statistic</a:t>
            </a:r>
          </a:p>
          <a:p>
            <a:pPr algn="l"/>
            <a:r>
              <a:rPr lang="en-US" dirty="0"/>
              <a:t>called </a:t>
            </a:r>
            <a:r>
              <a:rPr lang="en-US" dirty="0" err="1"/>
              <a:t>Total_XPGained</a:t>
            </a:r>
            <a:r>
              <a:rPr lang="en-US" dirty="0"/>
              <a:t> changes. If the condition (&gt; 3000) evaluates to true, then the</a:t>
            </a:r>
          </a:p>
          <a:p>
            <a:pPr algn="l"/>
            <a:r>
              <a:rPr lang="en-US" dirty="0"/>
              <a:t>player enters the High XP Players segment, and the corresponding action(s) will be</a:t>
            </a:r>
          </a:p>
          <a:p>
            <a:pPr algn="l"/>
            <a:r>
              <a:rPr lang="en-US" dirty="0"/>
              <a:t>triggered.</a:t>
            </a:r>
          </a:p>
          <a:p>
            <a:pPr algn="l"/>
            <a:r>
              <a:rPr lang="en-US" dirty="0"/>
              <a:t>In this case, it sends a push notification, and grants gold to the player.</a:t>
            </a:r>
          </a:p>
          <a:p>
            <a:pPr algn="l"/>
            <a:r>
              <a:rPr lang="en-US" dirty="0"/>
              <a:t>There are various basic actions available, including granting an item to the player,</a:t>
            </a:r>
          </a:p>
          <a:p>
            <a:pPr algn="l"/>
            <a:r>
              <a:rPr lang="en-US" dirty="0"/>
              <a:t>granting virtual currency, changing a statistic, banning a player, sending a player an</a:t>
            </a:r>
          </a:p>
          <a:p>
            <a:pPr algn="l"/>
            <a:r>
              <a:rPr lang="en-US" dirty="0"/>
              <a:t>email or sending a Push notification.</a:t>
            </a:r>
          </a:p>
          <a:p>
            <a:pPr algn="l"/>
            <a:endParaRPr lang="en-IN" dirty="0"/>
          </a:p>
        </p:txBody>
      </p:sp>
      <p:sp>
        <p:nvSpPr>
          <p:cNvPr id="3" name="Title 2">
            <a:extLst>
              <a:ext uri="{FF2B5EF4-FFF2-40B4-BE49-F238E27FC236}">
                <a16:creationId xmlns:a16="http://schemas.microsoft.com/office/drawing/2014/main" id="{E860839A-4F36-654E-CA8A-6DB331415E98}"/>
              </a:ext>
            </a:extLst>
          </p:cNvPr>
          <p:cNvSpPr>
            <a:spLocks noGrp="1"/>
          </p:cNvSpPr>
          <p:nvPr>
            <p:ph type="title"/>
          </p:nvPr>
        </p:nvSpPr>
        <p:spPr>
          <a:xfrm>
            <a:off x="2167128" y="0"/>
            <a:ext cx="4809600" cy="576000"/>
          </a:xfrm>
        </p:spPr>
        <p:txBody>
          <a:bodyPr/>
          <a:lstStyle/>
          <a:p>
            <a:endParaRPr lang="en-IN" dirty="0"/>
          </a:p>
        </p:txBody>
      </p:sp>
    </p:spTree>
    <p:extLst>
      <p:ext uri="{BB962C8B-B14F-4D97-AF65-F5344CB8AC3E}">
        <p14:creationId xmlns:p14="http://schemas.microsoft.com/office/powerpoint/2010/main" val="22645082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C7387F-5FA1-D7B2-5983-CE10F4C2B736}"/>
              </a:ext>
            </a:extLst>
          </p:cNvPr>
          <p:cNvPicPr>
            <a:picLocks noChangeAspect="1"/>
          </p:cNvPicPr>
          <p:nvPr/>
        </p:nvPicPr>
        <p:blipFill>
          <a:blip r:embed="rId2"/>
          <a:stretch>
            <a:fillRect/>
          </a:stretch>
        </p:blipFill>
        <p:spPr>
          <a:xfrm>
            <a:off x="1898855" y="0"/>
            <a:ext cx="5346290" cy="5143500"/>
          </a:xfrm>
          <a:prstGeom prst="rect">
            <a:avLst/>
          </a:prstGeom>
        </p:spPr>
      </p:pic>
    </p:spTree>
    <p:extLst>
      <p:ext uri="{BB962C8B-B14F-4D97-AF65-F5344CB8AC3E}">
        <p14:creationId xmlns:p14="http://schemas.microsoft.com/office/powerpoint/2010/main" val="1849255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4C239DD-FD94-DA28-FD40-44E5EDB779AC}"/>
              </a:ext>
            </a:extLst>
          </p:cNvPr>
          <p:cNvPicPr>
            <a:picLocks noChangeAspect="1"/>
          </p:cNvPicPr>
          <p:nvPr/>
        </p:nvPicPr>
        <p:blipFill>
          <a:blip r:embed="rId2"/>
          <a:stretch>
            <a:fillRect/>
          </a:stretch>
        </p:blipFill>
        <p:spPr>
          <a:xfrm>
            <a:off x="603504" y="1017624"/>
            <a:ext cx="7936992" cy="3195348"/>
          </a:xfrm>
          <a:prstGeom prst="rect">
            <a:avLst/>
          </a:prstGeom>
        </p:spPr>
      </p:pic>
    </p:spTree>
    <p:extLst>
      <p:ext uri="{BB962C8B-B14F-4D97-AF65-F5344CB8AC3E}">
        <p14:creationId xmlns:p14="http://schemas.microsoft.com/office/powerpoint/2010/main" val="23374596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949"/>
        <p:cNvGrpSpPr/>
        <p:nvPr/>
      </p:nvGrpSpPr>
      <p:grpSpPr>
        <a:xfrm>
          <a:off x="0" y="0"/>
          <a:ext cx="0" cy="0"/>
          <a:chOff x="0" y="0"/>
          <a:chExt cx="0" cy="0"/>
        </a:xfrm>
      </p:grpSpPr>
      <p:sp>
        <p:nvSpPr>
          <p:cNvPr id="2" name="Google Shape;3605;p63">
            <a:extLst>
              <a:ext uri="{FF2B5EF4-FFF2-40B4-BE49-F238E27FC236}">
                <a16:creationId xmlns:a16="http://schemas.microsoft.com/office/drawing/2014/main" id="{99CC8D0B-4B6F-BF60-EBD3-235103AF7BF8}"/>
              </a:ext>
            </a:extLst>
          </p:cNvPr>
          <p:cNvSpPr txBox="1">
            <a:spLocks noGrp="1"/>
          </p:cNvSpPr>
          <p:nvPr/>
        </p:nvSpPr>
        <p:spPr>
          <a:xfrm>
            <a:off x="2105425" y="1812798"/>
            <a:ext cx="4937700" cy="132821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1pPr>
            <a:lvl2pPr marR="0" lvl="1"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2pPr>
            <a:lvl3pPr marR="0" lvl="2"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3pPr>
            <a:lvl4pPr marR="0" lvl="3"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4pPr>
            <a:lvl5pPr marR="0" lvl="4"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5pPr>
            <a:lvl6pPr marR="0" lvl="5"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6pPr>
            <a:lvl7pPr marR="0" lvl="6"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7pPr>
            <a:lvl8pPr marR="0" lvl="7"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8pPr>
            <a:lvl9pPr marR="0" lvl="8" algn="l" rtl="0">
              <a:lnSpc>
                <a:spcPct val="100000"/>
              </a:lnSpc>
              <a:spcBef>
                <a:spcPts val="0"/>
              </a:spcBef>
              <a:spcAft>
                <a:spcPts val="0"/>
              </a:spcAft>
              <a:buClr>
                <a:schemeClr val="dk2"/>
              </a:buClr>
              <a:buSzPts val="2800"/>
              <a:buFont typeface="Fjalla One"/>
              <a:buNone/>
              <a:defRPr sz="4800" b="0" i="0" u="none" strike="noStrike" cap="none">
                <a:solidFill>
                  <a:schemeClr val="dk2"/>
                </a:solidFill>
                <a:latin typeface="Fjalla One"/>
                <a:ea typeface="Fjalla One"/>
                <a:cs typeface="Fjalla One"/>
                <a:sym typeface="Fjalla One"/>
              </a:defRPr>
            </a:lvl9pPr>
          </a:lstStyle>
          <a:p>
            <a:pPr marL="0" lvl="0" indent="0" algn="ctr" rtl="0">
              <a:spcBef>
                <a:spcPts val="0"/>
              </a:spcBef>
              <a:spcAft>
                <a:spcPts val="0"/>
              </a:spcAft>
              <a:buNone/>
            </a:pPr>
            <a:r>
              <a:rPr lang="en" sz="9600" b="1"/>
              <a:t>Thanks!</a:t>
            </a:r>
            <a:endParaRPr lang="en-US" sz="9600" b="1"/>
          </a:p>
        </p:txBody>
      </p:sp>
    </p:spTree>
  </p:cSld>
  <p:clrMapOvr>
    <a:masterClrMapping/>
  </p:clrMapOvr>
</p:sld>
</file>

<file path=ppt/theme/theme1.xml><?xml version="1.0" encoding="utf-8"?>
<a:theme xmlns:a="http://schemas.openxmlformats.org/drawingml/2006/main" name="Technology Consulting by Slidesgo">
  <a:themeElements>
    <a:clrScheme name="Simple Light">
      <a:dk1>
        <a:srgbClr val="3D3D3D"/>
      </a:dk1>
      <a:lt1>
        <a:srgbClr val="FFFFFF"/>
      </a:lt1>
      <a:dk2>
        <a:srgbClr val="494949"/>
      </a:dk2>
      <a:lt2>
        <a:srgbClr val="EEEEEE"/>
      </a:lt2>
      <a:accent1>
        <a:srgbClr val="77C6FC"/>
      </a:accent1>
      <a:accent2>
        <a:srgbClr val="BBE3FE"/>
      </a:accent2>
      <a:accent3>
        <a:srgbClr val="D6EEFE"/>
      </a:accent3>
      <a:accent4>
        <a:srgbClr val="BEBEBE"/>
      </a:accent4>
      <a:accent5>
        <a:srgbClr val="477797"/>
      </a:accent5>
      <a:accent6>
        <a:srgbClr val="9E9E9E"/>
      </a:accent6>
      <a:hlink>
        <a:srgbClr val="77C6FC"/>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551</TotalTime>
  <Words>4166</Words>
  <Application>Microsoft Office PowerPoint</Application>
  <PresentationFormat>On-screen Show (16:9)</PresentationFormat>
  <Paragraphs>254</Paragraphs>
  <Slides>44</Slides>
  <Notes>25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44</vt:i4>
      </vt:variant>
    </vt:vector>
  </HeadingPairs>
  <TitlesOfParts>
    <vt:vector size="53" baseType="lpstr">
      <vt:lpstr>Barlow Semi Condensed Medium</vt:lpstr>
      <vt:lpstr>Fjalla One</vt:lpstr>
      <vt:lpstr>Barlow Semi Condensed</vt:lpstr>
      <vt:lpstr>Courier New</vt:lpstr>
      <vt:lpstr>Barlow Semi Condensed Light</vt:lpstr>
      <vt:lpstr>Arial</vt:lpstr>
      <vt:lpstr>Roboto Condensed Light</vt:lpstr>
      <vt:lpstr>Segoe UI</vt:lpstr>
      <vt:lpstr>Technology Consulting by Slidesgo</vt:lpstr>
      <vt:lpstr>CLOUD GAMING: MULTIPLAYER GAMES(Amazon's Gamelift and Microsoft's Playfab)</vt:lpstr>
      <vt:lpstr>What is Cloud ?</vt:lpstr>
      <vt:lpstr>What is Cloud Computing?</vt:lpstr>
      <vt:lpstr>What is Cloud Gaming ?</vt:lpstr>
      <vt:lpstr>PowerPoint Presentation</vt:lpstr>
      <vt:lpstr>Benefits of Cloud Gaming </vt:lpstr>
      <vt:lpstr>Continued... </vt:lpstr>
      <vt:lpstr>Latency &amp; Bandwidth</vt:lpstr>
      <vt:lpstr>Disadvantages of  Cloud Gaming</vt:lpstr>
      <vt:lpstr>Virtualization </vt:lpstr>
      <vt:lpstr>Concepts of Virtualization  </vt:lpstr>
      <vt:lpstr>PowerPoint Presentation</vt:lpstr>
      <vt:lpstr>Limitations of Cloud Gaming </vt:lpstr>
      <vt:lpstr>PowerPoint Presentation</vt:lpstr>
      <vt:lpstr>PowerPoint Presentation</vt:lpstr>
      <vt:lpstr>Cloud Gaming Services</vt:lpstr>
      <vt:lpstr>More Cloud Gaming Services</vt:lpstr>
      <vt:lpstr>Cloud Based Multiplayer Games</vt:lpstr>
      <vt:lpstr>PowerPoint Presentation</vt:lpstr>
      <vt:lpstr>Benefits of Amazon's GameLift</vt:lpstr>
      <vt:lpstr>Setting up GameLift</vt:lpstr>
      <vt:lpstr>Setting up GameLift </vt:lpstr>
      <vt:lpstr>Setting up GameLift </vt:lpstr>
      <vt:lpstr>Setting up GameLift </vt:lpstr>
      <vt:lpstr>Setting up GameLift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Multiplayer services</vt:lpstr>
      <vt:lpstr>Multiplayer services</vt:lpstr>
      <vt:lpstr>Multiplayer services</vt:lpstr>
      <vt:lpstr>Multiplayer services</vt:lpstr>
      <vt:lpstr>Setting Up PlayFab Multiplayer Servers Hosting</vt:lpstr>
      <vt:lpstr>Working of PlayFab Multiplayer Servers Hosting</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&lt;button type="button" class="undo" title="Undo"&gt;       &lt;div class="material-symbols-outlined"&gt;         undo       &lt;/div&gt;     &lt;/button&gt;      &lt;button type="button" class="undo" title="Redo"&gt;       &lt;div class="material-symbols-outlined"&gt;         redo       &lt;/div&gt;     &lt;/button&gt;      &lt;button type="button" class="undo" title="Take an exit/draw"&gt;       &lt;div class="material-symbols-outlined"&gt;         exit_to_app       &lt;/div&gt;     &lt;/button&gt;     &lt;button type="button" class="undo" title="Restart game"&gt;       &lt;div class="material-symbols-outlined"&gt;     restart_alt       &lt;/div&gt; </dc:title>
  <cp:lastModifiedBy>Saurabh Yadav</cp:lastModifiedBy>
  <cp:revision>139</cp:revision>
  <dcterms:modified xsi:type="dcterms:W3CDTF">2024-05-23T01:09:02Z</dcterms:modified>
</cp:coreProperties>
</file>