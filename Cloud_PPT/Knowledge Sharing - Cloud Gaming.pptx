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57"/>
  </p:notesMasterIdLst>
  <p:sldIdLst>
    <p:sldId id="256" r:id="rId2"/>
    <p:sldId id="257" r:id="rId3"/>
    <p:sldId id="304" r:id="rId4"/>
    <p:sldId id="259" r:id="rId5"/>
    <p:sldId id="350" r:id="rId6"/>
    <p:sldId id="351" r:id="rId7"/>
    <p:sldId id="352" r:id="rId8"/>
    <p:sldId id="353" r:id="rId9"/>
    <p:sldId id="362" r:id="rId10"/>
    <p:sldId id="354" r:id="rId11"/>
    <p:sldId id="307" r:id="rId12"/>
    <p:sldId id="308" r:id="rId13"/>
    <p:sldId id="261" r:id="rId14"/>
    <p:sldId id="258" r:id="rId15"/>
    <p:sldId id="305" r:id="rId16"/>
    <p:sldId id="267" r:id="rId17"/>
    <p:sldId id="310" r:id="rId18"/>
    <p:sldId id="263" r:id="rId19"/>
    <p:sldId id="265" r:id="rId20"/>
    <p:sldId id="309" r:id="rId21"/>
    <p:sldId id="277" r:id="rId22"/>
    <p:sldId id="270" r:id="rId23"/>
    <p:sldId id="264" r:id="rId24"/>
    <p:sldId id="276" r:id="rId25"/>
    <p:sldId id="311" r:id="rId26"/>
    <p:sldId id="328" r:id="rId27"/>
    <p:sldId id="329" r:id="rId28"/>
    <p:sldId id="331" r:id="rId29"/>
    <p:sldId id="332" r:id="rId30"/>
    <p:sldId id="333" r:id="rId31"/>
    <p:sldId id="319" r:id="rId32"/>
    <p:sldId id="322" r:id="rId33"/>
    <p:sldId id="323" r:id="rId34"/>
    <p:sldId id="324" r:id="rId35"/>
    <p:sldId id="325" r:id="rId36"/>
    <p:sldId id="326" r:id="rId37"/>
    <p:sldId id="327" r:id="rId38"/>
    <p:sldId id="345" r:id="rId39"/>
    <p:sldId id="346" r:id="rId40"/>
    <p:sldId id="349" r:id="rId41"/>
    <p:sldId id="347" r:id="rId42"/>
    <p:sldId id="348" r:id="rId43"/>
    <p:sldId id="358" r:id="rId44"/>
    <p:sldId id="356" r:id="rId45"/>
    <p:sldId id="271" r:id="rId46"/>
    <p:sldId id="334" r:id="rId47"/>
    <p:sldId id="337" r:id="rId48"/>
    <p:sldId id="336" r:id="rId49"/>
    <p:sldId id="335" r:id="rId50"/>
    <p:sldId id="281" r:id="rId51"/>
    <p:sldId id="340" r:id="rId52"/>
    <p:sldId id="359" r:id="rId53"/>
    <p:sldId id="360" r:id="rId54"/>
    <p:sldId id="361" r:id="rId55"/>
    <p:sldId id="286" r:id="rId56"/>
  </p:sldIdLst>
  <p:sldSz cx="9144000" cy="5143500" type="screen16x9"/>
  <p:notesSz cx="6858000" cy="9144000"/>
  <p:embeddedFontLst>
    <p:embeddedFont>
      <p:font typeface="Barlow Semi Condensed" panose="00000506000000000000" pitchFamily="2" charset="0"/>
      <p:regular r:id="rId58"/>
      <p:bold r:id="rId59"/>
      <p:italic r:id="rId60"/>
      <p:boldItalic r:id="rId61"/>
    </p:embeddedFont>
    <p:embeddedFont>
      <p:font typeface="Barlow Semi Condensed Light" panose="00000406000000000000" pitchFamily="2" charset="0"/>
      <p:regular r:id="rId62"/>
      <p:bold r:id="rId63"/>
      <p:italic r:id="rId64"/>
      <p:boldItalic r:id="rId65"/>
    </p:embeddedFont>
    <p:embeddedFont>
      <p:font typeface="Barlow Semi Condensed Medium" panose="00000606000000000000" pitchFamily="2" charset="0"/>
      <p:regular r:id="rId66"/>
      <p:bold r:id="rId67"/>
      <p:italic r:id="rId68"/>
      <p:boldItalic r:id="rId69"/>
    </p:embeddedFont>
    <p:embeddedFont>
      <p:font typeface="Consolas" panose="020B0609020204030204" pitchFamily="49" charset="0"/>
      <p:regular r:id="rId70"/>
      <p:bold r:id="rId71"/>
      <p:italic r:id="rId72"/>
      <p:boldItalic r:id="rId73"/>
    </p:embeddedFont>
    <p:embeddedFont>
      <p:font typeface="Fjalla One" panose="02000506040000020004" pitchFamily="2" charset="0"/>
      <p:regular r:id="rId74"/>
    </p:embeddedFont>
    <p:embeddedFont>
      <p:font typeface="Segoe UI" panose="020B0502040204020203" pitchFamily="34" charset="0"/>
      <p:regular r:id="rId75"/>
      <p:bold r:id="rId76"/>
      <p:italic r:id="rId77"/>
      <p:boldItalic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FD0222BD-1AB5-C8B7-D9CE-846671A36A5A}" name="Saurabh Yadav" initials="SY" userId="S::sayadav@keywordsstudios.com::ec44896e-65d1-4130-9d21-2a5c1bd4fac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0BC98E-C6C6-0498-730D-519D668A1449}" v="5" dt="2024-05-27T03:29:10.955"/>
    <p1510:client id="{25B26D3B-99E4-CBBD-D235-16410A6C213E}" v="12" dt="2024-05-28T03:03:14.685"/>
    <p1510:client id="{3FEC4211-A007-5524-EBF5-274D0104806F}" v="19" dt="2024-05-27T03:04:58.717"/>
    <p1510:client id="{56457CA4-E0D6-2990-6FAF-CC4840F21C7D}" v="685" dt="2024-05-27T09:09:21.362"/>
    <p1510:client id="{7EB91D46-1E8F-943A-0FA0-4A442EE9D6DE}" v="370" dt="2024-05-27T11:24:35.426"/>
    <p1510:client id="{8E31C978-1F60-5877-D021-3F98BD06D9EE}" v="93" dt="2024-05-28T03:33:49.439"/>
    <p1510:client id="{B8FD5502-FE2C-27FA-D05B-930D07D6444F}" v="187" dt="2024-05-28T07:28:45.119"/>
  </p1510:revLst>
</p1510:revInfo>
</file>

<file path=ppt/tableStyles.xml><?xml version="1.0" encoding="utf-8"?>
<a:tblStyleLst xmlns:a="http://schemas.openxmlformats.org/drawingml/2006/main" def="{C0574BBD-5D8F-4286-A000-8844F12BC22A}">
  <a:tblStyle styleId="{C0574BBD-5D8F-4286-A000-8844F12BC22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font" Target="fonts/font11.fntdata"/><Relationship Id="rId84" Type="http://schemas.microsoft.com/office/2018/10/relationships/authors" Target="author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font" Target="fonts/font1.fntdata"/><Relationship Id="rId74" Type="http://schemas.openxmlformats.org/officeDocument/2006/relationships/font" Target="fonts/font17.fntdata"/><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4.fntdata"/><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7.fntdata"/><Relationship Id="rId69" Type="http://schemas.openxmlformats.org/officeDocument/2006/relationships/font" Target="fonts/font12.fntdata"/><Relationship Id="rId77" Type="http://schemas.openxmlformats.org/officeDocument/2006/relationships/font" Target="fonts/font20.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5.fntdata"/><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font" Target="fonts/font13.fntdata"/><Relationship Id="rId75" Type="http://schemas.openxmlformats.org/officeDocument/2006/relationships/font" Target="fonts/font18.fntdata"/><Relationship Id="rId83"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font" Target="fonts/font16.fntdata"/><Relationship Id="rId78" Type="http://schemas.openxmlformats.org/officeDocument/2006/relationships/font" Target="fonts/font21.fntdata"/><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9.fntdata"/><Relationship Id="rId7" Type="http://schemas.openxmlformats.org/officeDocument/2006/relationships/slide" Target="slides/slide6.xml"/><Relationship Id="rId71" Type="http://schemas.openxmlformats.org/officeDocument/2006/relationships/font" Target="fonts/font14.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The "cloud" refers to the infrastructure itself, while "cloud computing" refers to the delivery of computing services over the internet using that infrastructure.</a:t>
            </a:r>
          </a:p>
          <a:p>
            <a:pPr marL="0" indent="0">
              <a:buNone/>
            </a:pPr>
            <a:endParaRPr lang="en-US"/>
          </a:p>
          <a:p>
            <a:pPr marL="0" indent="0">
              <a:buNone/>
            </a:pPr>
            <a:r>
              <a:rPr lang="en-US"/>
              <a:t>Cloud computing plays a pivotal role in our everyday lives, whether accessing a cloud application like Google Gmail, streaming a movie on Netflix or playing a cloud-hosted video game.</a:t>
            </a:r>
            <a:br>
              <a:rPr lang="en-US"/>
            </a:br>
            <a:endParaRPr lang="en-US"/>
          </a:p>
        </p:txBody>
      </p:sp>
    </p:spTree>
    <p:extLst>
      <p:ext uri="{BB962C8B-B14F-4D97-AF65-F5344CB8AC3E}">
        <p14:creationId xmlns:p14="http://schemas.microsoft.com/office/powerpoint/2010/main" val="35896892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The "cloud" refers to the infrastructure itself, while "cloud computing" refers to the delivery of computing services over the internet using that infrastructure.</a:t>
            </a:r>
          </a:p>
          <a:p>
            <a:pPr marL="0" indent="0">
              <a:buNone/>
            </a:pPr>
            <a:endParaRPr lang="en-US"/>
          </a:p>
          <a:p>
            <a:pPr marL="0" indent="0">
              <a:buNone/>
            </a:pPr>
            <a:r>
              <a:rPr lang="en-US"/>
              <a:t>Cloud computing plays a pivotal role in our everyday lives, whether accessing a cloud application like Google Gmail, streaming a movie on Netflix or playing a cloud-hosted video game.</a:t>
            </a:r>
            <a:br>
              <a:rPr lang="en-US"/>
            </a:br>
            <a:endParaRPr lang="en-US"/>
          </a:p>
        </p:txBody>
      </p:sp>
    </p:spTree>
    <p:extLst>
      <p:ext uri="{BB962C8B-B14F-4D97-AF65-F5344CB8AC3E}">
        <p14:creationId xmlns:p14="http://schemas.microsoft.com/office/powerpoint/2010/main" val="2362700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As is the case with streaming platforms like Netflix, cloud gaming services have adopted different video encoding methods. That allows platforms like Shadow or Vortex to adapt the video stream based on your internet speed. If the connection falls below the good speeds for gaming, the video will show more compression artifacts.</a:t>
            </a:r>
          </a:p>
        </p:txBody>
      </p:sp>
    </p:spTree>
    <p:extLst>
      <p:ext uri="{BB962C8B-B14F-4D97-AF65-F5344CB8AC3E}">
        <p14:creationId xmlns:p14="http://schemas.microsoft.com/office/powerpoint/2010/main" val="20078419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p:cNvGrpSpPr/>
        <p:nvPr/>
      </p:nvGrpSpPr>
      <p:grpSpPr>
        <a:xfrm>
          <a:off x="0" y="0"/>
          <a:ext cx="0" cy="0"/>
          <a:chOff x="0" y="0"/>
          <a:chExt cx="0" cy="0"/>
        </a:xfrm>
      </p:grpSpPr>
      <p:sp>
        <p:nvSpPr>
          <p:cNvPr id="2180" name="Google Shape;2180;g804e9800b4_0_1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The two factors to consider when talking about cloud gaming are latency and bandwidth. Gamers are likely familiar with latency or, as it’s often referred to, “ping.” Your ping is how long it takes — usually in milliseconds — for an input to be sent across a network in a round trip</a:t>
            </a:r>
            <a:br>
              <a:rPr lang="en-US"/>
            </a:br>
            <a:endParaRPr lang="en-US"/>
          </a:p>
          <a:p>
            <a:pPr marL="0" indent="0">
              <a:buNone/>
            </a:pPr>
            <a:r>
              <a:rPr lang="en-US"/>
              <a:t>Like playing games online, your latency is important in determining how long it takes for your inputs to register. However, unlike playing online, a lot of data needs to be transferred over the network.  </a:t>
            </a:r>
          </a:p>
          <a:p>
            <a:pPr marL="0" indent="0">
              <a:buNone/>
            </a:pPr>
            <a:endParaRPr lang="en-US"/>
          </a:p>
          <a:p>
            <a:pPr marL="0" indent="0">
              <a:buNone/>
            </a:pPr>
            <a:r>
              <a:rPr lang="en-US"/>
              <a:t>Due to the constantly changing nature of gaming, though, that responsiveness can make or break the experience. You need a solid internet connection and close data centers for cloud gaming, there’s no arguing that. However, how quickly the remote computer can respond to your requests is equally as important.</a:t>
            </a:r>
            <a:br>
              <a:rPr lang="en-US"/>
            </a:b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one of the main cost-effective, hardware-reducing, and energy-saving techniques used by cloud providers is Virtualization.</a:t>
            </a:r>
          </a:p>
        </p:txBody>
      </p:sp>
    </p:spTree>
    <p:extLst>
      <p:ext uri="{BB962C8B-B14F-4D97-AF65-F5344CB8AC3E}">
        <p14:creationId xmlns:p14="http://schemas.microsoft.com/office/powerpoint/2010/main" val="2646400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7"/>
        <p:cNvGrpSpPr/>
        <p:nvPr/>
      </p:nvGrpSpPr>
      <p:grpSpPr>
        <a:xfrm>
          <a:off x="0" y="0"/>
          <a:ext cx="0" cy="0"/>
          <a:chOff x="0" y="0"/>
          <a:chExt cx="0" cy="0"/>
        </a:xfrm>
      </p:grpSpPr>
      <p:sp>
        <p:nvSpPr>
          <p:cNvPr id="2338" name="Google Shape;2338;g86fa6133bc_4_215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9" name="Google Shape;2339;g86fa6133bc_4_215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p:cNvGrpSpPr/>
        <p:nvPr/>
      </p:nvGrpSpPr>
      <p:grpSpPr>
        <a:xfrm>
          <a:off x="0" y="0"/>
          <a:ext cx="0" cy="0"/>
          <a:chOff x="0" y="0"/>
          <a:chExt cx="0" cy="0"/>
        </a:xfrm>
      </p:grpSpPr>
      <p:sp>
        <p:nvSpPr>
          <p:cNvPr id="2238" name="Google Shape;2238;g86fa6133bc_4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2"/>
        <p:cNvGrpSpPr/>
        <p:nvPr/>
      </p:nvGrpSpPr>
      <p:grpSpPr>
        <a:xfrm>
          <a:off x="0" y="0"/>
          <a:ext cx="0" cy="0"/>
          <a:chOff x="0" y="0"/>
          <a:chExt cx="0" cy="0"/>
        </a:xfrm>
      </p:grpSpPr>
      <p:sp>
        <p:nvSpPr>
          <p:cNvPr id="2323" name="Google Shape;2323;g8714a43093_3_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4" name="Google Shape;2324;g8714a43093_3_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2"/>
        <p:cNvGrpSpPr/>
        <p:nvPr/>
      </p:nvGrpSpPr>
      <p:grpSpPr>
        <a:xfrm>
          <a:off x="0" y="0"/>
          <a:ext cx="0" cy="0"/>
          <a:chOff x="0" y="0"/>
          <a:chExt cx="0" cy="0"/>
        </a:xfrm>
      </p:grpSpPr>
      <p:sp>
        <p:nvSpPr>
          <p:cNvPr id="2323" name="Google Shape;2323;g8714a43093_3_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4" name="Google Shape;2324;g8714a43093_3_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84765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7"/>
        <p:cNvGrpSpPr/>
        <p:nvPr/>
      </p:nvGrpSpPr>
      <p:grpSpPr>
        <a:xfrm>
          <a:off x="0" y="0"/>
          <a:ext cx="0" cy="0"/>
          <a:chOff x="0" y="0"/>
          <a:chExt cx="0" cy="0"/>
        </a:xfrm>
      </p:grpSpPr>
      <p:sp>
        <p:nvSpPr>
          <p:cNvPr id="3188" name="Google Shape;3188;g8714a43093_3_3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9" name="Google Shape;3189;g8714a43093_3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0"/>
        <p:cNvGrpSpPr/>
        <p:nvPr/>
      </p:nvGrpSpPr>
      <p:grpSpPr>
        <a:xfrm>
          <a:off x="0" y="0"/>
          <a:ext cx="0" cy="0"/>
          <a:chOff x="0" y="0"/>
          <a:chExt cx="0" cy="0"/>
        </a:xfrm>
      </p:grpSpPr>
      <p:sp>
        <p:nvSpPr>
          <p:cNvPr id="2691" name="Google Shape;2691;g8714a43093_1_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2" name="Google Shape;2692;g8714a43093_1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p:cNvGrpSpPr/>
        <p:nvPr/>
      </p:nvGrpSpPr>
      <p:grpSpPr>
        <a:xfrm>
          <a:off x="0" y="0"/>
          <a:ext cx="0" cy="0"/>
          <a:chOff x="0" y="0"/>
          <a:chExt cx="0" cy="0"/>
        </a:xfrm>
      </p:grpSpPr>
      <p:sp>
        <p:nvSpPr>
          <p:cNvPr id="2304" name="Google Shape;2304;g86fa6133bc_4_21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1"/>
        <p:cNvGrpSpPr/>
        <p:nvPr/>
      </p:nvGrpSpPr>
      <p:grpSpPr>
        <a:xfrm>
          <a:off x="0" y="0"/>
          <a:ext cx="0" cy="0"/>
          <a:chOff x="0" y="0"/>
          <a:chExt cx="0" cy="0"/>
        </a:xfrm>
      </p:grpSpPr>
      <p:sp>
        <p:nvSpPr>
          <p:cNvPr id="3182" name="Google Shape;3182;g8714a43093_5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3" name="Google Shape;3183;g8714a43093_5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0"/>
        <p:cNvGrpSpPr/>
        <p:nvPr/>
      </p:nvGrpSpPr>
      <p:grpSpPr>
        <a:xfrm>
          <a:off x="0" y="0"/>
          <a:ext cx="0" cy="0"/>
          <a:chOff x="0" y="0"/>
          <a:chExt cx="0" cy="0"/>
        </a:xfrm>
      </p:grpSpPr>
      <p:sp>
        <p:nvSpPr>
          <p:cNvPr id="2221" name="Google Shape;2221;g804e9800b4_0_1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2" name="Google Shape;2222;g804e9800b4_0_1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23016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8"/>
        <p:cNvGrpSpPr/>
        <p:nvPr/>
      </p:nvGrpSpPr>
      <p:grpSpPr>
        <a:xfrm>
          <a:off x="0" y="0"/>
          <a:ext cx="0" cy="0"/>
          <a:chOff x="0" y="0"/>
          <a:chExt cx="0" cy="0"/>
        </a:xfrm>
      </p:grpSpPr>
      <p:sp>
        <p:nvSpPr>
          <p:cNvPr id="2729" name="Google Shape;2729;g8714a43093_3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0" name="Google Shape;2730;g8714a43093_3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5"/>
        <p:cNvGrpSpPr/>
        <p:nvPr/>
      </p:nvGrpSpPr>
      <p:grpSpPr>
        <a:xfrm>
          <a:off x="0" y="0"/>
          <a:ext cx="0" cy="0"/>
          <a:chOff x="0" y="0"/>
          <a:chExt cx="0" cy="0"/>
        </a:xfrm>
      </p:grpSpPr>
      <p:sp>
        <p:nvSpPr>
          <p:cNvPr id="3006" name="Google Shape;3006;g8714a43093_1_8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7" name="Google Shape;3007;g8714a43093_1_8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26331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5"/>
        <p:cNvGrpSpPr/>
        <p:nvPr/>
      </p:nvGrpSpPr>
      <p:grpSpPr>
        <a:xfrm>
          <a:off x="0" y="0"/>
          <a:ext cx="0" cy="0"/>
          <a:chOff x="0" y="0"/>
          <a:chExt cx="0" cy="0"/>
        </a:xfrm>
      </p:grpSpPr>
      <p:sp>
        <p:nvSpPr>
          <p:cNvPr id="3006" name="Google Shape;3006;g8714a43093_1_8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7" name="Google Shape;3007;g8714a43093_1_8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85023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5"/>
        <p:cNvGrpSpPr/>
        <p:nvPr/>
      </p:nvGrpSpPr>
      <p:grpSpPr>
        <a:xfrm>
          <a:off x="0" y="0"/>
          <a:ext cx="0" cy="0"/>
          <a:chOff x="0" y="0"/>
          <a:chExt cx="0" cy="0"/>
        </a:xfrm>
      </p:grpSpPr>
      <p:sp>
        <p:nvSpPr>
          <p:cNvPr id="3006" name="Google Shape;3006;g8714a43093_1_8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7" name="Google Shape;3007;g8714a43093_1_8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3903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5"/>
        <p:cNvGrpSpPr/>
        <p:nvPr/>
      </p:nvGrpSpPr>
      <p:grpSpPr>
        <a:xfrm>
          <a:off x="0" y="0"/>
          <a:ext cx="0" cy="0"/>
          <a:chOff x="0" y="0"/>
          <a:chExt cx="0" cy="0"/>
        </a:xfrm>
      </p:grpSpPr>
      <p:sp>
        <p:nvSpPr>
          <p:cNvPr id="3006" name="Google Shape;3006;g8714a43093_1_8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7" name="Google Shape;3007;g8714a43093_1_8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94067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8"/>
        <p:cNvGrpSpPr/>
        <p:nvPr/>
      </p:nvGrpSpPr>
      <p:grpSpPr>
        <a:xfrm>
          <a:off x="0" y="0"/>
          <a:ext cx="0" cy="0"/>
          <a:chOff x="0" y="0"/>
          <a:chExt cx="0" cy="0"/>
        </a:xfrm>
      </p:grpSpPr>
      <p:sp>
        <p:nvSpPr>
          <p:cNvPr id="3489" name="Google Shape;3489;g8728718f4e_1_18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0" name="Google Shape;3490;g8728718f4e_1_18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8"/>
        <p:cNvGrpSpPr/>
        <p:nvPr/>
      </p:nvGrpSpPr>
      <p:grpSpPr>
        <a:xfrm>
          <a:off x="0" y="0"/>
          <a:ext cx="0" cy="0"/>
          <a:chOff x="0" y="0"/>
          <a:chExt cx="0" cy="0"/>
        </a:xfrm>
      </p:grpSpPr>
      <p:sp>
        <p:nvSpPr>
          <p:cNvPr id="3489" name="Google Shape;3489;g8728718f4e_1_18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0" name="Google Shape;3490;g8728718f4e_1_18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34520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6"/>
        <p:cNvGrpSpPr/>
        <p:nvPr/>
      </p:nvGrpSpPr>
      <p:grpSpPr>
        <a:xfrm>
          <a:off x="0" y="0"/>
          <a:ext cx="0" cy="0"/>
          <a:chOff x="0" y="0"/>
          <a:chExt cx="0" cy="0"/>
        </a:xfrm>
      </p:grpSpPr>
      <p:sp>
        <p:nvSpPr>
          <p:cNvPr id="4947" name="Google Shape;4947;g804e9800b4_0_14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8" name="Google Shape;4948;g804e9800b4_0_14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5" Type="http://schemas.openxmlformats.org/officeDocument/2006/relationships/hyperlink" Target="https://stories.freepik.com/" TargetMode="External"/><Relationship Id="rId4" Type="http://schemas.openxmlformats.org/officeDocument/2006/relationships/hyperlink" Target="https://www.freepik.com/"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a:endParaRPr/>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8" name="Google Shape;48;p3"/>
          <p:cNvSpPr txBox="1">
            <a:spLocks noGrp="1"/>
          </p:cNvSpPr>
          <p:nvPr>
            <p:ph type="title" idx="2" hasCustomPrompt="1"/>
          </p:nvPr>
        </p:nvSpPr>
        <p:spPr>
          <a:xfrm>
            <a:off x="2971800" y="1161288"/>
            <a:ext cx="2967600" cy="106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49" name="Google Shape;49;p3"/>
          <p:cNvSpPr txBox="1">
            <a:spLocks noGrp="1"/>
          </p:cNvSpPr>
          <p:nvPr>
            <p:ph type="subTitle" idx="1"/>
          </p:nvPr>
        </p:nvSpPr>
        <p:spPr>
          <a:xfrm>
            <a:off x="2973225" y="2999232"/>
            <a:ext cx="3200400" cy="685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 name="Google Shape;69;p3"/>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3" name="Google Shape;103;p3"/>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3"/>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05" name="Google Shape;105;p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5"/>
        <p:cNvGrpSpPr/>
        <p:nvPr/>
      </p:nvGrpSpPr>
      <p:grpSpPr>
        <a:xfrm>
          <a:off x="0" y="0"/>
          <a:ext cx="0" cy="0"/>
          <a:chOff x="0" y="0"/>
          <a:chExt cx="0" cy="0"/>
        </a:xfrm>
      </p:grpSpPr>
      <p:sp>
        <p:nvSpPr>
          <p:cNvPr id="176" name="Google Shape;176;p5"/>
          <p:cNvSpPr txBox="1">
            <a:spLocks noGrp="1"/>
          </p:cNvSpPr>
          <p:nvPr>
            <p:ph type="title"/>
          </p:nvPr>
        </p:nvSpPr>
        <p:spPr>
          <a:xfrm>
            <a:off x="1807671" y="338325"/>
            <a:ext cx="5528700" cy="612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177" name="Google Shape;177;p5"/>
          <p:cNvSpPr txBox="1">
            <a:spLocks noGrp="1"/>
          </p:cNvSpPr>
          <p:nvPr>
            <p:ph type="subTitle" idx="1"/>
          </p:nvPr>
        </p:nvSpPr>
        <p:spPr>
          <a:xfrm>
            <a:off x="4956048" y="2532888"/>
            <a:ext cx="2084700" cy="136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78" name="Google Shape;178;p5"/>
          <p:cNvSpPr txBox="1">
            <a:spLocks noGrp="1"/>
          </p:cNvSpPr>
          <p:nvPr>
            <p:ph type="subTitle" idx="2"/>
          </p:nvPr>
        </p:nvSpPr>
        <p:spPr>
          <a:xfrm>
            <a:off x="2093976" y="2532888"/>
            <a:ext cx="2084700" cy="136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79" name="Google Shape;179;p5"/>
          <p:cNvSpPr txBox="1">
            <a:spLocks noGrp="1"/>
          </p:cNvSpPr>
          <p:nvPr>
            <p:ph type="subTitle" idx="3"/>
          </p:nvPr>
        </p:nvSpPr>
        <p:spPr>
          <a:xfrm>
            <a:off x="4956048" y="2221992"/>
            <a:ext cx="2084700" cy="283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defRPr>
            </a:lvl2pPr>
            <a:lvl3pPr lvl="2" algn="ctr" rtl="0">
              <a:spcBef>
                <a:spcPts val="0"/>
              </a:spcBef>
              <a:spcAft>
                <a:spcPts val="0"/>
              </a:spcAft>
              <a:buNone/>
              <a:defRPr sz="1600">
                <a:solidFill>
                  <a:schemeClr val="accent1"/>
                </a:solidFill>
              </a:defRPr>
            </a:lvl3pPr>
            <a:lvl4pPr lvl="3" algn="ctr" rtl="0">
              <a:spcBef>
                <a:spcPts val="0"/>
              </a:spcBef>
              <a:spcAft>
                <a:spcPts val="0"/>
              </a:spcAft>
              <a:buNone/>
              <a:defRPr sz="1600">
                <a:solidFill>
                  <a:schemeClr val="accent1"/>
                </a:solidFill>
              </a:defRPr>
            </a:lvl4pPr>
            <a:lvl5pPr lvl="4" algn="ctr" rtl="0">
              <a:spcBef>
                <a:spcPts val="0"/>
              </a:spcBef>
              <a:spcAft>
                <a:spcPts val="0"/>
              </a:spcAft>
              <a:buNone/>
              <a:defRPr sz="1600">
                <a:solidFill>
                  <a:schemeClr val="accent1"/>
                </a:solidFill>
              </a:defRPr>
            </a:lvl5pPr>
            <a:lvl6pPr lvl="5" algn="ctr" rtl="0">
              <a:spcBef>
                <a:spcPts val="0"/>
              </a:spcBef>
              <a:spcAft>
                <a:spcPts val="0"/>
              </a:spcAft>
              <a:buNone/>
              <a:defRPr sz="1600">
                <a:solidFill>
                  <a:schemeClr val="accent1"/>
                </a:solidFill>
              </a:defRPr>
            </a:lvl6pPr>
            <a:lvl7pPr lvl="6" algn="ctr" rtl="0">
              <a:spcBef>
                <a:spcPts val="0"/>
              </a:spcBef>
              <a:spcAft>
                <a:spcPts val="0"/>
              </a:spcAft>
              <a:buNone/>
              <a:defRPr sz="1600">
                <a:solidFill>
                  <a:schemeClr val="accent1"/>
                </a:solidFill>
              </a:defRPr>
            </a:lvl7pPr>
            <a:lvl8pPr lvl="7" algn="ctr" rtl="0">
              <a:spcBef>
                <a:spcPts val="0"/>
              </a:spcBef>
              <a:spcAft>
                <a:spcPts val="0"/>
              </a:spcAft>
              <a:buNone/>
              <a:defRPr sz="1600">
                <a:solidFill>
                  <a:schemeClr val="accent1"/>
                </a:solidFill>
              </a:defRPr>
            </a:lvl8pPr>
            <a:lvl9pPr lvl="8" algn="ctr" rtl="0">
              <a:spcBef>
                <a:spcPts val="0"/>
              </a:spcBef>
              <a:spcAft>
                <a:spcPts val="0"/>
              </a:spcAft>
              <a:buNone/>
              <a:defRPr sz="1600">
                <a:solidFill>
                  <a:schemeClr val="accent1"/>
                </a:solidFill>
              </a:defRPr>
            </a:lvl9pPr>
          </a:lstStyle>
          <a:p>
            <a:endParaRPr/>
          </a:p>
        </p:txBody>
      </p:sp>
      <p:sp>
        <p:nvSpPr>
          <p:cNvPr id="180" name="Google Shape;180;p5"/>
          <p:cNvSpPr txBox="1">
            <a:spLocks noGrp="1"/>
          </p:cNvSpPr>
          <p:nvPr>
            <p:ph type="subTitle" idx="4"/>
          </p:nvPr>
        </p:nvSpPr>
        <p:spPr>
          <a:xfrm>
            <a:off x="2093976" y="2203704"/>
            <a:ext cx="2084700" cy="3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defRPr>
            </a:lvl2pPr>
            <a:lvl3pPr lvl="2" algn="ctr" rtl="0">
              <a:spcBef>
                <a:spcPts val="0"/>
              </a:spcBef>
              <a:spcAft>
                <a:spcPts val="0"/>
              </a:spcAft>
              <a:buNone/>
              <a:defRPr sz="1600">
                <a:solidFill>
                  <a:schemeClr val="accent1"/>
                </a:solidFill>
              </a:defRPr>
            </a:lvl3pPr>
            <a:lvl4pPr lvl="3" algn="ctr" rtl="0">
              <a:spcBef>
                <a:spcPts val="0"/>
              </a:spcBef>
              <a:spcAft>
                <a:spcPts val="0"/>
              </a:spcAft>
              <a:buNone/>
              <a:defRPr sz="1600">
                <a:solidFill>
                  <a:schemeClr val="accent1"/>
                </a:solidFill>
              </a:defRPr>
            </a:lvl4pPr>
            <a:lvl5pPr lvl="4" algn="ctr" rtl="0">
              <a:spcBef>
                <a:spcPts val="0"/>
              </a:spcBef>
              <a:spcAft>
                <a:spcPts val="0"/>
              </a:spcAft>
              <a:buNone/>
              <a:defRPr sz="1600">
                <a:solidFill>
                  <a:schemeClr val="accent1"/>
                </a:solidFill>
              </a:defRPr>
            </a:lvl5pPr>
            <a:lvl6pPr lvl="5" algn="ctr" rtl="0">
              <a:spcBef>
                <a:spcPts val="0"/>
              </a:spcBef>
              <a:spcAft>
                <a:spcPts val="0"/>
              </a:spcAft>
              <a:buNone/>
              <a:defRPr sz="1600">
                <a:solidFill>
                  <a:schemeClr val="accent1"/>
                </a:solidFill>
              </a:defRPr>
            </a:lvl6pPr>
            <a:lvl7pPr lvl="6" algn="ctr" rtl="0">
              <a:spcBef>
                <a:spcPts val="0"/>
              </a:spcBef>
              <a:spcAft>
                <a:spcPts val="0"/>
              </a:spcAft>
              <a:buNone/>
              <a:defRPr sz="1600">
                <a:solidFill>
                  <a:schemeClr val="accent1"/>
                </a:solidFill>
              </a:defRPr>
            </a:lvl7pPr>
            <a:lvl8pPr lvl="7" algn="ctr" rtl="0">
              <a:spcBef>
                <a:spcPts val="0"/>
              </a:spcBef>
              <a:spcAft>
                <a:spcPts val="0"/>
              </a:spcAft>
              <a:buNone/>
              <a:defRPr sz="1600">
                <a:solidFill>
                  <a:schemeClr val="accent1"/>
                </a:solidFill>
              </a:defRPr>
            </a:lvl8pPr>
            <a:lvl9pPr lvl="8" algn="ctr" rtl="0">
              <a:spcBef>
                <a:spcPts val="0"/>
              </a:spcBef>
              <a:spcAft>
                <a:spcPts val="0"/>
              </a:spcAft>
              <a:buNone/>
              <a:defRPr sz="1600">
                <a:solidFill>
                  <a:schemeClr val="accent1"/>
                </a:solidFill>
              </a:defRPr>
            </a:lvl9pPr>
          </a:lstStyle>
          <a:p>
            <a:endParaRPr/>
          </a:p>
        </p:txBody>
      </p:sp>
      <p:sp>
        <p:nvSpPr>
          <p:cNvPr id="181" name="Google Shape;181;p5"/>
          <p:cNvSpPr txBox="1">
            <a:spLocks noGrp="1"/>
          </p:cNvSpPr>
          <p:nvPr>
            <p:ph type="title" idx="5" hasCustomPrompt="1"/>
          </p:nvPr>
        </p:nvSpPr>
        <p:spPr>
          <a:xfrm>
            <a:off x="2779776" y="1627632"/>
            <a:ext cx="722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82" name="Google Shape;182;p5"/>
          <p:cNvSpPr txBox="1">
            <a:spLocks noGrp="1"/>
          </p:cNvSpPr>
          <p:nvPr>
            <p:ph type="title" idx="6" hasCustomPrompt="1"/>
          </p:nvPr>
        </p:nvSpPr>
        <p:spPr>
          <a:xfrm>
            <a:off x="5641848" y="1627632"/>
            <a:ext cx="722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grpSp>
        <p:nvGrpSpPr>
          <p:cNvPr id="183" name="Google Shape;183;p5"/>
          <p:cNvGrpSpPr/>
          <p:nvPr/>
        </p:nvGrpSpPr>
        <p:grpSpPr>
          <a:xfrm>
            <a:off x="432850" y="0"/>
            <a:ext cx="8278300" cy="5165700"/>
            <a:chOff x="432850" y="0"/>
            <a:chExt cx="8278300" cy="5165700"/>
          </a:xfrm>
        </p:grpSpPr>
        <p:cxnSp>
          <p:nvCxnSpPr>
            <p:cNvPr id="184" name="Google Shape;184;p5"/>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85" name="Google Shape;185;p5"/>
            <p:cNvGrpSpPr/>
            <p:nvPr/>
          </p:nvGrpSpPr>
          <p:grpSpPr>
            <a:xfrm>
              <a:off x="8129350" y="4292175"/>
              <a:ext cx="581800" cy="582350"/>
              <a:chOff x="8064275" y="887850"/>
              <a:chExt cx="581800" cy="582350"/>
            </a:xfrm>
          </p:grpSpPr>
          <p:sp>
            <p:nvSpPr>
              <p:cNvPr id="186" name="Google Shape;186;p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5"/>
            <p:cNvGrpSpPr/>
            <p:nvPr/>
          </p:nvGrpSpPr>
          <p:grpSpPr>
            <a:xfrm>
              <a:off x="8274238" y="3720600"/>
              <a:ext cx="292025" cy="292575"/>
              <a:chOff x="7353050" y="316275"/>
              <a:chExt cx="292025" cy="292575"/>
            </a:xfrm>
          </p:grpSpPr>
          <p:sp>
            <p:nvSpPr>
              <p:cNvPr id="193" name="Google Shape;193;p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 name="Google Shape;197;p5"/>
            <p:cNvGrpSpPr/>
            <p:nvPr/>
          </p:nvGrpSpPr>
          <p:grpSpPr>
            <a:xfrm>
              <a:off x="8332763" y="3212475"/>
              <a:ext cx="175000" cy="175000"/>
              <a:chOff x="8792300" y="321275"/>
              <a:chExt cx="175000" cy="175000"/>
            </a:xfrm>
          </p:grpSpPr>
          <p:sp>
            <p:nvSpPr>
              <p:cNvPr id="198" name="Google Shape;198;p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02" name="Google Shape;202;p5"/>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03" name="Google Shape;203;p5"/>
            <p:cNvGrpSpPr/>
            <p:nvPr/>
          </p:nvGrpSpPr>
          <p:grpSpPr>
            <a:xfrm rot="10800000">
              <a:off x="432850" y="291788"/>
              <a:ext cx="581800" cy="582350"/>
              <a:chOff x="8064275" y="887850"/>
              <a:chExt cx="581800" cy="582350"/>
            </a:xfrm>
          </p:grpSpPr>
          <p:sp>
            <p:nvSpPr>
              <p:cNvPr id="204" name="Google Shape;204;p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 name="Google Shape;210;p5"/>
            <p:cNvGrpSpPr/>
            <p:nvPr/>
          </p:nvGrpSpPr>
          <p:grpSpPr>
            <a:xfrm rot="10800000">
              <a:off x="577738" y="1153138"/>
              <a:ext cx="292025" cy="292575"/>
              <a:chOff x="7353050" y="316275"/>
              <a:chExt cx="292025" cy="292575"/>
            </a:xfrm>
          </p:grpSpPr>
          <p:sp>
            <p:nvSpPr>
              <p:cNvPr id="211" name="Google Shape;211;p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 name="Google Shape;215;p5"/>
            <p:cNvGrpSpPr/>
            <p:nvPr/>
          </p:nvGrpSpPr>
          <p:grpSpPr>
            <a:xfrm rot="10800000">
              <a:off x="636238" y="1778838"/>
              <a:ext cx="175000" cy="175000"/>
              <a:chOff x="8792300" y="321275"/>
              <a:chExt cx="175000" cy="175000"/>
            </a:xfrm>
          </p:grpSpPr>
          <p:sp>
            <p:nvSpPr>
              <p:cNvPr id="216" name="Google Shape;216;p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 name="Google Shape;220;p5"/>
            <p:cNvGrpSpPr/>
            <p:nvPr/>
          </p:nvGrpSpPr>
          <p:grpSpPr>
            <a:xfrm>
              <a:off x="432850" y="2003163"/>
              <a:ext cx="175013" cy="27000"/>
              <a:chOff x="5662375" y="212375"/>
              <a:chExt cx="175013" cy="27000"/>
            </a:xfrm>
          </p:grpSpPr>
          <p:sp>
            <p:nvSpPr>
              <p:cNvPr id="221" name="Google Shape;221;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 name="Google Shape;224;p5"/>
            <p:cNvGrpSpPr/>
            <p:nvPr/>
          </p:nvGrpSpPr>
          <p:grpSpPr>
            <a:xfrm>
              <a:off x="788100" y="208488"/>
              <a:ext cx="175013" cy="27000"/>
              <a:chOff x="5662375" y="212375"/>
              <a:chExt cx="175013" cy="27000"/>
            </a:xfrm>
          </p:grpSpPr>
          <p:sp>
            <p:nvSpPr>
              <p:cNvPr id="225" name="Google Shape;225;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5"/>
            <p:cNvGrpSpPr/>
            <p:nvPr/>
          </p:nvGrpSpPr>
          <p:grpSpPr>
            <a:xfrm>
              <a:off x="8129350" y="4988725"/>
              <a:ext cx="175013" cy="27000"/>
              <a:chOff x="5662375" y="212375"/>
              <a:chExt cx="175013" cy="27000"/>
            </a:xfrm>
          </p:grpSpPr>
          <p:sp>
            <p:nvSpPr>
              <p:cNvPr id="229" name="Google Shape;229;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2" name="Google Shape;232;p5"/>
            <p:cNvGrpSpPr/>
            <p:nvPr/>
          </p:nvGrpSpPr>
          <p:grpSpPr>
            <a:xfrm>
              <a:off x="8497550" y="3429425"/>
              <a:ext cx="175013" cy="27000"/>
              <a:chOff x="5662375" y="212375"/>
              <a:chExt cx="175013" cy="27000"/>
            </a:xfrm>
          </p:grpSpPr>
          <p:sp>
            <p:nvSpPr>
              <p:cNvPr id="233" name="Google Shape;233;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36" name="Google Shape;236;p5"/>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5"/>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38" name="Google Shape;238;p5"/>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5"/>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5"/>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5"/>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2"/>
        <p:cNvGrpSpPr/>
        <p:nvPr/>
      </p:nvGrpSpPr>
      <p:grpSpPr>
        <a:xfrm>
          <a:off x="0" y="0"/>
          <a:ext cx="0" cy="0"/>
          <a:chOff x="0" y="0"/>
          <a:chExt cx="0" cy="0"/>
        </a:xfrm>
      </p:grpSpPr>
      <p:sp>
        <p:nvSpPr>
          <p:cNvPr id="243" name="Google Shape;243;p6"/>
          <p:cNvSpPr txBox="1">
            <a:spLocks noGrp="1"/>
          </p:cNvSpPr>
          <p:nvPr>
            <p:ph type="title"/>
          </p:nvPr>
        </p:nvSpPr>
        <p:spPr>
          <a:xfrm>
            <a:off x="1823475" y="338328"/>
            <a:ext cx="54969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grpSp>
        <p:nvGrpSpPr>
          <p:cNvPr id="244" name="Google Shape;244;p6"/>
          <p:cNvGrpSpPr/>
          <p:nvPr/>
        </p:nvGrpSpPr>
        <p:grpSpPr>
          <a:xfrm>
            <a:off x="432850" y="0"/>
            <a:ext cx="8278300" cy="5165700"/>
            <a:chOff x="432850" y="0"/>
            <a:chExt cx="8278300" cy="5165700"/>
          </a:xfrm>
        </p:grpSpPr>
        <p:cxnSp>
          <p:nvCxnSpPr>
            <p:cNvPr id="245" name="Google Shape;245;p6"/>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46" name="Google Shape;246;p6"/>
            <p:cNvGrpSpPr/>
            <p:nvPr/>
          </p:nvGrpSpPr>
          <p:grpSpPr>
            <a:xfrm>
              <a:off x="8129350" y="4292175"/>
              <a:ext cx="581800" cy="582350"/>
              <a:chOff x="8064275" y="887850"/>
              <a:chExt cx="581800" cy="582350"/>
            </a:xfrm>
          </p:grpSpPr>
          <p:sp>
            <p:nvSpPr>
              <p:cNvPr id="247" name="Google Shape;247;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 name="Google Shape;253;p6"/>
            <p:cNvGrpSpPr/>
            <p:nvPr/>
          </p:nvGrpSpPr>
          <p:grpSpPr>
            <a:xfrm>
              <a:off x="8274238" y="3720600"/>
              <a:ext cx="292025" cy="292575"/>
              <a:chOff x="7353050" y="316275"/>
              <a:chExt cx="292025" cy="292575"/>
            </a:xfrm>
          </p:grpSpPr>
          <p:sp>
            <p:nvSpPr>
              <p:cNvPr id="254" name="Google Shape;254;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 name="Google Shape;258;p6"/>
            <p:cNvGrpSpPr/>
            <p:nvPr/>
          </p:nvGrpSpPr>
          <p:grpSpPr>
            <a:xfrm>
              <a:off x="8332763" y="3212475"/>
              <a:ext cx="175000" cy="175000"/>
              <a:chOff x="8792300" y="321275"/>
              <a:chExt cx="175000" cy="175000"/>
            </a:xfrm>
          </p:grpSpPr>
          <p:sp>
            <p:nvSpPr>
              <p:cNvPr id="259" name="Google Shape;259;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63" name="Google Shape;263;p6"/>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64" name="Google Shape;264;p6"/>
            <p:cNvGrpSpPr/>
            <p:nvPr/>
          </p:nvGrpSpPr>
          <p:grpSpPr>
            <a:xfrm rot="10800000">
              <a:off x="432850" y="291788"/>
              <a:ext cx="581800" cy="582350"/>
              <a:chOff x="8064275" y="887850"/>
              <a:chExt cx="581800" cy="582350"/>
            </a:xfrm>
          </p:grpSpPr>
          <p:sp>
            <p:nvSpPr>
              <p:cNvPr id="265" name="Google Shape;265;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 name="Google Shape;271;p6"/>
            <p:cNvGrpSpPr/>
            <p:nvPr/>
          </p:nvGrpSpPr>
          <p:grpSpPr>
            <a:xfrm rot="10800000">
              <a:off x="577738" y="1153138"/>
              <a:ext cx="292025" cy="292575"/>
              <a:chOff x="7353050" y="316275"/>
              <a:chExt cx="292025" cy="292575"/>
            </a:xfrm>
          </p:grpSpPr>
          <p:sp>
            <p:nvSpPr>
              <p:cNvPr id="272" name="Google Shape;272;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 name="Google Shape;276;p6"/>
            <p:cNvGrpSpPr/>
            <p:nvPr/>
          </p:nvGrpSpPr>
          <p:grpSpPr>
            <a:xfrm rot="10800000">
              <a:off x="636238" y="1778838"/>
              <a:ext cx="175000" cy="175000"/>
              <a:chOff x="8792300" y="321275"/>
              <a:chExt cx="175000" cy="175000"/>
            </a:xfrm>
          </p:grpSpPr>
          <p:sp>
            <p:nvSpPr>
              <p:cNvPr id="277" name="Google Shape;277;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 name="Google Shape;281;p6"/>
            <p:cNvGrpSpPr/>
            <p:nvPr/>
          </p:nvGrpSpPr>
          <p:grpSpPr>
            <a:xfrm>
              <a:off x="432850" y="2003163"/>
              <a:ext cx="175013" cy="27000"/>
              <a:chOff x="5662375" y="212375"/>
              <a:chExt cx="175013" cy="27000"/>
            </a:xfrm>
          </p:grpSpPr>
          <p:sp>
            <p:nvSpPr>
              <p:cNvPr id="282" name="Google Shape;282;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 name="Google Shape;285;p6"/>
            <p:cNvGrpSpPr/>
            <p:nvPr/>
          </p:nvGrpSpPr>
          <p:grpSpPr>
            <a:xfrm>
              <a:off x="788100" y="208488"/>
              <a:ext cx="175013" cy="27000"/>
              <a:chOff x="5662375" y="212375"/>
              <a:chExt cx="175013" cy="27000"/>
            </a:xfrm>
          </p:grpSpPr>
          <p:sp>
            <p:nvSpPr>
              <p:cNvPr id="286" name="Google Shape;286;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 name="Google Shape;289;p6"/>
            <p:cNvGrpSpPr/>
            <p:nvPr/>
          </p:nvGrpSpPr>
          <p:grpSpPr>
            <a:xfrm>
              <a:off x="8129350" y="4988725"/>
              <a:ext cx="175013" cy="27000"/>
              <a:chOff x="5662375" y="212375"/>
              <a:chExt cx="175013" cy="27000"/>
            </a:xfrm>
          </p:grpSpPr>
          <p:sp>
            <p:nvSpPr>
              <p:cNvPr id="290" name="Google Shape;290;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 name="Google Shape;293;p6"/>
            <p:cNvGrpSpPr/>
            <p:nvPr/>
          </p:nvGrpSpPr>
          <p:grpSpPr>
            <a:xfrm>
              <a:off x="8497550" y="3429425"/>
              <a:ext cx="175013" cy="27000"/>
              <a:chOff x="5662375" y="212375"/>
              <a:chExt cx="175013" cy="27000"/>
            </a:xfrm>
          </p:grpSpPr>
          <p:sp>
            <p:nvSpPr>
              <p:cNvPr id="294" name="Google Shape;294;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97" name="Google Shape;297;p6"/>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98" name="Google Shape;298;p6"/>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99" name="Google Shape;299;p6"/>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6"/>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3"/>
        <p:cNvGrpSpPr/>
        <p:nvPr/>
      </p:nvGrpSpPr>
      <p:grpSpPr>
        <a:xfrm>
          <a:off x="0" y="0"/>
          <a:ext cx="0" cy="0"/>
          <a:chOff x="0" y="0"/>
          <a:chExt cx="0" cy="0"/>
        </a:xfrm>
      </p:grpSpPr>
      <p:sp>
        <p:nvSpPr>
          <p:cNvPr id="304" name="Google Shape;304;p7"/>
          <p:cNvSpPr txBox="1">
            <a:spLocks noGrp="1"/>
          </p:cNvSpPr>
          <p:nvPr>
            <p:ph type="subTitle" idx="1"/>
          </p:nvPr>
        </p:nvSpPr>
        <p:spPr>
          <a:xfrm>
            <a:off x="804672" y="1984248"/>
            <a:ext cx="3291900" cy="1371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None/>
              <a:defRPr sz="19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9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9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9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9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9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9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9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900">
                <a:solidFill>
                  <a:schemeClr val="dk2"/>
                </a:solidFill>
                <a:latin typeface="Barlow Semi Condensed"/>
                <a:ea typeface="Barlow Semi Condensed"/>
                <a:cs typeface="Barlow Semi Condensed"/>
                <a:sym typeface="Barlow Semi Condensed"/>
              </a:defRPr>
            </a:lvl9pPr>
          </a:lstStyle>
          <a:p>
            <a:endParaRPr/>
          </a:p>
        </p:txBody>
      </p:sp>
      <p:sp>
        <p:nvSpPr>
          <p:cNvPr id="305" name="Google Shape;305;p7"/>
          <p:cNvSpPr txBox="1">
            <a:spLocks noGrp="1"/>
          </p:cNvSpPr>
          <p:nvPr>
            <p:ph type="title"/>
          </p:nvPr>
        </p:nvSpPr>
        <p:spPr>
          <a:xfrm>
            <a:off x="804672" y="3319272"/>
            <a:ext cx="3291900" cy="4023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306" name="Google Shape;306;p7"/>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307" name="Google Shape;307;p7"/>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308" name="Google Shape;308;p7"/>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309" name="Google Shape;309;p7"/>
          <p:cNvGrpSpPr/>
          <p:nvPr/>
        </p:nvGrpSpPr>
        <p:grpSpPr>
          <a:xfrm flipH="1">
            <a:off x="499400" y="959675"/>
            <a:ext cx="581800" cy="582350"/>
            <a:chOff x="8064275" y="887850"/>
            <a:chExt cx="581800" cy="582350"/>
          </a:xfrm>
        </p:grpSpPr>
        <p:sp>
          <p:nvSpPr>
            <p:cNvPr id="310" name="Google Shape;310;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 name="Google Shape;316;p7"/>
          <p:cNvGrpSpPr/>
          <p:nvPr/>
        </p:nvGrpSpPr>
        <p:grpSpPr>
          <a:xfrm flipH="1">
            <a:off x="1500400" y="388100"/>
            <a:ext cx="292025" cy="292575"/>
            <a:chOff x="7353050" y="316275"/>
            <a:chExt cx="292025" cy="292575"/>
          </a:xfrm>
        </p:grpSpPr>
        <p:sp>
          <p:nvSpPr>
            <p:cNvPr id="317" name="Google Shape;317;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1" name="Google Shape;321;p7"/>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7"/>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7"/>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7"/>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7"/>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7"/>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7"/>
          <p:cNvGrpSpPr/>
          <p:nvPr/>
        </p:nvGrpSpPr>
        <p:grpSpPr>
          <a:xfrm flipH="1">
            <a:off x="3527112" y="361100"/>
            <a:ext cx="175013" cy="27000"/>
            <a:chOff x="5662375" y="212375"/>
            <a:chExt cx="175013" cy="27000"/>
          </a:xfrm>
        </p:grpSpPr>
        <p:sp>
          <p:nvSpPr>
            <p:cNvPr id="328" name="Google Shape;328;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331;p7"/>
          <p:cNvGrpSpPr/>
          <p:nvPr/>
        </p:nvGrpSpPr>
        <p:grpSpPr>
          <a:xfrm flipH="1">
            <a:off x="480412" y="242700"/>
            <a:ext cx="175013" cy="27000"/>
            <a:chOff x="5662375" y="212375"/>
            <a:chExt cx="175013" cy="27000"/>
          </a:xfrm>
        </p:grpSpPr>
        <p:sp>
          <p:nvSpPr>
            <p:cNvPr id="332" name="Google Shape;332;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 name="Google Shape;335;p7"/>
          <p:cNvGrpSpPr/>
          <p:nvPr/>
        </p:nvGrpSpPr>
        <p:grpSpPr>
          <a:xfrm flipH="1">
            <a:off x="901712" y="1653625"/>
            <a:ext cx="175013" cy="27000"/>
            <a:chOff x="5662375" y="212375"/>
            <a:chExt cx="175013" cy="27000"/>
          </a:xfrm>
        </p:grpSpPr>
        <p:sp>
          <p:nvSpPr>
            <p:cNvPr id="336" name="Google Shape;336;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39" name="Google Shape;339;p7"/>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340" name="Google Shape;340;p7"/>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341" name="Google Shape;341;p7"/>
          <p:cNvGrpSpPr/>
          <p:nvPr/>
        </p:nvGrpSpPr>
        <p:grpSpPr>
          <a:xfrm rot="10800000">
            <a:off x="499400" y="3940925"/>
            <a:ext cx="581800" cy="582350"/>
            <a:chOff x="8064275" y="887850"/>
            <a:chExt cx="581800" cy="582350"/>
          </a:xfrm>
        </p:grpSpPr>
        <p:sp>
          <p:nvSpPr>
            <p:cNvPr id="342" name="Google Shape;342;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 name="Google Shape;348;p7"/>
          <p:cNvGrpSpPr/>
          <p:nvPr/>
        </p:nvGrpSpPr>
        <p:grpSpPr>
          <a:xfrm rot="10800000">
            <a:off x="1819575" y="4586750"/>
            <a:ext cx="292025" cy="292575"/>
            <a:chOff x="7353050" y="316275"/>
            <a:chExt cx="292025" cy="292575"/>
          </a:xfrm>
        </p:grpSpPr>
        <p:sp>
          <p:nvSpPr>
            <p:cNvPr id="349" name="Google Shape;349;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 name="Google Shape;353;p7"/>
          <p:cNvGrpSpPr/>
          <p:nvPr/>
        </p:nvGrpSpPr>
        <p:grpSpPr>
          <a:xfrm rot="10800000">
            <a:off x="212525" y="4645550"/>
            <a:ext cx="175000" cy="175000"/>
            <a:chOff x="8792300" y="321275"/>
            <a:chExt cx="175000" cy="175000"/>
          </a:xfrm>
        </p:grpSpPr>
        <p:sp>
          <p:nvSpPr>
            <p:cNvPr id="354" name="Google Shape;354;p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 name="Google Shape;358;p7"/>
          <p:cNvGrpSpPr/>
          <p:nvPr/>
        </p:nvGrpSpPr>
        <p:grpSpPr>
          <a:xfrm rot="10800000">
            <a:off x="480412" y="4852325"/>
            <a:ext cx="175013" cy="27000"/>
            <a:chOff x="5662375" y="212375"/>
            <a:chExt cx="175013" cy="27000"/>
          </a:xfrm>
        </p:grpSpPr>
        <p:sp>
          <p:nvSpPr>
            <p:cNvPr id="359" name="Google Shape;359;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 name="Google Shape;362;p7"/>
          <p:cNvGrpSpPr/>
          <p:nvPr/>
        </p:nvGrpSpPr>
        <p:grpSpPr>
          <a:xfrm rot="10800000">
            <a:off x="1054112" y="3898600"/>
            <a:ext cx="175013" cy="27000"/>
            <a:chOff x="5662375" y="212375"/>
            <a:chExt cx="175013" cy="27000"/>
          </a:xfrm>
        </p:grpSpPr>
        <p:sp>
          <p:nvSpPr>
            <p:cNvPr id="363" name="Google Shape;363;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6"/>
        <p:cNvGrpSpPr/>
        <p:nvPr/>
      </p:nvGrpSpPr>
      <p:grpSpPr>
        <a:xfrm>
          <a:off x="0" y="0"/>
          <a:ext cx="0" cy="0"/>
          <a:chOff x="0" y="0"/>
          <a:chExt cx="0" cy="0"/>
        </a:xfrm>
      </p:grpSpPr>
      <p:grpSp>
        <p:nvGrpSpPr>
          <p:cNvPr id="367" name="Google Shape;367;p8"/>
          <p:cNvGrpSpPr/>
          <p:nvPr/>
        </p:nvGrpSpPr>
        <p:grpSpPr>
          <a:xfrm>
            <a:off x="1349626" y="598417"/>
            <a:ext cx="6453730" cy="3631136"/>
            <a:chOff x="365750" y="1285025"/>
            <a:chExt cx="6934275" cy="3315500"/>
          </a:xfrm>
        </p:grpSpPr>
        <p:sp>
          <p:nvSpPr>
            <p:cNvPr id="368" name="Google Shape;368;p8"/>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8"/>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0" name="Google Shape;370;p8"/>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3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371" name="Google Shape;371;p8"/>
          <p:cNvGrpSpPr/>
          <p:nvPr/>
        </p:nvGrpSpPr>
        <p:grpSpPr>
          <a:xfrm>
            <a:off x="-6867" y="-6625"/>
            <a:ext cx="9152342" cy="5102050"/>
            <a:chOff x="-6867" y="-6625"/>
            <a:chExt cx="9152342" cy="5102050"/>
          </a:xfrm>
        </p:grpSpPr>
        <p:cxnSp>
          <p:nvCxnSpPr>
            <p:cNvPr id="372" name="Google Shape;372;p8"/>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373" name="Google Shape;373;p8"/>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374" name="Google Shape;374;p8"/>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375" name="Google Shape;375;p8"/>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376" name="Google Shape;376;p8"/>
            <p:cNvGrpSpPr/>
            <p:nvPr/>
          </p:nvGrpSpPr>
          <p:grpSpPr>
            <a:xfrm flipH="1">
              <a:off x="1278333" y="4513075"/>
              <a:ext cx="581800" cy="582350"/>
              <a:chOff x="8064275" y="887850"/>
              <a:chExt cx="581800" cy="582350"/>
            </a:xfrm>
          </p:grpSpPr>
          <p:sp>
            <p:nvSpPr>
              <p:cNvPr id="377" name="Google Shape;377;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 name="Google Shape;383;p8"/>
            <p:cNvGrpSpPr/>
            <p:nvPr/>
          </p:nvGrpSpPr>
          <p:grpSpPr>
            <a:xfrm flipH="1">
              <a:off x="2747608" y="4340463"/>
              <a:ext cx="292025" cy="292575"/>
              <a:chOff x="7353050" y="316275"/>
              <a:chExt cx="292025" cy="292575"/>
            </a:xfrm>
          </p:grpSpPr>
          <p:sp>
            <p:nvSpPr>
              <p:cNvPr id="384" name="Google Shape;384;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8"/>
            <p:cNvGrpSpPr/>
            <p:nvPr/>
          </p:nvGrpSpPr>
          <p:grpSpPr>
            <a:xfrm flipH="1">
              <a:off x="171308" y="4315025"/>
              <a:ext cx="175000" cy="175000"/>
              <a:chOff x="8792300" y="321275"/>
              <a:chExt cx="175000" cy="175000"/>
            </a:xfrm>
          </p:grpSpPr>
          <p:sp>
            <p:nvSpPr>
              <p:cNvPr id="389" name="Google Shape;389;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 name="Google Shape;393;p8"/>
            <p:cNvGrpSpPr/>
            <p:nvPr/>
          </p:nvGrpSpPr>
          <p:grpSpPr>
            <a:xfrm>
              <a:off x="3873197" y="4657550"/>
              <a:ext cx="293111" cy="293388"/>
              <a:chOff x="3164039" y="430875"/>
              <a:chExt cx="293111" cy="293388"/>
            </a:xfrm>
          </p:grpSpPr>
          <p:sp>
            <p:nvSpPr>
              <p:cNvPr id="394" name="Google Shape;394;p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 name="Google Shape;400;p8"/>
            <p:cNvGrpSpPr/>
            <p:nvPr/>
          </p:nvGrpSpPr>
          <p:grpSpPr>
            <a:xfrm flipH="1">
              <a:off x="242270" y="4142425"/>
              <a:ext cx="175013" cy="27000"/>
              <a:chOff x="5662375" y="212375"/>
              <a:chExt cx="175013" cy="27000"/>
            </a:xfrm>
          </p:grpSpPr>
          <p:sp>
            <p:nvSpPr>
              <p:cNvPr id="401" name="Google Shape;40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04" name="Google Shape;404;p8"/>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405" name="Google Shape;405;p8"/>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06" name="Google Shape;406;p8"/>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07" name="Google Shape;407;p8"/>
            <p:cNvGrpSpPr/>
            <p:nvPr/>
          </p:nvGrpSpPr>
          <p:grpSpPr>
            <a:xfrm>
              <a:off x="8064275" y="1040250"/>
              <a:ext cx="581800" cy="582350"/>
              <a:chOff x="8064275" y="887850"/>
              <a:chExt cx="581800" cy="582350"/>
            </a:xfrm>
          </p:grpSpPr>
          <p:sp>
            <p:nvSpPr>
              <p:cNvPr id="408" name="Google Shape;408;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8"/>
            <p:cNvGrpSpPr/>
            <p:nvPr/>
          </p:nvGrpSpPr>
          <p:grpSpPr>
            <a:xfrm>
              <a:off x="7353050" y="316275"/>
              <a:ext cx="292025" cy="292575"/>
              <a:chOff x="7353050" y="316275"/>
              <a:chExt cx="292025" cy="292575"/>
            </a:xfrm>
          </p:grpSpPr>
          <p:sp>
            <p:nvSpPr>
              <p:cNvPr id="415" name="Google Shape;415;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8"/>
            <p:cNvGrpSpPr/>
            <p:nvPr/>
          </p:nvGrpSpPr>
          <p:grpSpPr>
            <a:xfrm>
              <a:off x="8792300" y="321275"/>
              <a:ext cx="175000" cy="175000"/>
              <a:chOff x="8792300" y="321275"/>
              <a:chExt cx="175000" cy="175000"/>
            </a:xfrm>
          </p:grpSpPr>
          <p:sp>
            <p:nvSpPr>
              <p:cNvPr id="420" name="Google Shape;420;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4" name="Google Shape;424;p8"/>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8"/>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8"/>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8"/>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8"/>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8"/>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30;p8"/>
            <p:cNvGrpSpPr/>
            <p:nvPr/>
          </p:nvGrpSpPr>
          <p:grpSpPr>
            <a:xfrm>
              <a:off x="8490050" y="170875"/>
              <a:ext cx="175013" cy="27000"/>
              <a:chOff x="5662375" y="212375"/>
              <a:chExt cx="175013" cy="27000"/>
            </a:xfrm>
          </p:grpSpPr>
          <p:sp>
            <p:nvSpPr>
              <p:cNvPr id="431" name="Google Shape;43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 name="Google Shape;434;p8"/>
            <p:cNvGrpSpPr/>
            <p:nvPr/>
          </p:nvGrpSpPr>
          <p:grpSpPr>
            <a:xfrm>
              <a:off x="8678350" y="1658000"/>
              <a:ext cx="175013" cy="27000"/>
              <a:chOff x="5662375" y="212375"/>
              <a:chExt cx="175013" cy="27000"/>
            </a:xfrm>
          </p:grpSpPr>
          <p:sp>
            <p:nvSpPr>
              <p:cNvPr id="435" name="Google Shape;435;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914400" lvl="1"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371600" lvl="2"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1828800" lvl="3"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2286000" lvl="4"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2743200" lvl="5"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3200400" lvl="6"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3657600" lvl="7"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4114800" lvl="8"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1"/>
        <p:cNvGrpSpPr/>
        <p:nvPr/>
      </p:nvGrpSpPr>
      <p:grpSpPr>
        <a:xfrm>
          <a:off x="0" y="0"/>
          <a:ext cx="0" cy="0"/>
          <a:chOff x="0" y="0"/>
          <a:chExt cx="0" cy="0"/>
        </a:xfrm>
      </p:grpSpPr>
      <p:sp>
        <p:nvSpPr>
          <p:cNvPr id="502" name="Google Shape;502;p10"/>
          <p:cNvSpPr txBox="1">
            <a:spLocks noGrp="1"/>
          </p:cNvSpPr>
          <p:nvPr>
            <p:ph type="body" idx="1"/>
          </p:nvPr>
        </p:nvSpPr>
        <p:spPr>
          <a:xfrm>
            <a:off x="1122050" y="1947672"/>
            <a:ext cx="2788800" cy="1362600"/>
          </a:xfrm>
          <a:prstGeom prst="rect">
            <a:avLst/>
          </a:prstGeom>
          <a:noFill/>
          <a:ln>
            <a:noFill/>
          </a:ln>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dk2"/>
              </a:buClr>
              <a:buSzPts val="1600"/>
              <a:buFont typeface="Barlow Semi Condensed"/>
              <a:buNone/>
              <a:defRPr sz="1600">
                <a:solidFill>
                  <a:schemeClr val="dk2"/>
                </a:solidFill>
                <a:latin typeface="Barlow Semi Condensed"/>
                <a:ea typeface="Barlow Semi Condensed"/>
                <a:cs typeface="Barlow Semi Condensed"/>
                <a:sym typeface="Barlow Semi Condensed"/>
              </a:defRPr>
            </a:lvl1pPr>
          </a:lstStyle>
          <a:p>
            <a:endParaRPr/>
          </a:p>
        </p:txBody>
      </p:sp>
      <p:sp>
        <p:nvSpPr>
          <p:cNvPr id="503" name="Google Shape;503;p10"/>
          <p:cNvSpPr txBox="1">
            <a:spLocks noGrp="1"/>
          </p:cNvSpPr>
          <p:nvPr>
            <p:ph type="title"/>
          </p:nvPr>
        </p:nvSpPr>
        <p:spPr>
          <a:xfrm>
            <a:off x="2100600" y="347472"/>
            <a:ext cx="4947000" cy="585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cxnSp>
        <p:nvCxnSpPr>
          <p:cNvPr id="504" name="Google Shape;504;p10"/>
          <p:cNvCxnSpPr/>
          <p:nvPr/>
        </p:nvCxnSpPr>
        <p:spPr>
          <a:xfrm>
            <a:off x="590450" y="4340600"/>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505" name="Google Shape;505;p10"/>
          <p:cNvCxnSpPr/>
          <p:nvPr/>
        </p:nvCxnSpPr>
        <p:spPr>
          <a:xfrm rot="10800000" flipH="1">
            <a:off x="7975" y="4332600"/>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506" name="Google Shape;506;p10"/>
          <p:cNvGrpSpPr/>
          <p:nvPr/>
        </p:nvGrpSpPr>
        <p:grpSpPr>
          <a:xfrm flipH="1">
            <a:off x="431725" y="4183775"/>
            <a:ext cx="292025" cy="292575"/>
            <a:chOff x="7353050" y="316275"/>
            <a:chExt cx="292025" cy="292575"/>
          </a:xfrm>
        </p:grpSpPr>
        <p:sp>
          <p:nvSpPr>
            <p:cNvPr id="507" name="Google Shape;507;p1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1" name="Google Shape;511;p10"/>
          <p:cNvGrpSpPr/>
          <p:nvPr/>
        </p:nvGrpSpPr>
        <p:grpSpPr>
          <a:xfrm>
            <a:off x="1646714" y="4616575"/>
            <a:ext cx="293111" cy="293388"/>
            <a:chOff x="3164039" y="430875"/>
            <a:chExt cx="293111" cy="293388"/>
          </a:xfrm>
        </p:grpSpPr>
        <p:sp>
          <p:nvSpPr>
            <p:cNvPr id="512" name="Google Shape;512;p1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18" name="Google Shape;518;p10"/>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519" name="Google Shape;519;p10"/>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520" name="Google Shape;520;p10"/>
          <p:cNvGrpSpPr/>
          <p:nvPr/>
        </p:nvGrpSpPr>
        <p:grpSpPr>
          <a:xfrm>
            <a:off x="8064275" y="526925"/>
            <a:ext cx="581800" cy="582350"/>
            <a:chOff x="8064275" y="887850"/>
            <a:chExt cx="581800" cy="582350"/>
          </a:xfrm>
        </p:grpSpPr>
        <p:sp>
          <p:nvSpPr>
            <p:cNvPr id="521" name="Google Shape;521;p1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7" name="Google Shape;527;p10"/>
          <p:cNvGrpSpPr/>
          <p:nvPr/>
        </p:nvGrpSpPr>
        <p:grpSpPr>
          <a:xfrm>
            <a:off x="7033875" y="170875"/>
            <a:ext cx="292025" cy="292575"/>
            <a:chOff x="7353050" y="316275"/>
            <a:chExt cx="292025" cy="292575"/>
          </a:xfrm>
        </p:grpSpPr>
        <p:sp>
          <p:nvSpPr>
            <p:cNvPr id="528" name="Google Shape;528;p1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 name="Google Shape;532;p10"/>
          <p:cNvGrpSpPr/>
          <p:nvPr/>
        </p:nvGrpSpPr>
        <p:grpSpPr>
          <a:xfrm>
            <a:off x="8757950" y="229650"/>
            <a:ext cx="175000" cy="175000"/>
            <a:chOff x="8792300" y="321275"/>
            <a:chExt cx="175000" cy="175000"/>
          </a:xfrm>
        </p:grpSpPr>
        <p:sp>
          <p:nvSpPr>
            <p:cNvPr id="533" name="Google Shape;533;p1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7" name="Google Shape;537;p10"/>
          <p:cNvGrpSpPr/>
          <p:nvPr/>
        </p:nvGrpSpPr>
        <p:grpSpPr>
          <a:xfrm>
            <a:off x="8490050" y="170875"/>
            <a:ext cx="175013" cy="27000"/>
            <a:chOff x="5662375" y="212375"/>
            <a:chExt cx="175013" cy="27000"/>
          </a:xfrm>
        </p:grpSpPr>
        <p:sp>
          <p:nvSpPr>
            <p:cNvPr id="538" name="Google Shape;538;p10"/>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0"/>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0"/>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1" name="Google Shape;541;p10"/>
          <p:cNvGrpSpPr/>
          <p:nvPr/>
        </p:nvGrpSpPr>
        <p:grpSpPr>
          <a:xfrm>
            <a:off x="7916350" y="1124600"/>
            <a:ext cx="175013" cy="27000"/>
            <a:chOff x="5662375" y="212375"/>
            <a:chExt cx="175013" cy="27000"/>
          </a:xfrm>
        </p:grpSpPr>
        <p:sp>
          <p:nvSpPr>
            <p:cNvPr id="542" name="Google Shape;542;p10"/>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0"/>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0"/>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5"/>
        <p:cNvGrpSpPr/>
        <p:nvPr/>
      </p:nvGrpSpPr>
      <p:grpSpPr>
        <a:xfrm>
          <a:off x="0" y="0"/>
          <a:ext cx="0" cy="0"/>
          <a:chOff x="0" y="0"/>
          <a:chExt cx="0" cy="0"/>
        </a:xfrm>
      </p:grpSpPr>
      <p:grpSp>
        <p:nvGrpSpPr>
          <p:cNvPr id="546" name="Google Shape;546;p11"/>
          <p:cNvGrpSpPr/>
          <p:nvPr/>
        </p:nvGrpSpPr>
        <p:grpSpPr>
          <a:xfrm rot="10800000">
            <a:off x="1954823" y="1124844"/>
            <a:ext cx="5234354" cy="3069144"/>
            <a:chOff x="1098425" y="237675"/>
            <a:chExt cx="5358675" cy="5174750"/>
          </a:xfrm>
        </p:grpSpPr>
        <p:sp>
          <p:nvSpPr>
            <p:cNvPr id="547" name="Google Shape;547;p11"/>
            <p:cNvSpPr/>
            <p:nvPr/>
          </p:nvSpPr>
          <p:spPr>
            <a:xfrm>
              <a:off x="1098425" y="237675"/>
              <a:ext cx="5358675" cy="5173850"/>
            </a:xfrm>
            <a:custGeom>
              <a:avLst/>
              <a:gdLst/>
              <a:ahLst/>
              <a:cxnLst/>
              <a:rect l="l" t="t" r="r" b="b"/>
              <a:pathLst>
                <a:path w="214347" h="206954" extrusionOk="0">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1"/>
            <p:cNvSpPr/>
            <p:nvPr/>
          </p:nvSpPr>
          <p:spPr>
            <a:xfrm>
              <a:off x="1098425" y="237675"/>
              <a:ext cx="5358675" cy="5173850"/>
            </a:xfrm>
            <a:custGeom>
              <a:avLst/>
              <a:gdLst/>
              <a:ahLst/>
              <a:cxnLst/>
              <a:rect l="l" t="t" r="r" b="b"/>
              <a:pathLst>
                <a:path w="214347" h="206954" extrusionOk="0">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1"/>
            <p:cNvSpPr/>
            <p:nvPr/>
          </p:nvSpPr>
          <p:spPr>
            <a:xfrm>
              <a:off x="1119425" y="238125"/>
              <a:ext cx="5331675" cy="5174300"/>
            </a:xfrm>
            <a:custGeom>
              <a:avLst/>
              <a:gdLst/>
              <a:ahLst/>
              <a:cxnLst/>
              <a:rect l="l" t="t" r="r" b="b"/>
              <a:pathLst>
                <a:path w="213267" h="206972" extrusionOk="0">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0" name="Google Shape;550;p11"/>
          <p:cNvSpPr txBox="1">
            <a:spLocks noGrp="1"/>
          </p:cNvSpPr>
          <p:nvPr>
            <p:ph type="subTitle" idx="1"/>
          </p:nvPr>
        </p:nvSpPr>
        <p:spPr>
          <a:xfrm>
            <a:off x="3227832" y="2816352"/>
            <a:ext cx="2679300" cy="658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cxnSp>
        <p:nvCxnSpPr>
          <p:cNvPr id="551" name="Google Shape;551;p11"/>
          <p:cNvCxnSpPr/>
          <p:nvPr/>
        </p:nvCxnSpPr>
        <p:spPr>
          <a:xfrm rot="5400000">
            <a:off x="7269708" y="3324550"/>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552" name="Google Shape;552;p11"/>
          <p:cNvCxnSpPr/>
          <p:nvPr/>
        </p:nvCxnSpPr>
        <p:spPr>
          <a:xfrm rot="-5400000" flipH="1">
            <a:off x="7181408" y="2082400"/>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553" name="Google Shape;553;p11"/>
          <p:cNvCxnSpPr/>
          <p:nvPr/>
        </p:nvCxnSpPr>
        <p:spPr>
          <a:xfrm rot="5400000">
            <a:off x="7232433" y="736375"/>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554" name="Google Shape;554;p11"/>
          <p:cNvCxnSpPr/>
          <p:nvPr/>
        </p:nvCxnSpPr>
        <p:spPr>
          <a:xfrm rot="5400000">
            <a:off x="8168433" y="-6660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555" name="Google Shape;555;p11"/>
          <p:cNvGrpSpPr/>
          <p:nvPr/>
        </p:nvGrpSpPr>
        <p:grpSpPr>
          <a:xfrm rot="5400000" flipH="1">
            <a:off x="7407333" y="1284925"/>
            <a:ext cx="581800" cy="582350"/>
            <a:chOff x="8064275" y="887850"/>
            <a:chExt cx="581800" cy="582350"/>
          </a:xfrm>
        </p:grpSpPr>
        <p:sp>
          <p:nvSpPr>
            <p:cNvPr id="556" name="Google Shape;556;p1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 name="Google Shape;562;p11"/>
          <p:cNvGrpSpPr/>
          <p:nvPr/>
        </p:nvGrpSpPr>
        <p:grpSpPr>
          <a:xfrm rot="5400000" flipH="1">
            <a:off x="7869720" y="2754200"/>
            <a:ext cx="292025" cy="292575"/>
            <a:chOff x="7353050" y="316275"/>
            <a:chExt cx="292025" cy="292575"/>
          </a:xfrm>
        </p:grpSpPr>
        <p:sp>
          <p:nvSpPr>
            <p:cNvPr id="563" name="Google Shape;563;p1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7" name="Google Shape;567;p11"/>
          <p:cNvGrpSpPr/>
          <p:nvPr/>
        </p:nvGrpSpPr>
        <p:grpSpPr>
          <a:xfrm rot="5400000" flipH="1">
            <a:off x="8012458" y="178175"/>
            <a:ext cx="175000" cy="175000"/>
            <a:chOff x="8792300" y="321275"/>
            <a:chExt cx="175000" cy="175000"/>
          </a:xfrm>
        </p:grpSpPr>
        <p:sp>
          <p:nvSpPr>
            <p:cNvPr id="568" name="Google Shape;568;p1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 name="Google Shape;572;p11"/>
          <p:cNvGrpSpPr/>
          <p:nvPr/>
        </p:nvGrpSpPr>
        <p:grpSpPr>
          <a:xfrm rot="5400000">
            <a:off x="7551683" y="3879926"/>
            <a:ext cx="293111" cy="293388"/>
            <a:chOff x="3164039" y="430875"/>
            <a:chExt cx="293111" cy="293388"/>
          </a:xfrm>
        </p:grpSpPr>
        <p:sp>
          <p:nvSpPr>
            <p:cNvPr id="573" name="Google Shape;573;p11"/>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1"/>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1"/>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1"/>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1"/>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1"/>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 name="Google Shape;579;p11"/>
          <p:cNvGrpSpPr/>
          <p:nvPr/>
        </p:nvGrpSpPr>
        <p:grpSpPr>
          <a:xfrm rot="5400000" flipH="1">
            <a:off x="8259052" y="323144"/>
            <a:ext cx="175013" cy="27000"/>
            <a:chOff x="5662375" y="212375"/>
            <a:chExt cx="175013" cy="27000"/>
          </a:xfrm>
        </p:grpSpPr>
        <p:sp>
          <p:nvSpPr>
            <p:cNvPr id="580" name="Google Shape;580;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83" name="Google Shape;583;p11"/>
          <p:cNvCxnSpPr/>
          <p:nvPr/>
        </p:nvCxnSpPr>
        <p:spPr>
          <a:xfrm rot="5400000" flipH="1">
            <a:off x="740850" y="25983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584" name="Google Shape;584;p11"/>
          <p:cNvCxnSpPr/>
          <p:nvPr/>
        </p:nvCxnSpPr>
        <p:spPr>
          <a:xfrm rot="-5400000">
            <a:off x="847100" y="355400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585" name="Google Shape;585;p11"/>
          <p:cNvCxnSpPr/>
          <p:nvPr/>
        </p:nvCxnSpPr>
        <p:spPr>
          <a:xfrm rot="5400000" flipH="1">
            <a:off x="1105775" y="415125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586" name="Google Shape;586;p11"/>
          <p:cNvGrpSpPr/>
          <p:nvPr/>
        </p:nvGrpSpPr>
        <p:grpSpPr>
          <a:xfrm rot="5400000">
            <a:off x="621475" y="4062025"/>
            <a:ext cx="581800" cy="582350"/>
            <a:chOff x="8064275" y="887850"/>
            <a:chExt cx="581800" cy="582350"/>
          </a:xfrm>
        </p:grpSpPr>
        <p:sp>
          <p:nvSpPr>
            <p:cNvPr id="587" name="Google Shape;587;p1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 name="Google Shape;593;p11"/>
          <p:cNvGrpSpPr/>
          <p:nvPr/>
        </p:nvGrpSpPr>
        <p:grpSpPr>
          <a:xfrm rot="5400000">
            <a:off x="1482825" y="3350800"/>
            <a:ext cx="292025" cy="292575"/>
            <a:chOff x="7353050" y="316275"/>
            <a:chExt cx="292025" cy="292575"/>
          </a:xfrm>
        </p:grpSpPr>
        <p:sp>
          <p:nvSpPr>
            <p:cNvPr id="594" name="Google Shape;594;p1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 name="Google Shape;598;p11"/>
          <p:cNvGrpSpPr/>
          <p:nvPr/>
        </p:nvGrpSpPr>
        <p:grpSpPr>
          <a:xfrm rot="5400000">
            <a:off x="1595125" y="4790325"/>
            <a:ext cx="175000" cy="175000"/>
            <a:chOff x="8792300" y="321275"/>
            <a:chExt cx="175000" cy="175000"/>
          </a:xfrm>
        </p:grpSpPr>
        <p:sp>
          <p:nvSpPr>
            <p:cNvPr id="599" name="Google Shape;599;p1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3" name="Google Shape;603;p11"/>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1"/>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1"/>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1"/>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1"/>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1"/>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9" name="Google Shape;609;p11"/>
          <p:cNvGrpSpPr/>
          <p:nvPr/>
        </p:nvGrpSpPr>
        <p:grpSpPr>
          <a:xfrm rot="5400000">
            <a:off x="1701119" y="1515381"/>
            <a:ext cx="175013" cy="27000"/>
            <a:chOff x="5662375" y="212375"/>
            <a:chExt cx="175013" cy="27000"/>
          </a:xfrm>
        </p:grpSpPr>
        <p:sp>
          <p:nvSpPr>
            <p:cNvPr id="610" name="Google Shape;610;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3" name="Google Shape;613;p11"/>
          <p:cNvGrpSpPr/>
          <p:nvPr/>
        </p:nvGrpSpPr>
        <p:grpSpPr>
          <a:xfrm rot="5400000">
            <a:off x="1819519" y="4562081"/>
            <a:ext cx="175013" cy="27000"/>
            <a:chOff x="5662375" y="212375"/>
            <a:chExt cx="175013" cy="27000"/>
          </a:xfrm>
        </p:grpSpPr>
        <p:sp>
          <p:nvSpPr>
            <p:cNvPr id="614" name="Google Shape;614;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7" name="Google Shape;617;p11"/>
          <p:cNvGrpSpPr/>
          <p:nvPr/>
        </p:nvGrpSpPr>
        <p:grpSpPr>
          <a:xfrm rot="5400000">
            <a:off x="408594" y="4140781"/>
            <a:ext cx="175013" cy="27000"/>
            <a:chOff x="5662375" y="212375"/>
            <a:chExt cx="175013" cy="27000"/>
          </a:xfrm>
        </p:grpSpPr>
        <p:sp>
          <p:nvSpPr>
            <p:cNvPr id="618" name="Google Shape;618;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1" name="Google Shape;621;p11"/>
          <p:cNvSpPr txBox="1">
            <a:spLocks noGrp="1"/>
          </p:cNvSpPr>
          <p:nvPr>
            <p:ph type="title" hasCustomPrompt="1"/>
          </p:nvPr>
        </p:nvSpPr>
        <p:spPr>
          <a:xfrm>
            <a:off x="2624328" y="2057400"/>
            <a:ext cx="3904500" cy="786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columns of text">
  <p:cSld name="CUSTOM_1">
    <p:spTree>
      <p:nvGrpSpPr>
        <p:cNvPr id="1" name="Shape 637"/>
        <p:cNvGrpSpPr/>
        <p:nvPr/>
      </p:nvGrpSpPr>
      <p:grpSpPr>
        <a:xfrm>
          <a:off x="0" y="0"/>
          <a:ext cx="0" cy="0"/>
          <a:chOff x="0" y="0"/>
          <a:chExt cx="0" cy="0"/>
        </a:xfrm>
      </p:grpSpPr>
      <p:sp>
        <p:nvSpPr>
          <p:cNvPr id="638" name="Google Shape;638;p14"/>
          <p:cNvSpPr txBox="1">
            <a:spLocks noGrp="1"/>
          </p:cNvSpPr>
          <p:nvPr>
            <p:ph type="title"/>
          </p:nvPr>
        </p:nvSpPr>
        <p:spPr>
          <a:xfrm>
            <a:off x="1719072" y="338328"/>
            <a:ext cx="5577900" cy="59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39" name="Google Shape;639;p14"/>
          <p:cNvSpPr txBox="1">
            <a:spLocks noGrp="1"/>
          </p:cNvSpPr>
          <p:nvPr>
            <p:ph type="subTitle" idx="1"/>
          </p:nvPr>
        </p:nvSpPr>
        <p:spPr>
          <a:xfrm>
            <a:off x="3694176"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0" name="Google Shape;640;p14"/>
          <p:cNvSpPr txBox="1">
            <a:spLocks noGrp="1"/>
          </p:cNvSpPr>
          <p:nvPr>
            <p:ph type="subTitle" idx="2"/>
          </p:nvPr>
        </p:nvSpPr>
        <p:spPr>
          <a:xfrm>
            <a:off x="1024128"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1" name="Google Shape;641;p14"/>
          <p:cNvSpPr txBox="1">
            <a:spLocks noGrp="1"/>
          </p:cNvSpPr>
          <p:nvPr>
            <p:ph type="subTitle" idx="3"/>
          </p:nvPr>
        </p:nvSpPr>
        <p:spPr>
          <a:xfrm>
            <a:off x="6355080"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2" name="Google Shape;642;p14"/>
          <p:cNvSpPr txBox="1">
            <a:spLocks noGrp="1"/>
          </p:cNvSpPr>
          <p:nvPr>
            <p:ph type="subTitle" idx="4"/>
          </p:nvPr>
        </p:nvSpPr>
        <p:spPr>
          <a:xfrm>
            <a:off x="3694176"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3" name="Google Shape;643;p14"/>
          <p:cNvSpPr txBox="1">
            <a:spLocks noGrp="1"/>
          </p:cNvSpPr>
          <p:nvPr>
            <p:ph type="subTitle" idx="5"/>
          </p:nvPr>
        </p:nvSpPr>
        <p:spPr>
          <a:xfrm>
            <a:off x="1024128"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4" name="Google Shape;644;p14"/>
          <p:cNvSpPr txBox="1">
            <a:spLocks noGrp="1"/>
          </p:cNvSpPr>
          <p:nvPr>
            <p:ph type="subTitle" idx="6"/>
          </p:nvPr>
        </p:nvSpPr>
        <p:spPr>
          <a:xfrm>
            <a:off x="6355080"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645" name="Google Shape;645;p14"/>
          <p:cNvGrpSpPr/>
          <p:nvPr/>
        </p:nvGrpSpPr>
        <p:grpSpPr>
          <a:xfrm>
            <a:off x="261711" y="-1158"/>
            <a:ext cx="8550326" cy="3981600"/>
            <a:chOff x="261711" y="-1158"/>
            <a:chExt cx="8550326" cy="3981600"/>
          </a:xfrm>
        </p:grpSpPr>
        <p:cxnSp>
          <p:nvCxnSpPr>
            <p:cNvPr id="646" name="Google Shape;646;p14"/>
            <p:cNvCxnSpPr/>
            <p:nvPr/>
          </p:nvCxnSpPr>
          <p:spPr>
            <a:xfrm>
              <a:off x="515925" y="-1158"/>
              <a:ext cx="0" cy="3981600"/>
            </a:xfrm>
            <a:prstGeom prst="straightConnector1">
              <a:avLst/>
            </a:prstGeom>
            <a:noFill/>
            <a:ln w="9525" cap="flat" cmpd="sng">
              <a:solidFill>
                <a:schemeClr val="dk1"/>
              </a:solidFill>
              <a:prstDash val="solid"/>
              <a:round/>
              <a:headEnd type="none" w="med" len="med"/>
              <a:tailEnd type="none" w="med" len="med"/>
            </a:ln>
          </p:spPr>
        </p:cxnSp>
        <p:cxnSp>
          <p:nvCxnSpPr>
            <p:cNvPr id="647" name="Google Shape;647;p14"/>
            <p:cNvCxnSpPr/>
            <p:nvPr/>
          </p:nvCxnSpPr>
          <p:spPr>
            <a:xfrm>
              <a:off x="8666025" y="-1158"/>
              <a:ext cx="0" cy="1902000"/>
            </a:xfrm>
            <a:prstGeom prst="straightConnector1">
              <a:avLst/>
            </a:prstGeom>
            <a:noFill/>
            <a:ln w="9525" cap="flat" cmpd="sng">
              <a:solidFill>
                <a:schemeClr val="dk1"/>
              </a:solidFill>
              <a:prstDash val="solid"/>
              <a:round/>
              <a:headEnd type="none" w="med" len="med"/>
              <a:tailEnd type="none" w="med" len="med"/>
            </a:ln>
          </p:spPr>
        </p:cxnSp>
        <p:grpSp>
          <p:nvGrpSpPr>
            <p:cNvPr id="648" name="Google Shape;648;p14"/>
            <p:cNvGrpSpPr/>
            <p:nvPr/>
          </p:nvGrpSpPr>
          <p:grpSpPr>
            <a:xfrm rot="10800000">
              <a:off x="343275" y="3300779"/>
              <a:ext cx="344736" cy="345385"/>
              <a:chOff x="7353050" y="316275"/>
              <a:chExt cx="292025" cy="292575"/>
            </a:xfrm>
          </p:grpSpPr>
          <p:sp>
            <p:nvSpPr>
              <p:cNvPr id="649" name="Google Shape;649;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3" name="Google Shape;653;p14"/>
            <p:cNvGrpSpPr/>
            <p:nvPr/>
          </p:nvGrpSpPr>
          <p:grpSpPr>
            <a:xfrm rot="10800000">
              <a:off x="8520013" y="714742"/>
              <a:ext cx="292025" cy="292575"/>
              <a:chOff x="7353050" y="316275"/>
              <a:chExt cx="292025" cy="292575"/>
            </a:xfrm>
          </p:grpSpPr>
          <p:sp>
            <p:nvSpPr>
              <p:cNvPr id="654" name="Google Shape;654;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 name="Google Shape;658;p14"/>
            <p:cNvGrpSpPr/>
            <p:nvPr/>
          </p:nvGrpSpPr>
          <p:grpSpPr>
            <a:xfrm rot="10800000">
              <a:off x="261711" y="465077"/>
              <a:ext cx="507562" cy="507984"/>
              <a:chOff x="8064275" y="887850"/>
              <a:chExt cx="581800" cy="582350"/>
            </a:xfrm>
          </p:grpSpPr>
          <p:sp>
            <p:nvSpPr>
              <p:cNvPr id="659" name="Google Shape;659;p1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columns of text">
  <p:cSld name="CUSTOM_2">
    <p:spTree>
      <p:nvGrpSpPr>
        <p:cNvPr id="1" name="Shape 665"/>
        <p:cNvGrpSpPr/>
        <p:nvPr/>
      </p:nvGrpSpPr>
      <p:grpSpPr>
        <a:xfrm>
          <a:off x="0" y="0"/>
          <a:ext cx="0" cy="0"/>
          <a:chOff x="0" y="0"/>
          <a:chExt cx="0" cy="0"/>
        </a:xfrm>
      </p:grpSpPr>
      <p:sp>
        <p:nvSpPr>
          <p:cNvPr id="666" name="Google Shape;666;p15"/>
          <p:cNvSpPr txBox="1">
            <a:spLocks noGrp="1"/>
          </p:cNvSpPr>
          <p:nvPr>
            <p:ph type="title"/>
          </p:nvPr>
        </p:nvSpPr>
        <p:spPr>
          <a:xfrm>
            <a:off x="1568775" y="442350"/>
            <a:ext cx="6006300" cy="59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67" name="Google Shape;667;p15"/>
          <p:cNvSpPr txBox="1">
            <a:spLocks noGrp="1"/>
          </p:cNvSpPr>
          <p:nvPr>
            <p:ph type="subTitle" idx="1"/>
          </p:nvPr>
        </p:nvSpPr>
        <p:spPr>
          <a:xfrm>
            <a:off x="1709928" y="1545336"/>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68" name="Google Shape;668;p15"/>
          <p:cNvSpPr txBox="1">
            <a:spLocks noGrp="1"/>
          </p:cNvSpPr>
          <p:nvPr>
            <p:ph type="subTitle" idx="2"/>
          </p:nvPr>
        </p:nvSpPr>
        <p:spPr>
          <a:xfrm>
            <a:off x="1709928" y="1938528"/>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69" name="Google Shape;669;p15"/>
          <p:cNvSpPr txBox="1">
            <a:spLocks noGrp="1"/>
          </p:cNvSpPr>
          <p:nvPr>
            <p:ph type="subTitle" idx="3"/>
          </p:nvPr>
        </p:nvSpPr>
        <p:spPr>
          <a:xfrm>
            <a:off x="5468112" y="1545336"/>
            <a:ext cx="19476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0" name="Google Shape;670;p15"/>
          <p:cNvSpPr txBox="1">
            <a:spLocks noGrp="1"/>
          </p:cNvSpPr>
          <p:nvPr>
            <p:ph type="subTitle" idx="4"/>
          </p:nvPr>
        </p:nvSpPr>
        <p:spPr>
          <a:xfrm>
            <a:off x="5468112" y="1938528"/>
            <a:ext cx="19476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1" name="Google Shape;671;p15"/>
          <p:cNvSpPr txBox="1">
            <a:spLocks noGrp="1"/>
          </p:cNvSpPr>
          <p:nvPr>
            <p:ph type="subTitle" idx="5"/>
          </p:nvPr>
        </p:nvSpPr>
        <p:spPr>
          <a:xfrm>
            <a:off x="2825496" y="3200400"/>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2" name="Google Shape;672;p15"/>
          <p:cNvSpPr txBox="1">
            <a:spLocks noGrp="1"/>
          </p:cNvSpPr>
          <p:nvPr>
            <p:ph type="subTitle" idx="6"/>
          </p:nvPr>
        </p:nvSpPr>
        <p:spPr>
          <a:xfrm>
            <a:off x="2825496" y="3593592"/>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3" name="Google Shape;673;p15"/>
          <p:cNvSpPr txBox="1">
            <a:spLocks noGrp="1"/>
          </p:cNvSpPr>
          <p:nvPr>
            <p:ph type="subTitle" idx="7"/>
          </p:nvPr>
        </p:nvSpPr>
        <p:spPr>
          <a:xfrm>
            <a:off x="6464808" y="3200400"/>
            <a:ext cx="19935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4" name="Google Shape;674;p15"/>
          <p:cNvSpPr txBox="1">
            <a:spLocks noGrp="1"/>
          </p:cNvSpPr>
          <p:nvPr>
            <p:ph type="subTitle" idx="8"/>
          </p:nvPr>
        </p:nvSpPr>
        <p:spPr>
          <a:xfrm>
            <a:off x="6464808" y="3593592"/>
            <a:ext cx="19935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cxnSp>
        <p:nvCxnSpPr>
          <p:cNvPr id="675" name="Google Shape;675;p15"/>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676" name="Google Shape;676;p15"/>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677" name="Google Shape;677;p15"/>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678" name="Google Shape;678;p15"/>
          <p:cNvGrpSpPr/>
          <p:nvPr/>
        </p:nvGrpSpPr>
        <p:grpSpPr>
          <a:xfrm flipH="1">
            <a:off x="423750" y="125363"/>
            <a:ext cx="292025" cy="292575"/>
            <a:chOff x="7353050" y="316275"/>
            <a:chExt cx="292025" cy="292575"/>
          </a:xfrm>
        </p:grpSpPr>
        <p:sp>
          <p:nvSpPr>
            <p:cNvPr id="679" name="Google Shape;679;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15"/>
          <p:cNvGrpSpPr/>
          <p:nvPr/>
        </p:nvGrpSpPr>
        <p:grpSpPr>
          <a:xfrm>
            <a:off x="1638739" y="558163"/>
            <a:ext cx="293111" cy="293388"/>
            <a:chOff x="3164039" y="430875"/>
            <a:chExt cx="293111" cy="293388"/>
          </a:xfrm>
        </p:grpSpPr>
        <p:sp>
          <p:nvSpPr>
            <p:cNvPr id="684" name="Google Shape;684;p15"/>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5"/>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5"/>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5"/>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5"/>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5"/>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0" name="Google Shape;690;p15"/>
          <p:cNvGrpSpPr/>
          <p:nvPr/>
        </p:nvGrpSpPr>
        <p:grpSpPr>
          <a:xfrm>
            <a:off x="1591750" y="362600"/>
            <a:ext cx="175013" cy="27000"/>
            <a:chOff x="5662375" y="212375"/>
            <a:chExt cx="175013" cy="27000"/>
          </a:xfrm>
        </p:grpSpPr>
        <p:sp>
          <p:nvSpPr>
            <p:cNvPr id="691" name="Google Shape;691;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4" name="Google Shape;694;p15"/>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695" name="Google Shape;695;p15"/>
          <p:cNvGrpSpPr/>
          <p:nvPr/>
        </p:nvGrpSpPr>
        <p:grpSpPr>
          <a:xfrm>
            <a:off x="7823875" y="202375"/>
            <a:ext cx="581800" cy="582350"/>
            <a:chOff x="8064275" y="887850"/>
            <a:chExt cx="581800" cy="582350"/>
          </a:xfrm>
        </p:grpSpPr>
        <p:sp>
          <p:nvSpPr>
            <p:cNvPr id="696" name="Google Shape;696;p1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2" name="Google Shape;702;p15"/>
          <p:cNvGrpSpPr/>
          <p:nvPr/>
        </p:nvGrpSpPr>
        <p:grpSpPr>
          <a:xfrm flipH="1">
            <a:off x="8698650" y="1117488"/>
            <a:ext cx="292025" cy="292575"/>
            <a:chOff x="7353050" y="316275"/>
            <a:chExt cx="292025" cy="292575"/>
          </a:xfrm>
        </p:grpSpPr>
        <p:sp>
          <p:nvSpPr>
            <p:cNvPr id="703" name="Google Shape;703;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 name="Google Shape;707;p15"/>
          <p:cNvGrpSpPr/>
          <p:nvPr/>
        </p:nvGrpSpPr>
        <p:grpSpPr>
          <a:xfrm>
            <a:off x="8678350" y="1581800"/>
            <a:ext cx="175013" cy="27000"/>
            <a:chOff x="5662375" y="212375"/>
            <a:chExt cx="175013" cy="27000"/>
          </a:xfrm>
        </p:grpSpPr>
        <p:sp>
          <p:nvSpPr>
            <p:cNvPr id="708" name="Google Shape;708;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columns of text 2">
  <p:cSld name="CUSTOM_7">
    <p:spTree>
      <p:nvGrpSpPr>
        <p:cNvPr id="1" name="Shape 711"/>
        <p:cNvGrpSpPr/>
        <p:nvPr/>
      </p:nvGrpSpPr>
      <p:grpSpPr>
        <a:xfrm>
          <a:off x="0" y="0"/>
          <a:ext cx="0" cy="0"/>
          <a:chOff x="0" y="0"/>
          <a:chExt cx="0" cy="0"/>
        </a:xfrm>
      </p:grpSpPr>
      <p:cxnSp>
        <p:nvCxnSpPr>
          <p:cNvPr id="712" name="Google Shape;712;p16"/>
          <p:cNvCxnSpPr/>
          <p:nvPr/>
        </p:nvCxnSpPr>
        <p:spPr>
          <a:xfrm>
            <a:off x="590450" y="4340600"/>
            <a:ext cx="670200" cy="423000"/>
          </a:xfrm>
          <a:prstGeom prst="straightConnector1">
            <a:avLst/>
          </a:prstGeom>
          <a:noFill/>
          <a:ln w="9525" cap="flat" cmpd="sng">
            <a:solidFill>
              <a:schemeClr val="dk1"/>
            </a:solidFill>
            <a:prstDash val="solid"/>
            <a:round/>
            <a:headEnd type="none" w="med" len="med"/>
            <a:tailEnd type="none" w="med" len="med"/>
          </a:ln>
        </p:spPr>
      </p:cxnSp>
      <p:sp>
        <p:nvSpPr>
          <p:cNvPr id="713" name="Google Shape;713;p16"/>
          <p:cNvSpPr txBox="1">
            <a:spLocks noGrp="1"/>
          </p:cNvSpPr>
          <p:nvPr>
            <p:ph type="title"/>
          </p:nvPr>
        </p:nvSpPr>
        <p:spPr>
          <a:xfrm>
            <a:off x="2208175" y="342775"/>
            <a:ext cx="4727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cxnSp>
        <p:nvCxnSpPr>
          <p:cNvPr id="714" name="Google Shape;714;p16"/>
          <p:cNvCxnSpPr/>
          <p:nvPr/>
        </p:nvCxnSpPr>
        <p:spPr>
          <a:xfrm rot="10800000" flipH="1">
            <a:off x="0" y="4332550"/>
            <a:ext cx="590700" cy="663900"/>
          </a:xfrm>
          <a:prstGeom prst="straightConnector1">
            <a:avLst/>
          </a:prstGeom>
          <a:noFill/>
          <a:ln w="9525" cap="flat" cmpd="sng">
            <a:solidFill>
              <a:schemeClr val="dk1"/>
            </a:solidFill>
            <a:prstDash val="solid"/>
            <a:round/>
            <a:headEnd type="none" w="med" len="med"/>
            <a:tailEnd type="none" w="med" len="med"/>
          </a:ln>
        </p:spPr>
      </p:cxnSp>
      <p:grpSp>
        <p:nvGrpSpPr>
          <p:cNvPr id="715" name="Google Shape;715;p16"/>
          <p:cNvGrpSpPr/>
          <p:nvPr/>
        </p:nvGrpSpPr>
        <p:grpSpPr>
          <a:xfrm flipH="1">
            <a:off x="431725" y="4183775"/>
            <a:ext cx="292025" cy="292575"/>
            <a:chOff x="7353050" y="316275"/>
            <a:chExt cx="292025" cy="292575"/>
          </a:xfrm>
        </p:grpSpPr>
        <p:sp>
          <p:nvSpPr>
            <p:cNvPr id="716" name="Google Shape;716;p1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0" name="Google Shape;720;p16"/>
          <p:cNvGrpSpPr/>
          <p:nvPr/>
        </p:nvGrpSpPr>
        <p:grpSpPr>
          <a:xfrm>
            <a:off x="1075789" y="4604675"/>
            <a:ext cx="293111" cy="293388"/>
            <a:chOff x="3164039" y="430875"/>
            <a:chExt cx="293111" cy="293388"/>
          </a:xfrm>
        </p:grpSpPr>
        <p:sp>
          <p:nvSpPr>
            <p:cNvPr id="721" name="Google Shape;721;p16"/>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6"/>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6"/>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6"/>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6"/>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6"/>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727" name="Google Shape;727;p16"/>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728" name="Google Shape;728;p16"/>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729" name="Google Shape;729;p16"/>
          <p:cNvGrpSpPr/>
          <p:nvPr/>
        </p:nvGrpSpPr>
        <p:grpSpPr>
          <a:xfrm>
            <a:off x="8064275" y="526925"/>
            <a:ext cx="581800" cy="582350"/>
            <a:chOff x="8064275" y="887850"/>
            <a:chExt cx="581800" cy="582350"/>
          </a:xfrm>
        </p:grpSpPr>
        <p:sp>
          <p:nvSpPr>
            <p:cNvPr id="730" name="Google Shape;730;p1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 name="Google Shape;736;p16"/>
          <p:cNvGrpSpPr/>
          <p:nvPr/>
        </p:nvGrpSpPr>
        <p:grpSpPr>
          <a:xfrm>
            <a:off x="7033875" y="170875"/>
            <a:ext cx="292025" cy="292575"/>
            <a:chOff x="7353050" y="316275"/>
            <a:chExt cx="292025" cy="292575"/>
          </a:xfrm>
        </p:grpSpPr>
        <p:sp>
          <p:nvSpPr>
            <p:cNvPr id="737" name="Google Shape;737;p1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1" name="Google Shape;741;p16"/>
          <p:cNvGrpSpPr/>
          <p:nvPr/>
        </p:nvGrpSpPr>
        <p:grpSpPr>
          <a:xfrm>
            <a:off x="8757950" y="229650"/>
            <a:ext cx="175000" cy="175000"/>
            <a:chOff x="8792300" y="321275"/>
            <a:chExt cx="175000" cy="175000"/>
          </a:xfrm>
        </p:grpSpPr>
        <p:sp>
          <p:nvSpPr>
            <p:cNvPr id="742" name="Google Shape;742;p1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 name="Google Shape;746;p16"/>
          <p:cNvGrpSpPr/>
          <p:nvPr/>
        </p:nvGrpSpPr>
        <p:grpSpPr>
          <a:xfrm>
            <a:off x="8490050" y="170875"/>
            <a:ext cx="175013" cy="27000"/>
            <a:chOff x="5662375" y="212375"/>
            <a:chExt cx="175013" cy="27000"/>
          </a:xfrm>
        </p:grpSpPr>
        <p:sp>
          <p:nvSpPr>
            <p:cNvPr id="747" name="Google Shape;747;p1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0" name="Google Shape;750;p16"/>
          <p:cNvGrpSpPr/>
          <p:nvPr/>
        </p:nvGrpSpPr>
        <p:grpSpPr>
          <a:xfrm>
            <a:off x="7916350" y="1124600"/>
            <a:ext cx="175013" cy="27000"/>
            <a:chOff x="5662375" y="212375"/>
            <a:chExt cx="175013" cy="27000"/>
          </a:xfrm>
        </p:grpSpPr>
        <p:sp>
          <p:nvSpPr>
            <p:cNvPr id="751" name="Google Shape;751;p1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4" name="Google Shape;754;p16"/>
          <p:cNvSpPr txBox="1">
            <a:spLocks noGrp="1"/>
          </p:cNvSpPr>
          <p:nvPr>
            <p:ph type="subTitle" idx="1"/>
          </p:nvPr>
        </p:nvSpPr>
        <p:spPr>
          <a:xfrm>
            <a:off x="6217920" y="1819656"/>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5" name="Google Shape;755;p16"/>
          <p:cNvSpPr txBox="1">
            <a:spLocks noGrp="1"/>
          </p:cNvSpPr>
          <p:nvPr>
            <p:ph type="subTitle" idx="2"/>
          </p:nvPr>
        </p:nvSpPr>
        <p:spPr>
          <a:xfrm>
            <a:off x="3749040" y="1252728"/>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6" name="Google Shape;756;p16"/>
          <p:cNvSpPr txBox="1">
            <a:spLocks noGrp="1"/>
          </p:cNvSpPr>
          <p:nvPr>
            <p:ph type="subTitle" idx="3"/>
          </p:nvPr>
        </p:nvSpPr>
        <p:spPr>
          <a:xfrm>
            <a:off x="1289304" y="1819656"/>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7" name="Google Shape;757;p16"/>
          <p:cNvSpPr txBox="1">
            <a:spLocks noGrp="1"/>
          </p:cNvSpPr>
          <p:nvPr>
            <p:ph type="subTitle" idx="4"/>
          </p:nvPr>
        </p:nvSpPr>
        <p:spPr>
          <a:xfrm>
            <a:off x="6217920" y="2139696"/>
            <a:ext cx="1636800" cy="877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defRPr>
            </a:lvl1pPr>
            <a:lvl2pPr lvl="1" algn="ctr" rtl="0">
              <a:spcBef>
                <a:spcPts val="0"/>
              </a:spcBef>
              <a:spcAft>
                <a:spcPts val="0"/>
              </a:spcAft>
              <a:buNone/>
              <a:defRPr sz="1600">
                <a:solidFill>
                  <a:schemeClr val="dk2"/>
                </a:solidFill>
              </a:defRPr>
            </a:lvl2pPr>
            <a:lvl3pPr lvl="2" algn="ctr" rtl="0">
              <a:spcBef>
                <a:spcPts val="0"/>
              </a:spcBef>
              <a:spcAft>
                <a:spcPts val="0"/>
              </a:spcAft>
              <a:buNone/>
              <a:defRPr sz="1600">
                <a:solidFill>
                  <a:schemeClr val="dk2"/>
                </a:solidFill>
              </a:defRPr>
            </a:lvl3pPr>
            <a:lvl4pPr lvl="3" algn="ctr" rtl="0">
              <a:spcBef>
                <a:spcPts val="0"/>
              </a:spcBef>
              <a:spcAft>
                <a:spcPts val="0"/>
              </a:spcAft>
              <a:buNone/>
              <a:defRPr sz="1600">
                <a:solidFill>
                  <a:schemeClr val="dk2"/>
                </a:solidFill>
              </a:defRPr>
            </a:lvl4pPr>
            <a:lvl5pPr lvl="4" algn="ctr" rtl="0">
              <a:spcBef>
                <a:spcPts val="0"/>
              </a:spcBef>
              <a:spcAft>
                <a:spcPts val="0"/>
              </a:spcAft>
              <a:buNone/>
              <a:defRPr sz="1600">
                <a:solidFill>
                  <a:schemeClr val="dk2"/>
                </a:solidFill>
              </a:defRPr>
            </a:lvl5pPr>
            <a:lvl6pPr lvl="5" algn="ctr" rtl="0">
              <a:spcBef>
                <a:spcPts val="0"/>
              </a:spcBef>
              <a:spcAft>
                <a:spcPts val="0"/>
              </a:spcAft>
              <a:buNone/>
              <a:defRPr sz="1600">
                <a:solidFill>
                  <a:schemeClr val="dk2"/>
                </a:solidFill>
              </a:defRPr>
            </a:lvl6pPr>
            <a:lvl7pPr lvl="6" algn="ctr" rtl="0">
              <a:spcBef>
                <a:spcPts val="0"/>
              </a:spcBef>
              <a:spcAft>
                <a:spcPts val="0"/>
              </a:spcAft>
              <a:buNone/>
              <a:defRPr sz="1600">
                <a:solidFill>
                  <a:schemeClr val="dk2"/>
                </a:solidFill>
              </a:defRPr>
            </a:lvl7pPr>
            <a:lvl8pPr lvl="7" algn="ctr" rtl="0">
              <a:spcBef>
                <a:spcPts val="0"/>
              </a:spcBef>
              <a:spcAft>
                <a:spcPts val="0"/>
              </a:spcAft>
              <a:buNone/>
              <a:defRPr sz="1600">
                <a:solidFill>
                  <a:schemeClr val="dk2"/>
                </a:solidFill>
              </a:defRPr>
            </a:lvl8pPr>
            <a:lvl9pPr lvl="8" algn="ctr" rtl="0">
              <a:spcBef>
                <a:spcPts val="0"/>
              </a:spcBef>
              <a:spcAft>
                <a:spcPts val="0"/>
              </a:spcAft>
              <a:buNone/>
              <a:defRPr sz="1600">
                <a:solidFill>
                  <a:schemeClr val="dk2"/>
                </a:solidFill>
              </a:defRPr>
            </a:lvl9pPr>
          </a:lstStyle>
          <a:p>
            <a:endParaRPr/>
          </a:p>
        </p:txBody>
      </p:sp>
      <p:sp>
        <p:nvSpPr>
          <p:cNvPr id="758" name="Google Shape;758;p16"/>
          <p:cNvSpPr txBox="1">
            <a:spLocks noGrp="1"/>
          </p:cNvSpPr>
          <p:nvPr>
            <p:ph type="subTitle" idx="5"/>
          </p:nvPr>
        </p:nvSpPr>
        <p:spPr>
          <a:xfrm>
            <a:off x="3749040" y="1581912"/>
            <a:ext cx="1636800" cy="877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759" name="Google Shape;759;p16"/>
          <p:cNvSpPr txBox="1">
            <a:spLocks noGrp="1"/>
          </p:cNvSpPr>
          <p:nvPr>
            <p:ph type="subTitle" idx="6"/>
          </p:nvPr>
        </p:nvSpPr>
        <p:spPr>
          <a:xfrm>
            <a:off x="1289304" y="2139696"/>
            <a:ext cx="1636800" cy="877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ix columns of text">
  <p:cSld name="CUSTOM_8">
    <p:spTree>
      <p:nvGrpSpPr>
        <p:cNvPr id="1" name="Shape 760"/>
        <p:cNvGrpSpPr/>
        <p:nvPr/>
      </p:nvGrpSpPr>
      <p:grpSpPr>
        <a:xfrm>
          <a:off x="0" y="0"/>
          <a:ext cx="0" cy="0"/>
          <a:chOff x="0" y="0"/>
          <a:chExt cx="0" cy="0"/>
        </a:xfrm>
      </p:grpSpPr>
      <p:sp>
        <p:nvSpPr>
          <p:cNvPr id="761" name="Google Shape;761;p17"/>
          <p:cNvSpPr txBox="1">
            <a:spLocks noGrp="1"/>
          </p:cNvSpPr>
          <p:nvPr>
            <p:ph type="title"/>
          </p:nvPr>
        </p:nvSpPr>
        <p:spPr>
          <a:xfrm>
            <a:off x="3090672" y="338328"/>
            <a:ext cx="2962800" cy="5760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
        <p:nvSpPr>
          <p:cNvPr id="762" name="Google Shape;762;p17"/>
          <p:cNvSpPr txBox="1">
            <a:spLocks noGrp="1"/>
          </p:cNvSpPr>
          <p:nvPr>
            <p:ph type="subTitle" idx="1"/>
          </p:nvPr>
        </p:nvSpPr>
        <p:spPr>
          <a:xfrm>
            <a:off x="1522425" y="1588336"/>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3" name="Google Shape;763;p17"/>
          <p:cNvSpPr txBox="1">
            <a:spLocks noGrp="1"/>
          </p:cNvSpPr>
          <p:nvPr>
            <p:ph type="subTitle" idx="2"/>
          </p:nvPr>
        </p:nvSpPr>
        <p:spPr>
          <a:xfrm>
            <a:off x="1522425"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64" name="Google Shape;764;p17"/>
          <p:cNvSpPr txBox="1">
            <a:spLocks noGrp="1"/>
          </p:cNvSpPr>
          <p:nvPr>
            <p:ph type="subTitle" idx="3"/>
          </p:nvPr>
        </p:nvSpPr>
        <p:spPr>
          <a:xfrm>
            <a:off x="3689552" y="1588336"/>
            <a:ext cx="17649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5" name="Google Shape;765;p17"/>
          <p:cNvSpPr txBox="1">
            <a:spLocks noGrp="1"/>
          </p:cNvSpPr>
          <p:nvPr>
            <p:ph type="subTitle" idx="4"/>
          </p:nvPr>
        </p:nvSpPr>
        <p:spPr>
          <a:xfrm>
            <a:off x="3689552"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9pPr>
          </a:lstStyle>
          <a:p>
            <a:endParaRPr/>
          </a:p>
        </p:txBody>
      </p:sp>
      <p:sp>
        <p:nvSpPr>
          <p:cNvPr id="766" name="Google Shape;766;p17"/>
          <p:cNvSpPr txBox="1">
            <a:spLocks noGrp="1"/>
          </p:cNvSpPr>
          <p:nvPr>
            <p:ph type="subTitle" idx="5"/>
          </p:nvPr>
        </p:nvSpPr>
        <p:spPr>
          <a:xfrm>
            <a:off x="5856675" y="1588336"/>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7" name="Google Shape;767;p17"/>
          <p:cNvSpPr txBox="1">
            <a:spLocks noGrp="1"/>
          </p:cNvSpPr>
          <p:nvPr>
            <p:ph type="subTitle" idx="6"/>
          </p:nvPr>
        </p:nvSpPr>
        <p:spPr>
          <a:xfrm>
            <a:off x="5856675"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68" name="Google Shape;768;p17"/>
          <p:cNvSpPr txBox="1">
            <a:spLocks noGrp="1"/>
          </p:cNvSpPr>
          <p:nvPr>
            <p:ph type="subTitle" idx="7"/>
          </p:nvPr>
        </p:nvSpPr>
        <p:spPr>
          <a:xfrm>
            <a:off x="1522425" y="3215958"/>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9" name="Google Shape;769;p17"/>
          <p:cNvSpPr txBox="1">
            <a:spLocks noGrp="1"/>
          </p:cNvSpPr>
          <p:nvPr>
            <p:ph type="subTitle" idx="8"/>
          </p:nvPr>
        </p:nvSpPr>
        <p:spPr>
          <a:xfrm>
            <a:off x="1522425" y="3556017"/>
            <a:ext cx="17649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70" name="Google Shape;770;p17"/>
          <p:cNvSpPr txBox="1">
            <a:spLocks noGrp="1"/>
          </p:cNvSpPr>
          <p:nvPr>
            <p:ph type="subTitle" idx="9"/>
          </p:nvPr>
        </p:nvSpPr>
        <p:spPr>
          <a:xfrm>
            <a:off x="3597450" y="3215961"/>
            <a:ext cx="19491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71" name="Google Shape;771;p17"/>
          <p:cNvSpPr txBox="1">
            <a:spLocks noGrp="1"/>
          </p:cNvSpPr>
          <p:nvPr>
            <p:ph type="subTitle" idx="13"/>
          </p:nvPr>
        </p:nvSpPr>
        <p:spPr>
          <a:xfrm>
            <a:off x="3597500" y="3556017"/>
            <a:ext cx="19491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72" name="Google Shape;772;p17"/>
          <p:cNvSpPr txBox="1">
            <a:spLocks noGrp="1"/>
          </p:cNvSpPr>
          <p:nvPr>
            <p:ph type="subTitle" idx="14"/>
          </p:nvPr>
        </p:nvSpPr>
        <p:spPr>
          <a:xfrm>
            <a:off x="5856675" y="3215958"/>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73" name="Google Shape;773;p17"/>
          <p:cNvSpPr txBox="1">
            <a:spLocks noGrp="1"/>
          </p:cNvSpPr>
          <p:nvPr>
            <p:ph type="subTitle" idx="15"/>
          </p:nvPr>
        </p:nvSpPr>
        <p:spPr>
          <a:xfrm>
            <a:off x="5856675" y="3556017"/>
            <a:ext cx="17649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cxnSp>
        <p:nvCxnSpPr>
          <p:cNvPr id="774" name="Google Shape;774;p17"/>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775" name="Google Shape;775;p17"/>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776" name="Google Shape;776;p17"/>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777" name="Google Shape;777;p17"/>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778" name="Google Shape;778;p17"/>
          <p:cNvGrpSpPr/>
          <p:nvPr/>
        </p:nvGrpSpPr>
        <p:grpSpPr>
          <a:xfrm flipH="1">
            <a:off x="1278333" y="4513075"/>
            <a:ext cx="581800" cy="582350"/>
            <a:chOff x="8064275" y="887850"/>
            <a:chExt cx="581800" cy="582350"/>
          </a:xfrm>
        </p:grpSpPr>
        <p:sp>
          <p:nvSpPr>
            <p:cNvPr id="779" name="Google Shape;779;p1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5" name="Google Shape;785;p17"/>
          <p:cNvGrpSpPr/>
          <p:nvPr/>
        </p:nvGrpSpPr>
        <p:grpSpPr>
          <a:xfrm flipH="1">
            <a:off x="2747608" y="4340463"/>
            <a:ext cx="292025" cy="292575"/>
            <a:chOff x="7353050" y="316275"/>
            <a:chExt cx="292025" cy="292575"/>
          </a:xfrm>
        </p:grpSpPr>
        <p:sp>
          <p:nvSpPr>
            <p:cNvPr id="786" name="Google Shape;786;p1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 name="Google Shape;790;p17"/>
          <p:cNvGrpSpPr/>
          <p:nvPr/>
        </p:nvGrpSpPr>
        <p:grpSpPr>
          <a:xfrm flipH="1">
            <a:off x="171308" y="4315025"/>
            <a:ext cx="175000" cy="175000"/>
            <a:chOff x="8792300" y="321275"/>
            <a:chExt cx="175000" cy="175000"/>
          </a:xfrm>
        </p:grpSpPr>
        <p:sp>
          <p:nvSpPr>
            <p:cNvPr id="791" name="Google Shape;791;p1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5" name="Google Shape;795;p17"/>
          <p:cNvGrpSpPr/>
          <p:nvPr/>
        </p:nvGrpSpPr>
        <p:grpSpPr>
          <a:xfrm>
            <a:off x="3873197" y="4657550"/>
            <a:ext cx="293111" cy="293388"/>
            <a:chOff x="3164039" y="430875"/>
            <a:chExt cx="293111" cy="293388"/>
          </a:xfrm>
        </p:grpSpPr>
        <p:sp>
          <p:nvSpPr>
            <p:cNvPr id="796" name="Google Shape;796;p1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2" name="Google Shape;802;p17"/>
          <p:cNvGrpSpPr/>
          <p:nvPr/>
        </p:nvGrpSpPr>
        <p:grpSpPr>
          <a:xfrm flipH="1">
            <a:off x="242270" y="4142425"/>
            <a:ext cx="175013" cy="27000"/>
            <a:chOff x="5662375" y="212375"/>
            <a:chExt cx="175013" cy="27000"/>
          </a:xfrm>
        </p:grpSpPr>
        <p:sp>
          <p:nvSpPr>
            <p:cNvPr id="803" name="Google Shape;803;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06" name="Google Shape;806;p17"/>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807" name="Google Shape;807;p17"/>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808" name="Google Shape;808;p17"/>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809" name="Google Shape;809;p17"/>
          <p:cNvGrpSpPr/>
          <p:nvPr/>
        </p:nvGrpSpPr>
        <p:grpSpPr>
          <a:xfrm>
            <a:off x="8064275" y="1040250"/>
            <a:ext cx="581800" cy="582350"/>
            <a:chOff x="8064275" y="887850"/>
            <a:chExt cx="581800" cy="582350"/>
          </a:xfrm>
        </p:grpSpPr>
        <p:sp>
          <p:nvSpPr>
            <p:cNvPr id="810" name="Google Shape;810;p1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17"/>
          <p:cNvGrpSpPr/>
          <p:nvPr/>
        </p:nvGrpSpPr>
        <p:grpSpPr>
          <a:xfrm>
            <a:off x="7353050" y="316275"/>
            <a:ext cx="292025" cy="292575"/>
            <a:chOff x="7353050" y="316275"/>
            <a:chExt cx="292025" cy="292575"/>
          </a:xfrm>
        </p:grpSpPr>
        <p:sp>
          <p:nvSpPr>
            <p:cNvPr id="817" name="Google Shape;817;p1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 name="Google Shape;821;p17"/>
          <p:cNvGrpSpPr/>
          <p:nvPr/>
        </p:nvGrpSpPr>
        <p:grpSpPr>
          <a:xfrm>
            <a:off x="8792300" y="321275"/>
            <a:ext cx="175000" cy="175000"/>
            <a:chOff x="8792300" y="321275"/>
            <a:chExt cx="175000" cy="175000"/>
          </a:xfrm>
        </p:grpSpPr>
        <p:sp>
          <p:nvSpPr>
            <p:cNvPr id="822" name="Google Shape;822;p1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6" name="Google Shape;826;p17"/>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7"/>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7"/>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7"/>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7"/>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7"/>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2" name="Google Shape;832;p17"/>
          <p:cNvGrpSpPr/>
          <p:nvPr/>
        </p:nvGrpSpPr>
        <p:grpSpPr>
          <a:xfrm>
            <a:off x="8490050" y="170875"/>
            <a:ext cx="175013" cy="27000"/>
            <a:chOff x="5662375" y="212375"/>
            <a:chExt cx="175013" cy="27000"/>
          </a:xfrm>
        </p:grpSpPr>
        <p:sp>
          <p:nvSpPr>
            <p:cNvPr id="833" name="Google Shape;833;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 name="Google Shape;836;p17"/>
          <p:cNvGrpSpPr/>
          <p:nvPr/>
        </p:nvGrpSpPr>
        <p:grpSpPr>
          <a:xfrm>
            <a:off x="8678350" y="1658000"/>
            <a:ext cx="175013" cy="27000"/>
            <a:chOff x="5662375" y="212375"/>
            <a:chExt cx="175013" cy="27000"/>
          </a:xfrm>
        </p:grpSpPr>
        <p:sp>
          <p:nvSpPr>
            <p:cNvPr id="837" name="Google Shape;837;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2">
  <p:cSld name="CUSTOM_10">
    <p:spTree>
      <p:nvGrpSpPr>
        <p:cNvPr id="1" name="Shape 840"/>
        <p:cNvGrpSpPr/>
        <p:nvPr/>
      </p:nvGrpSpPr>
      <p:grpSpPr>
        <a:xfrm>
          <a:off x="0" y="0"/>
          <a:ext cx="0" cy="0"/>
          <a:chOff x="0" y="0"/>
          <a:chExt cx="0" cy="0"/>
        </a:xfrm>
      </p:grpSpPr>
      <p:sp>
        <p:nvSpPr>
          <p:cNvPr id="841" name="Google Shape;841;p18"/>
          <p:cNvSpPr txBox="1">
            <a:spLocks noGrp="1"/>
          </p:cNvSpPr>
          <p:nvPr>
            <p:ph type="title"/>
          </p:nvPr>
        </p:nvSpPr>
        <p:spPr>
          <a:xfrm>
            <a:off x="1271016" y="338328"/>
            <a:ext cx="6611100" cy="548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
        <p:nvSpPr>
          <p:cNvPr id="842" name="Google Shape;842;p18"/>
          <p:cNvSpPr txBox="1">
            <a:spLocks noGrp="1"/>
          </p:cNvSpPr>
          <p:nvPr>
            <p:ph type="subTitle" idx="1"/>
          </p:nvPr>
        </p:nvSpPr>
        <p:spPr>
          <a:xfrm>
            <a:off x="4690875" y="1491351"/>
            <a:ext cx="3557100" cy="2656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cxnSp>
        <p:nvCxnSpPr>
          <p:cNvPr id="843" name="Google Shape;843;p18"/>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844" name="Google Shape;844;p18"/>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845" name="Google Shape;845;p18"/>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846" name="Google Shape;846;p18"/>
          <p:cNvGrpSpPr/>
          <p:nvPr/>
        </p:nvGrpSpPr>
        <p:grpSpPr>
          <a:xfrm flipH="1">
            <a:off x="423750" y="125363"/>
            <a:ext cx="292025" cy="292575"/>
            <a:chOff x="7353050" y="316275"/>
            <a:chExt cx="292025" cy="292575"/>
          </a:xfrm>
        </p:grpSpPr>
        <p:sp>
          <p:nvSpPr>
            <p:cNvPr id="847" name="Google Shape;847;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 name="Google Shape;851;p18"/>
          <p:cNvGrpSpPr/>
          <p:nvPr/>
        </p:nvGrpSpPr>
        <p:grpSpPr>
          <a:xfrm>
            <a:off x="1638739" y="558163"/>
            <a:ext cx="293111" cy="293388"/>
            <a:chOff x="3164039" y="430875"/>
            <a:chExt cx="293111" cy="293388"/>
          </a:xfrm>
        </p:grpSpPr>
        <p:sp>
          <p:nvSpPr>
            <p:cNvPr id="852" name="Google Shape;852;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8" name="Google Shape;858;p18"/>
          <p:cNvGrpSpPr/>
          <p:nvPr/>
        </p:nvGrpSpPr>
        <p:grpSpPr>
          <a:xfrm>
            <a:off x="1591750" y="362600"/>
            <a:ext cx="175013" cy="27000"/>
            <a:chOff x="5662375" y="212375"/>
            <a:chExt cx="175013" cy="27000"/>
          </a:xfrm>
        </p:grpSpPr>
        <p:sp>
          <p:nvSpPr>
            <p:cNvPr id="859" name="Google Shape;859;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62" name="Google Shape;862;p18"/>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863" name="Google Shape;863;p18"/>
          <p:cNvGrpSpPr/>
          <p:nvPr/>
        </p:nvGrpSpPr>
        <p:grpSpPr>
          <a:xfrm>
            <a:off x="7823875" y="202375"/>
            <a:ext cx="581800" cy="582350"/>
            <a:chOff x="8064275" y="887850"/>
            <a:chExt cx="581800" cy="582350"/>
          </a:xfrm>
        </p:grpSpPr>
        <p:sp>
          <p:nvSpPr>
            <p:cNvPr id="864" name="Google Shape;86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 name="Google Shape;870;p18"/>
          <p:cNvGrpSpPr/>
          <p:nvPr/>
        </p:nvGrpSpPr>
        <p:grpSpPr>
          <a:xfrm flipH="1">
            <a:off x="8698650" y="1117488"/>
            <a:ext cx="292025" cy="292575"/>
            <a:chOff x="7353050" y="316275"/>
            <a:chExt cx="292025" cy="292575"/>
          </a:xfrm>
        </p:grpSpPr>
        <p:sp>
          <p:nvSpPr>
            <p:cNvPr id="871" name="Google Shape;87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 name="Google Shape;875;p18"/>
          <p:cNvGrpSpPr/>
          <p:nvPr/>
        </p:nvGrpSpPr>
        <p:grpSpPr>
          <a:xfrm>
            <a:off x="8678350" y="1581800"/>
            <a:ext cx="175013" cy="27000"/>
            <a:chOff x="5662375" y="212375"/>
            <a:chExt cx="175013" cy="27000"/>
          </a:xfrm>
        </p:grpSpPr>
        <p:sp>
          <p:nvSpPr>
            <p:cNvPr id="876" name="Google Shape;876;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79" name="Google Shape;879;p18"/>
          <p:cNvCxnSpPr/>
          <p:nvPr/>
        </p:nvCxnSpPr>
        <p:spPr>
          <a:xfrm flipH="1">
            <a:off x="5101704"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880" name="Google Shape;880;p18"/>
          <p:cNvCxnSpPr/>
          <p:nvPr/>
        </p:nvCxnSpPr>
        <p:spPr>
          <a:xfrm rot="10800000">
            <a:off x="6234804"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881" name="Google Shape;881;p18"/>
          <p:cNvCxnSpPr/>
          <p:nvPr/>
        </p:nvCxnSpPr>
        <p:spPr>
          <a:xfrm flipH="1">
            <a:off x="7547529"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882" name="Google Shape;882;p18"/>
          <p:cNvCxnSpPr/>
          <p:nvPr/>
        </p:nvCxnSpPr>
        <p:spPr>
          <a:xfrm flipH="1">
            <a:off x="8872054"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883" name="Google Shape;883;p18"/>
          <p:cNvGrpSpPr/>
          <p:nvPr/>
        </p:nvGrpSpPr>
        <p:grpSpPr>
          <a:xfrm>
            <a:off x="7278954" y="4513075"/>
            <a:ext cx="581800" cy="582350"/>
            <a:chOff x="8064275" y="887850"/>
            <a:chExt cx="581800" cy="582350"/>
          </a:xfrm>
        </p:grpSpPr>
        <p:sp>
          <p:nvSpPr>
            <p:cNvPr id="884" name="Google Shape;88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 name="Google Shape;890;p18"/>
          <p:cNvGrpSpPr/>
          <p:nvPr/>
        </p:nvGrpSpPr>
        <p:grpSpPr>
          <a:xfrm>
            <a:off x="6099454" y="4340463"/>
            <a:ext cx="292025" cy="292575"/>
            <a:chOff x="7353050" y="316275"/>
            <a:chExt cx="292025" cy="292575"/>
          </a:xfrm>
        </p:grpSpPr>
        <p:sp>
          <p:nvSpPr>
            <p:cNvPr id="891" name="Google Shape;89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 name="Google Shape;895;p18"/>
          <p:cNvGrpSpPr/>
          <p:nvPr/>
        </p:nvGrpSpPr>
        <p:grpSpPr>
          <a:xfrm>
            <a:off x="8792779" y="4315025"/>
            <a:ext cx="175000" cy="175000"/>
            <a:chOff x="8792300" y="321275"/>
            <a:chExt cx="175000" cy="175000"/>
          </a:xfrm>
        </p:grpSpPr>
        <p:sp>
          <p:nvSpPr>
            <p:cNvPr id="896" name="Google Shape;896;p1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 name="Google Shape;900;p18"/>
          <p:cNvGrpSpPr/>
          <p:nvPr/>
        </p:nvGrpSpPr>
        <p:grpSpPr>
          <a:xfrm flipH="1">
            <a:off x="4972779" y="4657550"/>
            <a:ext cx="293111" cy="293388"/>
            <a:chOff x="3164039" y="430875"/>
            <a:chExt cx="293111" cy="293388"/>
          </a:xfrm>
        </p:grpSpPr>
        <p:sp>
          <p:nvSpPr>
            <p:cNvPr id="901" name="Google Shape;901;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18"/>
          <p:cNvGrpSpPr/>
          <p:nvPr/>
        </p:nvGrpSpPr>
        <p:grpSpPr>
          <a:xfrm>
            <a:off x="8721804" y="4142425"/>
            <a:ext cx="175013" cy="27000"/>
            <a:chOff x="5662375" y="212375"/>
            <a:chExt cx="175013" cy="27000"/>
          </a:xfrm>
        </p:grpSpPr>
        <p:sp>
          <p:nvSpPr>
            <p:cNvPr id="908" name="Google Shape;908;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CUSTOM_9">
    <p:spTree>
      <p:nvGrpSpPr>
        <p:cNvPr id="1" name="Shape 911"/>
        <p:cNvGrpSpPr/>
        <p:nvPr/>
      </p:nvGrpSpPr>
      <p:grpSpPr>
        <a:xfrm>
          <a:off x="0" y="0"/>
          <a:ext cx="0" cy="0"/>
          <a:chOff x="0" y="0"/>
          <a:chExt cx="0" cy="0"/>
        </a:xfrm>
      </p:grpSpPr>
      <p:sp>
        <p:nvSpPr>
          <p:cNvPr id="912" name="Google Shape;912;p19"/>
          <p:cNvSpPr txBox="1">
            <a:spLocks noGrp="1"/>
          </p:cNvSpPr>
          <p:nvPr>
            <p:ph type="title"/>
          </p:nvPr>
        </p:nvSpPr>
        <p:spPr>
          <a:xfrm>
            <a:off x="2105425" y="384048"/>
            <a:ext cx="4937700" cy="10791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sz="4800"/>
            </a:lvl1pPr>
            <a:lvl2pPr lvl="1">
              <a:spcBef>
                <a:spcPts val="0"/>
              </a:spcBef>
              <a:spcAft>
                <a:spcPts val="0"/>
              </a:spcAft>
              <a:buNone/>
              <a:defRPr sz="4800"/>
            </a:lvl2pPr>
            <a:lvl3pPr lvl="2">
              <a:spcBef>
                <a:spcPts val="0"/>
              </a:spcBef>
              <a:spcAft>
                <a:spcPts val="0"/>
              </a:spcAft>
              <a:buNone/>
              <a:defRPr sz="4800"/>
            </a:lvl3pPr>
            <a:lvl4pPr lvl="3">
              <a:spcBef>
                <a:spcPts val="0"/>
              </a:spcBef>
              <a:spcAft>
                <a:spcPts val="0"/>
              </a:spcAft>
              <a:buNone/>
              <a:defRPr sz="4800"/>
            </a:lvl4pPr>
            <a:lvl5pPr lvl="4">
              <a:spcBef>
                <a:spcPts val="0"/>
              </a:spcBef>
              <a:spcAft>
                <a:spcPts val="0"/>
              </a:spcAft>
              <a:buNone/>
              <a:defRPr sz="4800"/>
            </a:lvl5pPr>
            <a:lvl6pPr lvl="5">
              <a:spcBef>
                <a:spcPts val="0"/>
              </a:spcBef>
              <a:spcAft>
                <a:spcPts val="0"/>
              </a:spcAft>
              <a:buNone/>
              <a:defRPr sz="4800"/>
            </a:lvl6pPr>
            <a:lvl7pPr lvl="6">
              <a:spcBef>
                <a:spcPts val="0"/>
              </a:spcBef>
              <a:spcAft>
                <a:spcPts val="0"/>
              </a:spcAft>
              <a:buNone/>
              <a:defRPr sz="4800"/>
            </a:lvl7pPr>
            <a:lvl8pPr lvl="7">
              <a:spcBef>
                <a:spcPts val="0"/>
              </a:spcBef>
              <a:spcAft>
                <a:spcPts val="0"/>
              </a:spcAft>
              <a:buNone/>
              <a:defRPr sz="4800"/>
            </a:lvl8pPr>
            <a:lvl9pPr lvl="8">
              <a:spcBef>
                <a:spcPts val="0"/>
              </a:spcBef>
              <a:spcAft>
                <a:spcPts val="0"/>
              </a:spcAft>
              <a:buNone/>
              <a:defRPr sz="4800"/>
            </a:lvl9pPr>
          </a:lstStyle>
          <a:p>
            <a:endParaRPr/>
          </a:p>
        </p:txBody>
      </p:sp>
      <p:sp>
        <p:nvSpPr>
          <p:cNvPr id="913" name="Google Shape;913;p19"/>
          <p:cNvSpPr txBox="1">
            <a:spLocks noGrp="1"/>
          </p:cNvSpPr>
          <p:nvPr>
            <p:ph type="subTitle" idx="1"/>
          </p:nvPr>
        </p:nvSpPr>
        <p:spPr>
          <a:xfrm>
            <a:off x="3017520" y="1709928"/>
            <a:ext cx="3099900" cy="1435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1600">
                <a:latin typeface="Barlow Semi Condensed"/>
                <a:ea typeface="Barlow Semi Condensed"/>
                <a:cs typeface="Barlow Semi Condensed"/>
                <a:sym typeface="Barlow Semi Condensed"/>
              </a:defRPr>
            </a:lvl1pPr>
            <a:lvl2pPr lvl="1">
              <a:spcBef>
                <a:spcPts val="0"/>
              </a:spcBef>
              <a:spcAft>
                <a:spcPts val="0"/>
              </a:spcAft>
              <a:buNone/>
              <a:defRPr>
                <a:latin typeface="Barlow Semi Condensed"/>
                <a:ea typeface="Barlow Semi Condensed"/>
                <a:cs typeface="Barlow Semi Condensed"/>
                <a:sym typeface="Barlow Semi Condensed"/>
              </a:defRPr>
            </a:lvl2pPr>
            <a:lvl3pPr lvl="2">
              <a:spcBef>
                <a:spcPts val="0"/>
              </a:spcBef>
              <a:spcAft>
                <a:spcPts val="0"/>
              </a:spcAft>
              <a:buNone/>
              <a:defRPr>
                <a:latin typeface="Barlow Semi Condensed"/>
                <a:ea typeface="Barlow Semi Condensed"/>
                <a:cs typeface="Barlow Semi Condensed"/>
                <a:sym typeface="Barlow Semi Condensed"/>
              </a:defRPr>
            </a:lvl3pPr>
            <a:lvl4pPr lvl="3">
              <a:spcBef>
                <a:spcPts val="0"/>
              </a:spcBef>
              <a:spcAft>
                <a:spcPts val="0"/>
              </a:spcAft>
              <a:buNone/>
              <a:defRPr>
                <a:latin typeface="Barlow Semi Condensed"/>
                <a:ea typeface="Barlow Semi Condensed"/>
                <a:cs typeface="Barlow Semi Condensed"/>
                <a:sym typeface="Barlow Semi Condensed"/>
              </a:defRPr>
            </a:lvl4pPr>
            <a:lvl5pPr lvl="4">
              <a:spcBef>
                <a:spcPts val="0"/>
              </a:spcBef>
              <a:spcAft>
                <a:spcPts val="0"/>
              </a:spcAft>
              <a:buNone/>
              <a:defRPr>
                <a:latin typeface="Barlow Semi Condensed"/>
                <a:ea typeface="Barlow Semi Condensed"/>
                <a:cs typeface="Barlow Semi Condensed"/>
                <a:sym typeface="Barlow Semi Condensed"/>
              </a:defRPr>
            </a:lvl5pPr>
            <a:lvl6pPr lvl="5">
              <a:spcBef>
                <a:spcPts val="0"/>
              </a:spcBef>
              <a:spcAft>
                <a:spcPts val="0"/>
              </a:spcAft>
              <a:buNone/>
              <a:defRPr>
                <a:latin typeface="Barlow Semi Condensed"/>
                <a:ea typeface="Barlow Semi Condensed"/>
                <a:cs typeface="Barlow Semi Condensed"/>
                <a:sym typeface="Barlow Semi Condensed"/>
              </a:defRPr>
            </a:lvl6pPr>
            <a:lvl7pPr lvl="6">
              <a:spcBef>
                <a:spcPts val="0"/>
              </a:spcBef>
              <a:spcAft>
                <a:spcPts val="0"/>
              </a:spcAft>
              <a:buNone/>
              <a:defRPr>
                <a:latin typeface="Barlow Semi Condensed"/>
                <a:ea typeface="Barlow Semi Condensed"/>
                <a:cs typeface="Barlow Semi Condensed"/>
                <a:sym typeface="Barlow Semi Condensed"/>
              </a:defRPr>
            </a:lvl7pPr>
            <a:lvl8pPr lvl="7">
              <a:spcBef>
                <a:spcPts val="0"/>
              </a:spcBef>
              <a:spcAft>
                <a:spcPts val="0"/>
              </a:spcAft>
              <a:buNone/>
              <a:defRPr>
                <a:latin typeface="Barlow Semi Condensed"/>
                <a:ea typeface="Barlow Semi Condensed"/>
                <a:cs typeface="Barlow Semi Condensed"/>
                <a:sym typeface="Barlow Semi Condensed"/>
              </a:defRPr>
            </a:lvl8pPr>
            <a:lvl9pPr lvl="8">
              <a:spcBef>
                <a:spcPts val="0"/>
              </a:spcBef>
              <a:spcAft>
                <a:spcPts val="0"/>
              </a:spcAft>
              <a:buNone/>
              <a:defRPr>
                <a:latin typeface="Barlow Semi Condensed"/>
                <a:ea typeface="Barlow Semi Condensed"/>
                <a:cs typeface="Barlow Semi Condensed"/>
                <a:sym typeface="Barlow Semi Condensed"/>
              </a:defRPr>
            </a:lvl9pPr>
          </a:lstStyle>
          <a:p>
            <a:endParaRPr/>
          </a:p>
        </p:txBody>
      </p:sp>
      <p:sp>
        <p:nvSpPr>
          <p:cNvPr id="914" name="Google Shape;914;p19"/>
          <p:cNvSpPr txBox="1"/>
          <p:nvPr/>
        </p:nvSpPr>
        <p:spPr>
          <a:xfrm>
            <a:off x="2489375" y="3664200"/>
            <a:ext cx="4161600" cy="762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a:solidFill>
                  <a:schemeClr val="accent1"/>
                </a:solidFill>
                <a:latin typeface="Barlow Semi Condensed Medium"/>
                <a:ea typeface="Barlow Semi Condensed Medium"/>
                <a:cs typeface="Barlow Semi Condensed Medium"/>
                <a:sym typeface="Barlow Semi Condensed Medium"/>
              </a:rPr>
              <a:t>CREDITS:</a:t>
            </a:r>
            <a:r>
              <a:rPr lang="en" sz="1100">
                <a:solidFill>
                  <a:schemeClr val="dk2"/>
                </a:solidFill>
                <a:latin typeface="Barlow Semi Condensed"/>
                <a:ea typeface="Barlow Semi Condensed"/>
                <a:cs typeface="Barlow Semi Condensed"/>
                <a:sym typeface="Barlow Semi Condensed"/>
              </a:rPr>
              <a:t> This presentation template was created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2">
                  <a:extLst>
                    <a:ext uri="{A12FA001-AC4F-418D-AE19-62706E023703}">
                      <ahyp:hlinkClr xmlns:ahyp="http://schemas.microsoft.com/office/drawing/2018/hyperlinkcolor" val="tx"/>
                    </a:ext>
                  </a:extLst>
                </a:hlinkClick>
              </a:rPr>
              <a:t>Slidesgo</a:t>
            </a:r>
            <a:r>
              <a:rPr lang="en" sz="1100">
                <a:solidFill>
                  <a:schemeClr val="dk2"/>
                </a:solidFill>
                <a:latin typeface="Barlow Semi Condensed"/>
                <a:ea typeface="Barlow Semi Condensed"/>
                <a:cs typeface="Barlow Semi Condensed"/>
                <a:sym typeface="Barlow Semi Condensed"/>
              </a:rPr>
              <a:t>, including icons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3">
                  <a:extLst>
                    <a:ext uri="{A12FA001-AC4F-418D-AE19-62706E023703}">
                      <ahyp:hlinkClr xmlns:ahyp="http://schemas.microsoft.com/office/drawing/2018/hyperlinkcolor" val="tx"/>
                    </a:ext>
                  </a:extLst>
                </a:hlinkClick>
              </a:rPr>
              <a:t>Flaticon</a:t>
            </a:r>
            <a:r>
              <a:rPr lang="en" sz="1100">
                <a:solidFill>
                  <a:schemeClr val="dk2"/>
                </a:solidFill>
                <a:latin typeface="Barlow Semi Condensed"/>
                <a:ea typeface="Barlow Semi Condensed"/>
                <a:cs typeface="Barlow Semi Condensed"/>
                <a:sym typeface="Barlow Semi Condensed"/>
              </a:rPr>
              <a:t>, infographics &amp; images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4">
                  <a:extLst>
                    <a:ext uri="{A12FA001-AC4F-418D-AE19-62706E023703}">
                      <ahyp:hlinkClr xmlns:ahyp="http://schemas.microsoft.com/office/drawing/2018/hyperlinkcolor" val="tx"/>
                    </a:ext>
                  </a:extLst>
                </a:hlinkClick>
              </a:rPr>
              <a:t>Freepik</a:t>
            </a:r>
            <a:r>
              <a:rPr lang="en" sz="1100">
                <a:solidFill>
                  <a:schemeClr val="dk2"/>
                </a:solidFill>
                <a:latin typeface="Barlow Semi Condensed"/>
                <a:ea typeface="Barlow Semi Condensed"/>
                <a:cs typeface="Barlow Semi Condensed"/>
                <a:sym typeface="Barlow Semi Condensed"/>
              </a:rPr>
              <a:t> and illustrations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5">
                  <a:extLst>
                    <a:ext uri="{A12FA001-AC4F-418D-AE19-62706E023703}">
                      <ahyp:hlinkClr xmlns:ahyp="http://schemas.microsoft.com/office/drawing/2018/hyperlinkcolor" val="tx"/>
                    </a:ext>
                  </a:extLst>
                </a:hlinkClick>
              </a:rPr>
              <a:t>Stories</a:t>
            </a:r>
            <a:endParaRPr>
              <a:solidFill>
                <a:schemeClr val="dk2"/>
              </a:solidFill>
              <a:latin typeface="Barlow Semi Condensed Medium"/>
              <a:ea typeface="Barlow Semi Condensed Medium"/>
              <a:cs typeface="Barlow Semi Condensed Medium"/>
              <a:sym typeface="Barlow Semi Condensed Medium"/>
            </a:endParaRPr>
          </a:p>
          <a:p>
            <a:pPr marL="0" lvl="0" indent="0" algn="ctr" rtl="0">
              <a:spcBef>
                <a:spcPts val="0"/>
              </a:spcBef>
              <a:spcAft>
                <a:spcPts val="0"/>
              </a:spcAft>
              <a:buNone/>
            </a:pPr>
            <a:endParaRPr>
              <a:solidFill>
                <a:schemeClr val="dk2"/>
              </a:solidFill>
              <a:latin typeface="Barlow Semi Condensed"/>
              <a:ea typeface="Barlow Semi Condensed"/>
              <a:cs typeface="Barlow Semi Condensed"/>
              <a:sym typeface="Barlow Semi Condensed"/>
            </a:endParaRPr>
          </a:p>
        </p:txBody>
      </p:sp>
      <p:cxnSp>
        <p:nvCxnSpPr>
          <p:cNvPr id="915" name="Google Shape;915;p19"/>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16" name="Google Shape;916;p19"/>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17" name="Google Shape;917;p19"/>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18" name="Google Shape;918;p19"/>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19" name="Google Shape;919;p19"/>
          <p:cNvGrpSpPr/>
          <p:nvPr/>
        </p:nvGrpSpPr>
        <p:grpSpPr>
          <a:xfrm rot="5400000" flipH="1">
            <a:off x="7407333" y="1284925"/>
            <a:ext cx="581800" cy="582350"/>
            <a:chOff x="8064275" y="887850"/>
            <a:chExt cx="581800" cy="582350"/>
          </a:xfrm>
        </p:grpSpPr>
        <p:sp>
          <p:nvSpPr>
            <p:cNvPr id="920" name="Google Shape;920;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19"/>
          <p:cNvGrpSpPr/>
          <p:nvPr/>
        </p:nvGrpSpPr>
        <p:grpSpPr>
          <a:xfrm rot="5400000" flipH="1">
            <a:off x="7869720" y="2754200"/>
            <a:ext cx="292025" cy="292575"/>
            <a:chOff x="7353050" y="316275"/>
            <a:chExt cx="292025" cy="292575"/>
          </a:xfrm>
        </p:grpSpPr>
        <p:sp>
          <p:nvSpPr>
            <p:cNvPr id="927" name="Google Shape;927;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 name="Google Shape;931;p19"/>
          <p:cNvGrpSpPr/>
          <p:nvPr/>
        </p:nvGrpSpPr>
        <p:grpSpPr>
          <a:xfrm rot="5400000" flipH="1">
            <a:off x="8012458" y="178175"/>
            <a:ext cx="175000" cy="175000"/>
            <a:chOff x="8792300" y="321275"/>
            <a:chExt cx="175000" cy="175000"/>
          </a:xfrm>
        </p:grpSpPr>
        <p:sp>
          <p:nvSpPr>
            <p:cNvPr id="932" name="Google Shape;932;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 name="Google Shape;936;p19"/>
          <p:cNvGrpSpPr/>
          <p:nvPr/>
        </p:nvGrpSpPr>
        <p:grpSpPr>
          <a:xfrm rot="5400000">
            <a:off x="7551683" y="3879926"/>
            <a:ext cx="293111" cy="293388"/>
            <a:chOff x="3164039" y="430875"/>
            <a:chExt cx="293111" cy="293388"/>
          </a:xfrm>
        </p:grpSpPr>
        <p:sp>
          <p:nvSpPr>
            <p:cNvPr id="937" name="Google Shape;937;p19"/>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9"/>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9"/>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9"/>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9"/>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9"/>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 name="Google Shape;943;p19"/>
          <p:cNvGrpSpPr/>
          <p:nvPr/>
        </p:nvGrpSpPr>
        <p:grpSpPr>
          <a:xfrm rot="5400000" flipH="1">
            <a:off x="8259052" y="323144"/>
            <a:ext cx="175013" cy="27000"/>
            <a:chOff x="5662375" y="212375"/>
            <a:chExt cx="175013" cy="27000"/>
          </a:xfrm>
        </p:grpSpPr>
        <p:sp>
          <p:nvSpPr>
            <p:cNvPr id="944" name="Google Shape;94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947" name="Google Shape;947;p19"/>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948" name="Google Shape;948;p19"/>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949" name="Google Shape;949;p19"/>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950" name="Google Shape;950;p19"/>
          <p:cNvGrpSpPr/>
          <p:nvPr/>
        </p:nvGrpSpPr>
        <p:grpSpPr>
          <a:xfrm rot="5400000">
            <a:off x="621475" y="4062025"/>
            <a:ext cx="581800" cy="582350"/>
            <a:chOff x="8064275" y="887850"/>
            <a:chExt cx="581800" cy="582350"/>
          </a:xfrm>
        </p:grpSpPr>
        <p:sp>
          <p:nvSpPr>
            <p:cNvPr id="951" name="Google Shape;951;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7" name="Google Shape;957;p19"/>
          <p:cNvGrpSpPr/>
          <p:nvPr/>
        </p:nvGrpSpPr>
        <p:grpSpPr>
          <a:xfrm rot="5400000">
            <a:off x="1482825" y="3350800"/>
            <a:ext cx="292025" cy="292575"/>
            <a:chOff x="7353050" y="316275"/>
            <a:chExt cx="292025" cy="292575"/>
          </a:xfrm>
        </p:grpSpPr>
        <p:sp>
          <p:nvSpPr>
            <p:cNvPr id="958" name="Google Shape;958;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19"/>
          <p:cNvGrpSpPr/>
          <p:nvPr/>
        </p:nvGrpSpPr>
        <p:grpSpPr>
          <a:xfrm rot="5400000">
            <a:off x="1595125" y="4790325"/>
            <a:ext cx="175000" cy="175000"/>
            <a:chOff x="8792300" y="321275"/>
            <a:chExt cx="175000" cy="175000"/>
          </a:xfrm>
        </p:grpSpPr>
        <p:sp>
          <p:nvSpPr>
            <p:cNvPr id="963" name="Google Shape;963;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7" name="Google Shape;967;p19"/>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9"/>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9"/>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9"/>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9"/>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9"/>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3" name="Google Shape;973;p19"/>
          <p:cNvGrpSpPr/>
          <p:nvPr/>
        </p:nvGrpSpPr>
        <p:grpSpPr>
          <a:xfrm rot="5400000">
            <a:off x="1701119" y="1515381"/>
            <a:ext cx="175013" cy="27000"/>
            <a:chOff x="5662375" y="212375"/>
            <a:chExt cx="175013" cy="27000"/>
          </a:xfrm>
        </p:grpSpPr>
        <p:sp>
          <p:nvSpPr>
            <p:cNvPr id="974" name="Google Shape;97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7" name="Google Shape;977;p19"/>
          <p:cNvGrpSpPr/>
          <p:nvPr/>
        </p:nvGrpSpPr>
        <p:grpSpPr>
          <a:xfrm rot="5400000">
            <a:off x="1819519" y="4562081"/>
            <a:ext cx="175013" cy="27000"/>
            <a:chOff x="5662375" y="212375"/>
            <a:chExt cx="175013" cy="27000"/>
          </a:xfrm>
        </p:grpSpPr>
        <p:sp>
          <p:nvSpPr>
            <p:cNvPr id="978" name="Google Shape;978;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1" name="Google Shape;981;p19"/>
          <p:cNvGrpSpPr/>
          <p:nvPr/>
        </p:nvGrpSpPr>
        <p:grpSpPr>
          <a:xfrm rot="5400000">
            <a:off x="408594" y="4140781"/>
            <a:ext cx="175013" cy="27000"/>
            <a:chOff x="5662375" y="212375"/>
            <a:chExt cx="175013" cy="27000"/>
          </a:xfrm>
        </p:grpSpPr>
        <p:sp>
          <p:nvSpPr>
            <p:cNvPr id="982" name="Google Shape;982;p1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Highlighted numbers">
  <p:cSld name="CUSTOM_11">
    <p:spTree>
      <p:nvGrpSpPr>
        <p:cNvPr id="1" name="Shape 985"/>
        <p:cNvGrpSpPr/>
        <p:nvPr/>
      </p:nvGrpSpPr>
      <p:grpSpPr>
        <a:xfrm>
          <a:off x="0" y="0"/>
          <a:ext cx="0" cy="0"/>
          <a:chOff x="0" y="0"/>
          <a:chExt cx="0" cy="0"/>
        </a:xfrm>
      </p:grpSpPr>
      <p:sp>
        <p:nvSpPr>
          <p:cNvPr id="986" name="Google Shape;986;p20"/>
          <p:cNvSpPr txBox="1">
            <a:spLocks noGrp="1"/>
          </p:cNvSpPr>
          <p:nvPr>
            <p:ph type="title" hasCustomPrompt="1"/>
          </p:nvPr>
        </p:nvSpPr>
        <p:spPr>
          <a:xfrm>
            <a:off x="2825496" y="704088"/>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7" name="Google Shape;987;p20"/>
          <p:cNvSpPr txBox="1">
            <a:spLocks noGrp="1"/>
          </p:cNvSpPr>
          <p:nvPr>
            <p:ph type="subTitle" idx="1"/>
          </p:nvPr>
        </p:nvSpPr>
        <p:spPr>
          <a:xfrm>
            <a:off x="2825496" y="1225296"/>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88" name="Google Shape;988;p20"/>
          <p:cNvSpPr txBox="1">
            <a:spLocks noGrp="1"/>
          </p:cNvSpPr>
          <p:nvPr>
            <p:ph type="title" idx="2" hasCustomPrompt="1"/>
          </p:nvPr>
        </p:nvSpPr>
        <p:spPr>
          <a:xfrm>
            <a:off x="2825496" y="218541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9" name="Google Shape;989;p20"/>
          <p:cNvSpPr txBox="1">
            <a:spLocks noGrp="1"/>
          </p:cNvSpPr>
          <p:nvPr>
            <p:ph type="subTitle" idx="3"/>
          </p:nvPr>
        </p:nvSpPr>
        <p:spPr>
          <a:xfrm>
            <a:off x="2825496" y="2697480"/>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90" name="Google Shape;990;p20"/>
          <p:cNvSpPr txBox="1">
            <a:spLocks noGrp="1"/>
          </p:cNvSpPr>
          <p:nvPr>
            <p:ph type="title" idx="4" hasCustomPrompt="1"/>
          </p:nvPr>
        </p:nvSpPr>
        <p:spPr>
          <a:xfrm>
            <a:off x="2825496" y="364845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91" name="Google Shape;991;p20"/>
          <p:cNvSpPr txBox="1">
            <a:spLocks noGrp="1"/>
          </p:cNvSpPr>
          <p:nvPr>
            <p:ph type="subTitle" idx="5"/>
          </p:nvPr>
        </p:nvSpPr>
        <p:spPr>
          <a:xfrm>
            <a:off x="2834640" y="4169664"/>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cxnSp>
        <p:nvCxnSpPr>
          <p:cNvPr id="992" name="Google Shape;992;p20"/>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93" name="Google Shape;993;p20"/>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94" name="Google Shape;994;p20"/>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95" name="Google Shape;995;p20"/>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96" name="Google Shape;996;p20"/>
          <p:cNvGrpSpPr/>
          <p:nvPr/>
        </p:nvGrpSpPr>
        <p:grpSpPr>
          <a:xfrm rot="5400000" flipH="1">
            <a:off x="7407333" y="1284925"/>
            <a:ext cx="581800" cy="582350"/>
            <a:chOff x="8064275" y="887850"/>
            <a:chExt cx="581800" cy="582350"/>
          </a:xfrm>
        </p:grpSpPr>
        <p:sp>
          <p:nvSpPr>
            <p:cNvPr id="997" name="Google Shape;997;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3" name="Google Shape;1003;p20"/>
          <p:cNvGrpSpPr/>
          <p:nvPr/>
        </p:nvGrpSpPr>
        <p:grpSpPr>
          <a:xfrm rot="5400000" flipH="1">
            <a:off x="7869720" y="2754200"/>
            <a:ext cx="292025" cy="292575"/>
            <a:chOff x="7353050" y="316275"/>
            <a:chExt cx="292025" cy="292575"/>
          </a:xfrm>
        </p:grpSpPr>
        <p:sp>
          <p:nvSpPr>
            <p:cNvPr id="1004" name="Google Shape;1004;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8" name="Google Shape;1008;p20"/>
          <p:cNvGrpSpPr/>
          <p:nvPr/>
        </p:nvGrpSpPr>
        <p:grpSpPr>
          <a:xfrm rot="5400000" flipH="1">
            <a:off x="8012458" y="178175"/>
            <a:ext cx="175000" cy="175000"/>
            <a:chOff x="8792300" y="321275"/>
            <a:chExt cx="175000" cy="175000"/>
          </a:xfrm>
        </p:grpSpPr>
        <p:sp>
          <p:nvSpPr>
            <p:cNvPr id="1009" name="Google Shape;1009;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3" name="Google Shape;1013;p20"/>
          <p:cNvGrpSpPr/>
          <p:nvPr/>
        </p:nvGrpSpPr>
        <p:grpSpPr>
          <a:xfrm rot="5400000">
            <a:off x="7551683" y="3879926"/>
            <a:ext cx="293111" cy="293388"/>
            <a:chOff x="3164039" y="430875"/>
            <a:chExt cx="293111" cy="293388"/>
          </a:xfrm>
        </p:grpSpPr>
        <p:sp>
          <p:nvSpPr>
            <p:cNvPr id="1014" name="Google Shape;1014;p2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0" name="Google Shape;1020;p20"/>
          <p:cNvGrpSpPr/>
          <p:nvPr/>
        </p:nvGrpSpPr>
        <p:grpSpPr>
          <a:xfrm rot="5400000" flipH="1">
            <a:off x="8259052" y="323144"/>
            <a:ext cx="175013" cy="27000"/>
            <a:chOff x="5662375" y="212375"/>
            <a:chExt cx="175013" cy="27000"/>
          </a:xfrm>
        </p:grpSpPr>
        <p:sp>
          <p:nvSpPr>
            <p:cNvPr id="1021" name="Google Shape;102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24" name="Google Shape;1024;p20"/>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1025" name="Google Shape;1025;p20"/>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026" name="Google Shape;1026;p20"/>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027" name="Google Shape;1027;p20"/>
          <p:cNvGrpSpPr/>
          <p:nvPr/>
        </p:nvGrpSpPr>
        <p:grpSpPr>
          <a:xfrm rot="5400000">
            <a:off x="621475" y="4062025"/>
            <a:ext cx="581800" cy="582350"/>
            <a:chOff x="8064275" y="887850"/>
            <a:chExt cx="581800" cy="582350"/>
          </a:xfrm>
        </p:grpSpPr>
        <p:sp>
          <p:nvSpPr>
            <p:cNvPr id="1028" name="Google Shape;1028;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 name="Google Shape;1034;p20"/>
          <p:cNvGrpSpPr/>
          <p:nvPr/>
        </p:nvGrpSpPr>
        <p:grpSpPr>
          <a:xfrm rot="5400000">
            <a:off x="1482825" y="3350800"/>
            <a:ext cx="292025" cy="292575"/>
            <a:chOff x="7353050" y="316275"/>
            <a:chExt cx="292025" cy="292575"/>
          </a:xfrm>
        </p:grpSpPr>
        <p:sp>
          <p:nvSpPr>
            <p:cNvPr id="1035" name="Google Shape;1035;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9" name="Google Shape;1039;p20"/>
          <p:cNvGrpSpPr/>
          <p:nvPr/>
        </p:nvGrpSpPr>
        <p:grpSpPr>
          <a:xfrm rot="5400000">
            <a:off x="1595125" y="4790325"/>
            <a:ext cx="175000" cy="175000"/>
            <a:chOff x="8792300" y="321275"/>
            <a:chExt cx="175000" cy="175000"/>
          </a:xfrm>
        </p:grpSpPr>
        <p:sp>
          <p:nvSpPr>
            <p:cNvPr id="1040" name="Google Shape;1040;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4" name="Google Shape;1044;p20"/>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0"/>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0"/>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0"/>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0"/>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0"/>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0" name="Google Shape;1050;p20"/>
          <p:cNvGrpSpPr/>
          <p:nvPr/>
        </p:nvGrpSpPr>
        <p:grpSpPr>
          <a:xfrm rot="5400000">
            <a:off x="1701119" y="1515381"/>
            <a:ext cx="175013" cy="27000"/>
            <a:chOff x="5662375" y="212375"/>
            <a:chExt cx="175013" cy="27000"/>
          </a:xfrm>
        </p:grpSpPr>
        <p:sp>
          <p:nvSpPr>
            <p:cNvPr id="1051" name="Google Shape;105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4" name="Google Shape;1054;p20"/>
          <p:cNvGrpSpPr/>
          <p:nvPr/>
        </p:nvGrpSpPr>
        <p:grpSpPr>
          <a:xfrm rot="5400000">
            <a:off x="1819519" y="4562081"/>
            <a:ext cx="175013" cy="27000"/>
            <a:chOff x="5662375" y="212375"/>
            <a:chExt cx="175013" cy="27000"/>
          </a:xfrm>
        </p:grpSpPr>
        <p:sp>
          <p:nvSpPr>
            <p:cNvPr id="1055" name="Google Shape;1055;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 name="Google Shape;1058;p20"/>
          <p:cNvGrpSpPr/>
          <p:nvPr/>
        </p:nvGrpSpPr>
        <p:grpSpPr>
          <a:xfrm rot="5400000">
            <a:off x="408594" y="4140781"/>
            <a:ext cx="175013" cy="27000"/>
            <a:chOff x="5662375" y="212375"/>
            <a:chExt cx="175013" cy="27000"/>
          </a:xfrm>
        </p:grpSpPr>
        <p:sp>
          <p:nvSpPr>
            <p:cNvPr id="1059" name="Google Shape;1059;p2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ree columns of text 3">
  <p:cSld name="CUSTOM_13">
    <p:spTree>
      <p:nvGrpSpPr>
        <p:cNvPr id="1" name="Shape 1062"/>
        <p:cNvGrpSpPr/>
        <p:nvPr/>
      </p:nvGrpSpPr>
      <p:grpSpPr>
        <a:xfrm>
          <a:off x="0" y="0"/>
          <a:ext cx="0" cy="0"/>
          <a:chOff x="0" y="0"/>
          <a:chExt cx="0" cy="0"/>
        </a:xfrm>
      </p:grpSpPr>
      <p:sp>
        <p:nvSpPr>
          <p:cNvPr id="1063" name="Google Shape;1063;p21"/>
          <p:cNvSpPr txBox="1">
            <a:spLocks noGrp="1"/>
          </p:cNvSpPr>
          <p:nvPr>
            <p:ph type="title"/>
          </p:nvPr>
        </p:nvSpPr>
        <p:spPr>
          <a:xfrm>
            <a:off x="2962656" y="338328"/>
            <a:ext cx="32187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grpSp>
        <p:nvGrpSpPr>
          <p:cNvPr id="1064" name="Google Shape;1064;p21"/>
          <p:cNvGrpSpPr/>
          <p:nvPr/>
        </p:nvGrpSpPr>
        <p:grpSpPr>
          <a:xfrm>
            <a:off x="261711" y="-1158"/>
            <a:ext cx="8550326" cy="3981600"/>
            <a:chOff x="261711" y="-1158"/>
            <a:chExt cx="8550326" cy="3981600"/>
          </a:xfrm>
        </p:grpSpPr>
        <p:cxnSp>
          <p:nvCxnSpPr>
            <p:cNvPr id="1065" name="Google Shape;1065;p21"/>
            <p:cNvCxnSpPr/>
            <p:nvPr/>
          </p:nvCxnSpPr>
          <p:spPr>
            <a:xfrm>
              <a:off x="515925" y="-1158"/>
              <a:ext cx="0" cy="3981600"/>
            </a:xfrm>
            <a:prstGeom prst="straightConnector1">
              <a:avLst/>
            </a:prstGeom>
            <a:noFill/>
            <a:ln w="9525" cap="flat" cmpd="sng">
              <a:solidFill>
                <a:schemeClr val="dk2"/>
              </a:solidFill>
              <a:prstDash val="solid"/>
              <a:round/>
              <a:headEnd type="none" w="med" len="med"/>
              <a:tailEnd type="none" w="med" len="med"/>
            </a:ln>
          </p:spPr>
        </p:cxnSp>
        <p:cxnSp>
          <p:nvCxnSpPr>
            <p:cNvPr id="1066" name="Google Shape;1066;p21"/>
            <p:cNvCxnSpPr/>
            <p:nvPr/>
          </p:nvCxnSpPr>
          <p:spPr>
            <a:xfrm>
              <a:off x="8666025" y="-1158"/>
              <a:ext cx="0" cy="1902000"/>
            </a:xfrm>
            <a:prstGeom prst="straightConnector1">
              <a:avLst/>
            </a:prstGeom>
            <a:noFill/>
            <a:ln w="9525" cap="flat" cmpd="sng">
              <a:solidFill>
                <a:schemeClr val="dk2"/>
              </a:solidFill>
              <a:prstDash val="solid"/>
              <a:round/>
              <a:headEnd type="none" w="med" len="med"/>
              <a:tailEnd type="none" w="med" len="med"/>
            </a:ln>
          </p:spPr>
        </p:cxnSp>
        <p:grpSp>
          <p:nvGrpSpPr>
            <p:cNvPr id="1067" name="Google Shape;1067;p21"/>
            <p:cNvGrpSpPr/>
            <p:nvPr/>
          </p:nvGrpSpPr>
          <p:grpSpPr>
            <a:xfrm rot="10800000">
              <a:off x="343275" y="3300779"/>
              <a:ext cx="344736" cy="345385"/>
              <a:chOff x="7353050" y="316275"/>
              <a:chExt cx="292025" cy="292575"/>
            </a:xfrm>
          </p:grpSpPr>
          <p:sp>
            <p:nvSpPr>
              <p:cNvPr id="1068" name="Google Shape;1068;p2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2" name="Google Shape;1072;p21"/>
            <p:cNvGrpSpPr/>
            <p:nvPr/>
          </p:nvGrpSpPr>
          <p:grpSpPr>
            <a:xfrm rot="10800000">
              <a:off x="8520013" y="714742"/>
              <a:ext cx="292025" cy="292575"/>
              <a:chOff x="7353050" y="316275"/>
              <a:chExt cx="292025" cy="292575"/>
            </a:xfrm>
          </p:grpSpPr>
          <p:sp>
            <p:nvSpPr>
              <p:cNvPr id="1073" name="Google Shape;1073;p2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7" name="Google Shape;1077;p21"/>
            <p:cNvGrpSpPr/>
            <p:nvPr/>
          </p:nvGrpSpPr>
          <p:grpSpPr>
            <a:xfrm rot="10800000">
              <a:off x="261711" y="465077"/>
              <a:ext cx="507562" cy="507984"/>
              <a:chOff x="8064275" y="887850"/>
              <a:chExt cx="581800" cy="582350"/>
            </a:xfrm>
          </p:grpSpPr>
          <p:sp>
            <p:nvSpPr>
              <p:cNvPr id="1078" name="Google Shape;1078;p2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84" name="Google Shape;1084;p21"/>
          <p:cNvSpPr txBox="1">
            <a:spLocks noGrp="1"/>
          </p:cNvSpPr>
          <p:nvPr>
            <p:ph type="subTitle" idx="1"/>
          </p:nvPr>
        </p:nvSpPr>
        <p:spPr>
          <a:xfrm>
            <a:off x="1408175" y="1035279"/>
            <a:ext cx="2184000" cy="45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5" name="Google Shape;1085;p21"/>
          <p:cNvSpPr txBox="1">
            <a:spLocks noGrp="1"/>
          </p:cNvSpPr>
          <p:nvPr>
            <p:ph type="subTitle" idx="2"/>
          </p:nvPr>
        </p:nvSpPr>
        <p:spPr>
          <a:xfrm>
            <a:off x="1408175" y="1336956"/>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086" name="Google Shape;1086;p21"/>
          <p:cNvSpPr txBox="1">
            <a:spLocks noGrp="1"/>
          </p:cNvSpPr>
          <p:nvPr>
            <p:ph type="subTitle" idx="3"/>
          </p:nvPr>
        </p:nvSpPr>
        <p:spPr>
          <a:xfrm>
            <a:off x="1408175" y="2309476"/>
            <a:ext cx="2184000" cy="457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7" name="Google Shape;1087;p21"/>
          <p:cNvSpPr txBox="1">
            <a:spLocks noGrp="1"/>
          </p:cNvSpPr>
          <p:nvPr>
            <p:ph type="subTitle" idx="4"/>
          </p:nvPr>
        </p:nvSpPr>
        <p:spPr>
          <a:xfrm>
            <a:off x="1408175" y="2609979"/>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088" name="Google Shape;1088;p21"/>
          <p:cNvSpPr txBox="1">
            <a:spLocks noGrp="1"/>
          </p:cNvSpPr>
          <p:nvPr>
            <p:ph type="subTitle" idx="5"/>
          </p:nvPr>
        </p:nvSpPr>
        <p:spPr>
          <a:xfrm>
            <a:off x="1408175" y="3587645"/>
            <a:ext cx="2184000" cy="45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9" name="Google Shape;1089;p21"/>
          <p:cNvSpPr txBox="1">
            <a:spLocks noGrp="1"/>
          </p:cNvSpPr>
          <p:nvPr>
            <p:ph type="subTitle" idx="6"/>
          </p:nvPr>
        </p:nvSpPr>
        <p:spPr>
          <a:xfrm>
            <a:off x="1408175" y="3889317"/>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ree columns of text 4">
  <p:cSld name="CUSTOM_14">
    <p:spTree>
      <p:nvGrpSpPr>
        <p:cNvPr id="1" name="Shape 1090"/>
        <p:cNvGrpSpPr/>
        <p:nvPr/>
      </p:nvGrpSpPr>
      <p:grpSpPr>
        <a:xfrm>
          <a:off x="0" y="0"/>
          <a:ext cx="0" cy="0"/>
          <a:chOff x="0" y="0"/>
          <a:chExt cx="0" cy="0"/>
        </a:xfrm>
      </p:grpSpPr>
      <p:cxnSp>
        <p:nvCxnSpPr>
          <p:cNvPr id="1091" name="Google Shape;1091;p22"/>
          <p:cNvCxnSpPr/>
          <p:nvPr/>
        </p:nvCxnSpPr>
        <p:spPr>
          <a:xfrm>
            <a:off x="590450" y="4340600"/>
            <a:ext cx="670200" cy="423000"/>
          </a:xfrm>
          <a:prstGeom prst="straightConnector1">
            <a:avLst/>
          </a:prstGeom>
          <a:noFill/>
          <a:ln w="9525" cap="flat" cmpd="sng">
            <a:solidFill>
              <a:schemeClr val="dk2"/>
            </a:solidFill>
            <a:prstDash val="solid"/>
            <a:round/>
            <a:headEnd type="none" w="med" len="med"/>
            <a:tailEnd type="none" w="med" len="med"/>
          </a:ln>
        </p:spPr>
      </p:cxnSp>
      <p:sp>
        <p:nvSpPr>
          <p:cNvPr id="1092" name="Google Shape;1092;p22"/>
          <p:cNvSpPr txBox="1">
            <a:spLocks noGrp="1"/>
          </p:cNvSpPr>
          <p:nvPr>
            <p:ph type="title"/>
          </p:nvPr>
        </p:nvSpPr>
        <p:spPr>
          <a:xfrm>
            <a:off x="2208175" y="342775"/>
            <a:ext cx="4727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cxnSp>
        <p:nvCxnSpPr>
          <p:cNvPr id="1093" name="Google Shape;1093;p22"/>
          <p:cNvCxnSpPr/>
          <p:nvPr/>
        </p:nvCxnSpPr>
        <p:spPr>
          <a:xfrm rot="10800000" flipH="1">
            <a:off x="0" y="4332550"/>
            <a:ext cx="590700" cy="663900"/>
          </a:xfrm>
          <a:prstGeom prst="straightConnector1">
            <a:avLst/>
          </a:prstGeom>
          <a:noFill/>
          <a:ln w="9525" cap="flat" cmpd="sng">
            <a:solidFill>
              <a:schemeClr val="dk2"/>
            </a:solidFill>
            <a:prstDash val="solid"/>
            <a:round/>
            <a:headEnd type="none" w="med" len="med"/>
            <a:tailEnd type="none" w="med" len="med"/>
          </a:ln>
        </p:spPr>
      </p:cxnSp>
      <p:grpSp>
        <p:nvGrpSpPr>
          <p:cNvPr id="1094" name="Google Shape;1094;p22"/>
          <p:cNvGrpSpPr/>
          <p:nvPr/>
        </p:nvGrpSpPr>
        <p:grpSpPr>
          <a:xfrm flipH="1">
            <a:off x="431725" y="4183775"/>
            <a:ext cx="292025" cy="292575"/>
            <a:chOff x="7353050" y="316275"/>
            <a:chExt cx="292025" cy="292575"/>
          </a:xfrm>
        </p:grpSpPr>
        <p:sp>
          <p:nvSpPr>
            <p:cNvPr id="1095" name="Google Shape;1095;p2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9" name="Google Shape;1099;p22"/>
          <p:cNvGrpSpPr/>
          <p:nvPr/>
        </p:nvGrpSpPr>
        <p:grpSpPr>
          <a:xfrm>
            <a:off x="1075789" y="4604675"/>
            <a:ext cx="293111" cy="293388"/>
            <a:chOff x="3164039" y="430875"/>
            <a:chExt cx="293111" cy="293388"/>
          </a:xfrm>
        </p:grpSpPr>
        <p:sp>
          <p:nvSpPr>
            <p:cNvPr id="1100" name="Google Shape;1100;p22"/>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2"/>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2"/>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2"/>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2"/>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2"/>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06" name="Google Shape;1106;p22"/>
          <p:cNvCxnSpPr/>
          <p:nvPr/>
        </p:nvCxnSpPr>
        <p:spPr>
          <a:xfrm rot="10800000">
            <a:off x="7196975" y="2951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107" name="Google Shape;1107;p22"/>
          <p:cNvCxnSpPr/>
          <p:nvPr/>
        </p:nvCxnSpPr>
        <p:spPr>
          <a:xfrm flipH="1">
            <a:off x="8354075" y="-66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108" name="Google Shape;1108;p22"/>
          <p:cNvGrpSpPr/>
          <p:nvPr/>
        </p:nvGrpSpPr>
        <p:grpSpPr>
          <a:xfrm>
            <a:off x="8064275" y="526925"/>
            <a:ext cx="581800" cy="582350"/>
            <a:chOff x="8064275" y="887850"/>
            <a:chExt cx="581800" cy="582350"/>
          </a:xfrm>
        </p:grpSpPr>
        <p:sp>
          <p:nvSpPr>
            <p:cNvPr id="1109" name="Google Shape;1109;p2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5" name="Google Shape;1115;p22"/>
          <p:cNvGrpSpPr/>
          <p:nvPr/>
        </p:nvGrpSpPr>
        <p:grpSpPr>
          <a:xfrm>
            <a:off x="7033875" y="170875"/>
            <a:ext cx="292025" cy="292575"/>
            <a:chOff x="7353050" y="316275"/>
            <a:chExt cx="292025" cy="292575"/>
          </a:xfrm>
        </p:grpSpPr>
        <p:sp>
          <p:nvSpPr>
            <p:cNvPr id="1116" name="Google Shape;1116;p2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0" name="Google Shape;1120;p22"/>
          <p:cNvGrpSpPr/>
          <p:nvPr/>
        </p:nvGrpSpPr>
        <p:grpSpPr>
          <a:xfrm>
            <a:off x="8757950" y="229650"/>
            <a:ext cx="175000" cy="175000"/>
            <a:chOff x="8792300" y="321275"/>
            <a:chExt cx="175000" cy="175000"/>
          </a:xfrm>
        </p:grpSpPr>
        <p:sp>
          <p:nvSpPr>
            <p:cNvPr id="1121" name="Google Shape;1121;p2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5" name="Google Shape;1125;p22"/>
          <p:cNvGrpSpPr/>
          <p:nvPr/>
        </p:nvGrpSpPr>
        <p:grpSpPr>
          <a:xfrm>
            <a:off x="8490050" y="170875"/>
            <a:ext cx="175013" cy="27000"/>
            <a:chOff x="5662375" y="212375"/>
            <a:chExt cx="175013" cy="27000"/>
          </a:xfrm>
        </p:grpSpPr>
        <p:sp>
          <p:nvSpPr>
            <p:cNvPr id="1126" name="Google Shape;1126;p2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9" name="Google Shape;1129;p22"/>
          <p:cNvGrpSpPr/>
          <p:nvPr/>
        </p:nvGrpSpPr>
        <p:grpSpPr>
          <a:xfrm>
            <a:off x="7916350" y="1124600"/>
            <a:ext cx="175013" cy="27000"/>
            <a:chOff x="5662375" y="212375"/>
            <a:chExt cx="175013" cy="27000"/>
          </a:xfrm>
        </p:grpSpPr>
        <p:sp>
          <p:nvSpPr>
            <p:cNvPr id="1130" name="Google Shape;1130;p2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3" name="Google Shape;1133;p22"/>
          <p:cNvSpPr txBox="1">
            <a:spLocks noGrp="1"/>
          </p:cNvSpPr>
          <p:nvPr>
            <p:ph type="subTitle" idx="1"/>
          </p:nvPr>
        </p:nvSpPr>
        <p:spPr>
          <a:xfrm>
            <a:off x="5641848" y="2743200"/>
            <a:ext cx="1865400" cy="402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34" name="Google Shape;1134;p22"/>
          <p:cNvSpPr txBox="1">
            <a:spLocks noGrp="1"/>
          </p:cNvSpPr>
          <p:nvPr>
            <p:ph type="subTitle" idx="2"/>
          </p:nvPr>
        </p:nvSpPr>
        <p:spPr>
          <a:xfrm>
            <a:off x="3639312" y="1636776"/>
            <a:ext cx="1865400" cy="402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35" name="Google Shape;1135;p22"/>
          <p:cNvSpPr txBox="1">
            <a:spLocks noGrp="1"/>
          </p:cNvSpPr>
          <p:nvPr>
            <p:ph type="subTitle" idx="3"/>
          </p:nvPr>
        </p:nvSpPr>
        <p:spPr>
          <a:xfrm>
            <a:off x="1636776" y="2249424"/>
            <a:ext cx="1865400" cy="402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36" name="Google Shape;1136;p22"/>
          <p:cNvSpPr txBox="1">
            <a:spLocks noGrp="1"/>
          </p:cNvSpPr>
          <p:nvPr>
            <p:ph type="subTitle" idx="4"/>
          </p:nvPr>
        </p:nvSpPr>
        <p:spPr>
          <a:xfrm>
            <a:off x="5641848" y="3081528"/>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137" name="Google Shape;1137;p22"/>
          <p:cNvSpPr txBox="1">
            <a:spLocks noGrp="1"/>
          </p:cNvSpPr>
          <p:nvPr>
            <p:ph type="subTitle" idx="5"/>
          </p:nvPr>
        </p:nvSpPr>
        <p:spPr>
          <a:xfrm>
            <a:off x="3639312" y="1975104"/>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138" name="Google Shape;1138;p22"/>
          <p:cNvSpPr txBox="1">
            <a:spLocks noGrp="1"/>
          </p:cNvSpPr>
          <p:nvPr>
            <p:ph type="subTitle" idx="6"/>
          </p:nvPr>
        </p:nvSpPr>
        <p:spPr>
          <a:xfrm>
            <a:off x="1636776" y="2596896"/>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3">
  <p:cSld name="TITLE_AND_BODY_1">
    <p:spTree>
      <p:nvGrpSpPr>
        <p:cNvPr id="1" name="Shape 1139"/>
        <p:cNvGrpSpPr/>
        <p:nvPr/>
      </p:nvGrpSpPr>
      <p:grpSpPr>
        <a:xfrm>
          <a:off x="0" y="0"/>
          <a:ext cx="0" cy="0"/>
          <a:chOff x="0" y="0"/>
          <a:chExt cx="0" cy="0"/>
        </a:xfrm>
      </p:grpSpPr>
      <p:sp>
        <p:nvSpPr>
          <p:cNvPr id="1140" name="Google Shape;1140;p23"/>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141" name="Google Shape;1141;p23"/>
          <p:cNvSpPr txBox="1">
            <a:spLocks noGrp="1"/>
          </p:cNvSpPr>
          <p:nvPr>
            <p:ph type="body" idx="1"/>
          </p:nvPr>
        </p:nvSpPr>
        <p:spPr>
          <a:xfrm>
            <a:off x="714650" y="1152150"/>
            <a:ext cx="7705500" cy="3529500"/>
          </a:xfrm>
          <a:prstGeom prst="rect">
            <a:avLst/>
          </a:prstGeom>
          <a:noFill/>
          <a:ln>
            <a:noFill/>
          </a:ln>
        </p:spPr>
        <p:txBody>
          <a:bodyPr spcFirstLastPara="1" wrap="square" lIns="91425" tIns="91425" rIns="91425" bIns="91425" anchor="ctr" anchorCtr="0">
            <a:noAutofit/>
          </a:bodyPr>
          <a:lstStyle>
            <a:lvl1pPr marL="457200" lvl="0" indent="-304800" rtl="0">
              <a:spcBef>
                <a:spcPts val="0"/>
              </a:spcBef>
              <a:spcAft>
                <a:spcPts val="0"/>
              </a:spcAft>
              <a:buClr>
                <a:srgbClr val="434343"/>
              </a:buClr>
              <a:buSzPts val="1200"/>
              <a:buFont typeface="Barlow Semi Condensed Medium"/>
              <a:buAutoNum type="arabicPeriod"/>
              <a:defRPr sz="1200">
                <a:solidFill>
                  <a:schemeClr val="dk2"/>
                </a:solidFill>
                <a:latin typeface="Barlow Semi Condensed"/>
                <a:ea typeface="Barlow Semi Condensed"/>
                <a:cs typeface="Barlow Semi Condensed"/>
                <a:sym typeface="Barlow Semi Condensed"/>
              </a:defRPr>
            </a:lvl1pPr>
            <a:lvl2pPr marL="914400" lvl="1"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marL="1371600" lvl="2"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marL="1828800" lvl="3"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marL="2286000" lvl="4"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marL="2743200" lvl="5"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marL="3200400" lvl="6"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marL="3657600" lvl="7"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marL="4114800" lvl="8"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a:endParaRPr/>
          </a:p>
        </p:txBody>
      </p:sp>
      <p:cxnSp>
        <p:nvCxnSpPr>
          <p:cNvPr id="1142" name="Google Shape;1142;p23"/>
          <p:cNvCxnSpPr/>
          <p:nvPr/>
        </p:nvCxnSpPr>
        <p:spPr>
          <a:xfrm rot="10800000">
            <a:off x="303000" y="3359375"/>
            <a:ext cx="151800" cy="957300"/>
          </a:xfrm>
          <a:prstGeom prst="straightConnector1">
            <a:avLst/>
          </a:prstGeom>
          <a:noFill/>
          <a:ln w="9525" cap="flat" cmpd="sng">
            <a:solidFill>
              <a:schemeClr val="dk1"/>
            </a:solidFill>
            <a:prstDash val="solid"/>
            <a:round/>
            <a:headEnd type="none" w="med" len="med"/>
            <a:tailEnd type="none" w="med" len="med"/>
          </a:ln>
        </p:spPr>
      </p:cxnSp>
      <p:cxnSp>
        <p:nvCxnSpPr>
          <p:cNvPr id="1143" name="Google Shape;1143;p23"/>
          <p:cNvCxnSpPr/>
          <p:nvPr/>
        </p:nvCxnSpPr>
        <p:spPr>
          <a:xfrm rot="10800000" flipH="1">
            <a:off x="0" y="4332550"/>
            <a:ext cx="446700" cy="663900"/>
          </a:xfrm>
          <a:prstGeom prst="straightConnector1">
            <a:avLst/>
          </a:prstGeom>
          <a:noFill/>
          <a:ln w="9525" cap="flat" cmpd="sng">
            <a:solidFill>
              <a:schemeClr val="dk1"/>
            </a:solidFill>
            <a:prstDash val="solid"/>
            <a:round/>
            <a:headEnd type="none" w="med" len="med"/>
            <a:tailEnd type="none" w="med" len="med"/>
          </a:ln>
        </p:spPr>
      </p:cxnSp>
      <p:grpSp>
        <p:nvGrpSpPr>
          <p:cNvPr id="1144" name="Google Shape;1144;p23"/>
          <p:cNvGrpSpPr/>
          <p:nvPr/>
        </p:nvGrpSpPr>
        <p:grpSpPr>
          <a:xfrm flipH="1">
            <a:off x="300738" y="4167800"/>
            <a:ext cx="292025" cy="292575"/>
            <a:chOff x="7353050" y="316275"/>
            <a:chExt cx="292025" cy="292575"/>
          </a:xfrm>
        </p:grpSpPr>
        <p:sp>
          <p:nvSpPr>
            <p:cNvPr id="1145" name="Google Shape;1145;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9" name="Google Shape;1149;p23"/>
          <p:cNvGrpSpPr/>
          <p:nvPr/>
        </p:nvGrpSpPr>
        <p:grpSpPr>
          <a:xfrm>
            <a:off x="148789" y="3224300"/>
            <a:ext cx="293111" cy="293388"/>
            <a:chOff x="3164039" y="430875"/>
            <a:chExt cx="293111" cy="293388"/>
          </a:xfrm>
        </p:grpSpPr>
        <p:sp>
          <p:nvSpPr>
            <p:cNvPr id="1150" name="Google Shape;1150;p23"/>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3"/>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3"/>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3"/>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3"/>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3"/>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56" name="Google Shape;1156;p23"/>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1157" name="Google Shape;1157;p23"/>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1158" name="Google Shape;1158;p23"/>
          <p:cNvGrpSpPr/>
          <p:nvPr/>
        </p:nvGrpSpPr>
        <p:grpSpPr>
          <a:xfrm>
            <a:off x="8064275" y="526925"/>
            <a:ext cx="581800" cy="582350"/>
            <a:chOff x="8064275" y="887850"/>
            <a:chExt cx="581800" cy="582350"/>
          </a:xfrm>
        </p:grpSpPr>
        <p:sp>
          <p:nvSpPr>
            <p:cNvPr id="1159" name="Google Shape;1159;p2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5" name="Google Shape;1165;p23"/>
          <p:cNvGrpSpPr/>
          <p:nvPr/>
        </p:nvGrpSpPr>
        <p:grpSpPr>
          <a:xfrm>
            <a:off x="7033875" y="170875"/>
            <a:ext cx="292025" cy="292575"/>
            <a:chOff x="7353050" y="316275"/>
            <a:chExt cx="292025" cy="292575"/>
          </a:xfrm>
        </p:grpSpPr>
        <p:sp>
          <p:nvSpPr>
            <p:cNvPr id="1166" name="Google Shape;1166;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0" name="Google Shape;1170;p23"/>
          <p:cNvGrpSpPr/>
          <p:nvPr/>
        </p:nvGrpSpPr>
        <p:grpSpPr>
          <a:xfrm>
            <a:off x="8757950" y="229650"/>
            <a:ext cx="175000" cy="175000"/>
            <a:chOff x="8792300" y="321275"/>
            <a:chExt cx="175000" cy="175000"/>
          </a:xfrm>
        </p:grpSpPr>
        <p:sp>
          <p:nvSpPr>
            <p:cNvPr id="1171" name="Google Shape;1171;p2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5" name="Google Shape;1175;p23"/>
          <p:cNvGrpSpPr/>
          <p:nvPr/>
        </p:nvGrpSpPr>
        <p:grpSpPr>
          <a:xfrm>
            <a:off x="8490050" y="170875"/>
            <a:ext cx="175013" cy="27000"/>
            <a:chOff x="5662375" y="212375"/>
            <a:chExt cx="175013" cy="27000"/>
          </a:xfrm>
        </p:grpSpPr>
        <p:sp>
          <p:nvSpPr>
            <p:cNvPr id="1176" name="Google Shape;1176;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9" name="Google Shape;1179;p23"/>
          <p:cNvGrpSpPr/>
          <p:nvPr/>
        </p:nvGrpSpPr>
        <p:grpSpPr>
          <a:xfrm>
            <a:off x="7916350" y="1124600"/>
            <a:ext cx="175013" cy="27000"/>
            <a:chOff x="5662375" y="212375"/>
            <a:chExt cx="175013" cy="27000"/>
          </a:xfrm>
        </p:grpSpPr>
        <p:sp>
          <p:nvSpPr>
            <p:cNvPr id="1180" name="Google Shape;1180;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5">
    <p:spTree>
      <p:nvGrpSpPr>
        <p:cNvPr id="1" name="Shape 1183"/>
        <p:cNvGrpSpPr/>
        <p:nvPr/>
      </p:nvGrpSpPr>
      <p:grpSpPr>
        <a:xfrm>
          <a:off x="0" y="0"/>
          <a:ext cx="0" cy="0"/>
          <a:chOff x="0" y="0"/>
          <a:chExt cx="0" cy="0"/>
        </a:xfrm>
      </p:grpSpPr>
      <p:sp>
        <p:nvSpPr>
          <p:cNvPr id="1184" name="Google Shape;1184;p24"/>
          <p:cNvSpPr txBox="1">
            <a:spLocks noGrp="1"/>
          </p:cNvSpPr>
          <p:nvPr>
            <p:ph type="title"/>
          </p:nvPr>
        </p:nvSpPr>
        <p:spPr>
          <a:xfrm>
            <a:off x="723750" y="526925"/>
            <a:ext cx="76965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cxnSp>
        <p:nvCxnSpPr>
          <p:cNvPr id="1185" name="Google Shape;1185;p24"/>
          <p:cNvCxnSpPr/>
          <p:nvPr/>
        </p:nvCxnSpPr>
        <p:spPr>
          <a:xfrm>
            <a:off x="590450" y="4340600"/>
            <a:ext cx="670200" cy="423000"/>
          </a:xfrm>
          <a:prstGeom prst="straightConnector1">
            <a:avLst/>
          </a:prstGeom>
          <a:noFill/>
          <a:ln w="9525" cap="flat" cmpd="sng">
            <a:solidFill>
              <a:schemeClr val="dk1"/>
            </a:solidFill>
            <a:prstDash val="solid"/>
            <a:round/>
            <a:headEnd type="none" w="med" len="med"/>
            <a:tailEnd type="none" w="med" len="med"/>
          </a:ln>
        </p:spPr>
      </p:cxnSp>
      <p:cxnSp>
        <p:nvCxnSpPr>
          <p:cNvPr id="1186" name="Google Shape;1186;p24"/>
          <p:cNvCxnSpPr/>
          <p:nvPr/>
        </p:nvCxnSpPr>
        <p:spPr>
          <a:xfrm rot="10800000" flipH="1">
            <a:off x="0" y="4332550"/>
            <a:ext cx="590700" cy="663900"/>
          </a:xfrm>
          <a:prstGeom prst="straightConnector1">
            <a:avLst/>
          </a:prstGeom>
          <a:noFill/>
          <a:ln w="9525" cap="flat" cmpd="sng">
            <a:solidFill>
              <a:schemeClr val="dk1"/>
            </a:solidFill>
            <a:prstDash val="solid"/>
            <a:round/>
            <a:headEnd type="none" w="med" len="med"/>
            <a:tailEnd type="none" w="med" len="med"/>
          </a:ln>
        </p:spPr>
      </p:cxnSp>
      <p:grpSp>
        <p:nvGrpSpPr>
          <p:cNvPr id="1187" name="Google Shape;1187;p24"/>
          <p:cNvGrpSpPr/>
          <p:nvPr/>
        </p:nvGrpSpPr>
        <p:grpSpPr>
          <a:xfrm flipH="1">
            <a:off x="431725" y="4183775"/>
            <a:ext cx="292025" cy="292575"/>
            <a:chOff x="7353050" y="316275"/>
            <a:chExt cx="292025" cy="292575"/>
          </a:xfrm>
        </p:grpSpPr>
        <p:sp>
          <p:nvSpPr>
            <p:cNvPr id="1188" name="Google Shape;1188;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2" name="Google Shape;1192;p24"/>
          <p:cNvGrpSpPr/>
          <p:nvPr/>
        </p:nvGrpSpPr>
        <p:grpSpPr>
          <a:xfrm>
            <a:off x="1075789" y="4604675"/>
            <a:ext cx="293111" cy="293388"/>
            <a:chOff x="3164039" y="430875"/>
            <a:chExt cx="293111" cy="293388"/>
          </a:xfrm>
        </p:grpSpPr>
        <p:sp>
          <p:nvSpPr>
            <p:cNvPr id="1193" name="Google Shape;1193;p24"/>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24"/>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4"/>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4"/>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4"/>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4"/>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99" name="Google Shape;1199;p24"/>
          <p:cNvCxnSpPr/>
          <p:nvPr/>
        </p:nvCxnSpPr>
        <p:spPr>
          <a:xfrm rot="10800000">
            <a:off x="7196975" y="2951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200" name="Google Shape;1200;p24"/>
          <p:cNvCxnSpPr/>
          <p:nvPr/>
        </p:nvCxnSpPr>
        <p:spPr>
          <a:xfrm flipH="1">
            <a:off x="8354075" y="-66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201" name="Google Shape;1201;p24"/>
          <p:cNvGrpSpPr/>
          <p:nvPr/>
        </p:nvGrpSpPr>
        <p:grpSpPr>
          <a:xfrm>
            <a:off x="8064275" y="526925"/>
            <a:ext cx="581800" cy="582350"/>
            <a:chOff x="8064275" y="887850"/>
            <a:chExt cx="581800" cy="582350"/>
          </a:xfrm>
        </p:grpSpPr>
        <p:sp>
          <p:nvSpPr>
            <p:cNvPr id="1202" name="Google Shape;1202;p2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8" name="Google Shape;1208;p24"/>
          <p:cNvGrpSpPr/>
          <p:nvPr/>
        </p:nvGrpSpPr>
        <p:grpSpPr>
          <a:xfrm>
            <a:off x="7033875" y="170875"/>
            <a:ext cx="292025" cy="292575"/>
            <a:chOff x="7353050" y="316275"/>
            <a:chExt cx="292025" cy="292575"/>
          </a:xfrm>
        </p:grpSpPr>
        <p:sp>
          <p:nvSpPr>
            <p:cNvPr id="1209" name="Google Shape;1209;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3" name="Google Shape;1213;p24"/>
          <p:cNvGrpSpPr/>
          <p:nvPr/>
        </p:nvGrpSpPr>
        <p:grpSpPr>
          <a:xfrm>
            <a:off x="8757950" y="229650"/>
            <a:ext cx="175000" cy="175000"/>
            <a:chOff x="8792300" y="321275"/>
            <a:chExt cx="175000" cy="175000"/>
          </a:xfrm>
        </p:grpSpPr>
        <p:sp>
          <p:nvSpPr>
            <p:cNvPr id="1214" name="Google Shape;1214;p2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8" name="Google Shape;1218;p24"/>
          <p:cNvGrpSpPr/>
          <p:nvPr/>
        </p:nvGrpSpPr>
        <p:grpSpPr>
          <a:xfrm>
            <a:off x="8490050" y="170875"/>
            <a:ext cx="175013" cy="27000"/>
            <a:chOff x="5662375" y="212375"/>
            <a:chExt cx="175013" cy="27000"/>
          </a:xfrm>
        </p:grpSpPr>
        <p:sp>
          <p:nvSpPr>
            <p:cNvPr id="1219" name="Google Shape;1219;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2" name="Google Shape;1222;p24"/>
          <p:cNvGrpSpPr/>
          <p:nvPr/>
        </p:nvGrpSpPr>
        <p:grpSpPr>
          <a:xfrm>
            <a:off x="7916350" y="1124600"/>
            <a:ext cx="175013" cy="27000"/>
            <a:chOff x="5662375" y="212375"/>
            <a:chExt cx="175013" cy="27000"/>
          </a:xfrm>
        </p:grpSpPr>
        <p:sp>
          <p:nvSpPr>
            <p:cNvPr id="1223" name="Google Shape;1223;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3">
  <p:cSld name="CUSTOM_16">
    <p:spTree>
      <p:nvGrpSpPr>
        <p:cNvPr id="1" name="Shape 1226"/>
        <p:cNvGrpSpPr/>
        <p:nvPr/>
      </p:nvGrpSpPr>
      <p:grpSpPr>
        <a:xfrm>
          <a:off x="0" y="0"/>
          <a:ext cx="0" cy="0"/>
          <a:chOff x="0" y="0"/>
          <a:chExt cx="0" cy="0"/>
        </a:xfrm>
      </p:grpSpPr>
      <p:sp>
        <p:nvSpPr>
          <p:cNvPr id="1227" name="Google Shape;1227;p25"/>
          <p:cNvSpPr txBox="1">
            <a:spLocks noGrp="1"/>
          </p:cNvSpPr>
          <p:nvPr>
            <p:ph type="title"/>
          </p:nvPr>
        </p:nvSpPr>
        <p:spPr>
          <a:xfrm>
            <a:off x="896100" y="1984450"/>
            <a:ext cx="3457200" cy="12921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cxnSp>
        <p:nvCxnSpPr>
          <p:cNvPr id="1228" name="Google Shape;1228;p25"/>
          <p:cNvCxnSpPr/>
          <p:nvPr/>
        </p:nvCxnSpPr>
        <p:spPr>
          <a:xfrm>
            <a:off x="1645925" y="5231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1229" name="Google Shape;1229;p25"/>
          <p:cNvCxnSpPr/>
          <p:nvPr/>
        </p:nvCxnSpPr>
        <p:spPr>
          <a:xfrm rot="10800000" flipH="1">
            <a:off x="803050" y="529675"/>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230" name="Google Shape;1230;p25"/>
          <p:cNvCxnSpPr/>
          <p:nvPr/>
        </p:nvCxnSpPr>
        <p:spPr>
          <a:xfrm>
            <a:off x="0" y="6520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231" name="Google Shape;1231;p25"/>
          <p:cNvGrpSpPr/>
          <p:nvPr/>
        </p:nvGrpSpPr>
        <p:grpSpPr>
          <a:xfrm flipH="1">
            <a:off x="499400" y="959675"/>
            <a:ext cx="581800" cy="582350"/>
            <a:chOff x="8064275" y="887850"/>
            <a:chExt cx="581800" cy="582350"/>
          </a:xfrm>
        </p:grpSpPr>
        <p:sp>
          <p:nvSpPr>
            <p:cNvPr id="1232" name="Google Shape;1232;p2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8" name="Google Shape;1238;p25"/>
          <p:cNvGrpSpPr/>
          <p:nvPr/>
        </p:nvGrpSpPr>
        <p:grpSpPr>
          <a:xfrm flipH="1">
            <a:off x="1500400" y="388100"/>
            <a:ext cx="292025" cy="292575"/>
            <a:chOff x="7353050" y="316275"/>
            <a:chExt cx="292025" cy="292575"/>
          </a:xfrm>
        </p:grpSpPr>
        <p:sp>
          <p:nvSpPr>
            <p:cNvPr id="1239" name="Google Shape;1239;p2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3" name="Google Shape;1243;p25"/>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5"/>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5"/>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5"/>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5"/>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5"/>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9" name="Google Shape;1249;p25"/>
          <p:cNvGrpSpPr/>
          <p:nvPr/>
        </p:nvGrpSpPr>
        <p:grpSpPr>
          <a:xfrm flipH="1">
            <a:off x="3527112" y="361100"/>
            <a:ext cx="175013" cy="27000"/>
            <a:chOff x="5662375" y="212375"/>
            <a:chExt cx="175013" cy="27000"/>
          </a:xfrm>
        </p:grpSpPr>
        <p:sp>
          <p:nvSpPr>
            <p:cNvPr id="1250" name="Google Shape;1250;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3" name="Google Shape;1253;p25"/>
          <p:cNvGrpSpPr/>
          <p:nvPr/>
        </p:nvGrpSpPr>
        <p:grpSpPr>
          <a:xfrm flipH="1">
            <a:off x="480412" y="242700"/>
            <a:ext cx="175013" cy="27000"/>
            <a:chOff x="5662375" y="212375"/>
            <a:chExt cx="175013" cy="27000"/>
          </a:xfrm>
        </p:grpSpPr>
        <p:sp>
          <p:nvSpPr>
            <p:cNvPr id="1254" name="Google Shape;1254;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7" name="Google Shape;1257;p25"/>
          <p:cNvGrpSpPr/>
          <p:nvPr/>
        </p:nvGrpSpPr>
        <p:grpSpPr>
          <a:xfrm flipH="1">
            <a:off x="901712" y="1653625"/>
            <a:ext cx="175013" cy="27000"/>
            <a:chOff x="5662375" y="212375"/>
            <a:chExt cx="175013" cy="27000"/>
          </a:xfrm>
        </p:grpSpPr>
        <p:sp>
          <p:nvSpPr>
            <p:cNvPr id="1258" name="Google Shape;1258;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261" name="Google Shape;1261;p25"/>
          <p:cNvCxnSpPr/>
          <p:nvPr/>
        </p:nvCxnSpPr>
        <p:spPr>
          <a:xfrm>
            <a:off x="791400" y="42124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262" name="Google Shape;1262;p25"/>
          <p:cNvCxnSpPr/>
          <p:nvPr/>
        </p:nvCxnSpPr>
        <p:spPr>
          <a:xfrm rot="10800000" flipH="1">
            <a:off x="0" y="42204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263" name="Google Shape;1263;p25"/>
          <p:cNvGrpSpPr/>
          <p:nvPr/>
        </p:nvGrpSpPr>
        <p:grpSpPr>
          <a:xfrm rot="10800000">
            <a:off x="499400" y="3940925"/>
            <a:ext cx="581800" cy="582350"/>
            <a:chOff x="8064275" y="887850"/>
            <a:chExt cx="581800" cy="582350"/>
          </a:xfrm>
        </p:grpSpPr>
        <p:sp>
          <p:nvSpPr>
            <p:cNvPr id="1264" name="Google Shape;1264;p2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0" name="Google Shape;1270;p25"/>
          <p:cNvGrpSpPr/>
          <p:nvPr/>
        </p:nvGrpSpPr>
        <p:grpSpPr>
          <a:xfrm rot="10800000">
            <a:off x="1819575" y="4586750"/>
            <a:ext cx="292025" cy="292575"/>
            <a:chOff x="7353050" y="316275"/>
            <a:chExt cx="292025" cy="292575"/>
          </a:xfrm>
        </p:grpSpPr>
        <p:sp>
          <p:nvSpPr>
            <p:cNvPr id="1271" name="Google Shape;1271;p2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5" name="Google Shape;1275;p25"/>
          <p:cNvGrpSpPr/>
          <p:nvPr/>
        </p:nvGrpSpPr>
        <p:grpSpPr>
          <a:xfrm rot="10800000">
            <a:off x="212525" y="4645550"/>
            <a:ext cx="175000" cy="175000"/>
            <a:chOff x="8792300" y="321275"/>
            <a:chExt cx="175000" cy="175000"/>
          </a:xfrm>
        </p:grpSpPr>
        <p:sp>
          <p:nvSpPr>
            <p:cNvPr id="1276" name="Google Shape;1276;p2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0" name="Google Shape;1280;p25"/>
          <p:cNvGrpSpPr/>
          <p:nvPr/>
        </p:nvGrpSpPr>
        <p:grpSpPr>
          <a:xfrm rot="10800000">
            <a:off x="480412" y="4852325"/>
            <a:ext cx="175013" cy="27000"/>
            <a:chOff x="5662375" y="212375"/>
            <a:chExt cx="175013" cy="27000"/>
          </a:xfrm>
        </p:grpSpPr>
        <p:sp>
          <p:nvSpPr>
            <p:cNvPr id="1281" name="Google Shape;1281;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4" name="Google Shape;1284;p25"/>
          <p:cNvGrpSpPr/>
          <p:nvPr/>
        </p:nvGrpSpPr>
        <p:grpSpPr>
          <a:xfrm rot="10800000">
            <a:off x="1054112" y="3898600"/>
            <a:ext cx="175013" cy="27000"/>
            <a:chOff x="5662375" y="212375"/>
            <a:chExt cx="175013" cy="27000"/>
          </a:xfrm>
        </p:grpSpPr>
        <p:sp>
          <p:nvSpPr>
            <p:cNvPr id="1285" name="Google Shape;1285;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4">
  <p:cSld name="CUSTOM_17">
    <p:spTree>
      <p:nvGrpSpPr>
        <p:cNvPr id="1" name="Shape 1288"/>
        <p:cNvGrpSpPr/>
        <p:nvPr/>
      </p:nvGrpSpPr>
      <p:grpSpPr>
        <a:xfrm>
          <a:off x="0" y="0"/>
          <a:ext cx="0" cy="0"/>
          <a:chOff x="0" y="0"/>
          <a:chExt cx="0" cy="0"/>
        </a:xfrm>
      </p:grpSpPr>
      <p:sp>
        <p:nvSpPr>
          <p:cNvPr id="1289" name="Google Shape;1289;p26"/>
          <p:cNvSpPr txBox="1">
            <a:spLocks noGrp="1"/>
          </p:cNvSpPr>
          <p:nvPr>
            <p:ph type="title"/>
          </p:nvPr>
        </p:nvSpPr>
        <p:spPr>
          <a:xfrm>
            <a:off x="723750" y="526925"/>
            <a:ext cx="76965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cxnSp>
        <p:nvCxnSpPr>
          <p:cNvPr id="1290" name="Google Shape;1290;p26"/>
          <p:cNvCxnSpPr/>
          <p:nvPr/>
        </p:nvCxnSpPr>
        <p:spPr>
          <a:xfrm rot="10800000">
            <a:off x="8109000" y="501275"/>
            <a:ext cx="737700" cy="737700"/>
          </a:xfrm>
          <a:prstGeom prst="straightConnector1">
            <a:avLst/>
          </a:prstGeom>
          <a:noFill/>
          <a:ln w="9525" cap="flat" cmpd="sng">
            <a:solidFill>
              <a:schemeClr val="dk2"/>
            </a:solidFill>
            <a:prstDash val="solid"/>
            <a:round/>
            <a:headEnd type="none" w="med" len="med"/>
            <a:tailEnd type="none" w="med" len="med"/>
          </a:ln>
        </p:spPr>
      </p:cxnSp>
      <p:cxnSp>
        <p:nvCxnSpPr>
          <p:cNvPr id="1291" name="Google Shape;1291;p26"/>
          <p:cNvCxnSpPr/>
          <p:nvPr/>
        </p:nvCxnSpPr>
        <p:spPr>
          <a:xfrm>
            <a:off x="582475" y="282188"/>
            <a:ext cx="1212900" cy="422700"/>
          </a:xfrm>
          <a:prstGeom prst="straightConnector1">
            <a:avLst/>
          </a:prstGeom>
          <a:noFill/>
          <a:ln w="9525" cap="flat" cmpd="sng">
            <a:solidFill>
              <a:schemeClr val="dk2"/>
            </a:solidFill>
            <a:prstDash val="solid"/>
            <a:round/>
            <a:headEnd type="none" w="med" len="med"/>
            <a:tailEnd type="none" w="med" len="med"/>
          </a:ln>
        </p:spPr>
      </p:cxnSp>
      <p:cxnSp>
        <p:nvCxnSpPr>
          <p:cNvPr id="1292" name="Google Shape;1292;p26"/>
          <p:cNvCxnSpPr/>
          <p:nvPr/>
        </p:nvCxnSpPr>
        <p:spPr>
          <a:xfrm rot="10800000" flipH="1">
            <a:off x="0" y="274188"/>
            <a:ext cx="582600" cy="654300"/>
          </a:xfrm>
          <a:prstGeom prst="straightConnector1">
            <a:avLst/>
          </a:prstGeom>
          <a:noFill/>
          <a:ln w="9525" cap="flat" cmpd="sng">
            <a:solidFill>
              <a:schemeClr val="dk2"/>
            </a:solidFill>
            <a:prstDash val="solid"/>
            <a:round/>
            <a:headEnd type="none" w="med" len="med"/>
            <a:tailEnd type="none" w="med" len="med"/>
          </a:ln>
        </p:spPr>
      </p:cxnSp>
      <p:grpSp>
        <p:nvGrpSpPr>
          <p:cNvPr id="1293" name="Google Shape;1293;p26"/>
          <p:cNvGrpSpPr/>
          <p:nvPr/>
        </p:nvGrpSpPr>
        <p:grpSpPr>
          <a:xfrm flipH="1">
            <a:off x="423750" y="125363"/>
            <a:ext cx="292025" cy="292575"/>
            <a:chOff x="7353050" y="316275"/>
            <a:chExt cx="292025" cy="292575"/>
          </a:xfrm>
        </p:grpSpPr>
        <p:sp>
          <p:nvSpPr>
            <p:cNvPr id="1294" name="Google Shape;1294;p2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8" name="Google Shape;1298;p26"/>
          <p:cNvGrpSpPr/>
          <p:nvPr/>
        </p:nvGrpSpPr>
        <p:grpSpPr>
          <a:xfrm>
            <a:off x="1638739" y="558163"/>
            <a:ext cx="293111" cy="293388"/>
            <a:chOff x="3164039" y="430875"/>
            <a:chExt cx="293111" cy="293388"/>
          </a:xfrm>
        </p:grpSpPr>
        <p:sp>
          <p:nvSpPr>
            <p:cNvPr id="1299" name="Google Shape;1299;p26"/>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6"/>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6"/>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6"/>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6"/>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6"/>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5" name="Google Shape;1305;p26"/>
          <p:cNvGrpSpPr/>
          <p:nvPr/>
        </p:nvGrpSpPr>
        <p:grpSpPr>
          <a:xfrm>
            <a:off x="1591750" y="362600"/>
            <a:ext cx="175013" cy="27000"/>
            <a:chOff x="5662375" y="212375"/>
            <a:chExt cx="175013" cy="27000"/>
          </a:xfrm>
        </p:grpSpPr>
        <p:sp>
          <p:nvSpPr>
            <p:cNvPr id="1306" name="Google Shape;1306;p26"/>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6"/>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6"/>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09" name="Google Shape;1309;p26"/>
          <p:cNvCxnSpPr/>
          <p:nvPr/>
        </p:nvCxnSpPr>
        <p:spPr>
          <a:xfrm flipH="1">
            <a:off x="8151325" y="6875"/>
            <a:ext cx="1002600" cy="494400"/>
          </a:xfrm>
          <a:prstGeom prst="straightConnector1">
            <a:avLst/>
          </a:prstGeom>
          <a:noFill/>
          <a:ln w="9525" cap="flat" cmpd="sng">
            <a:solidFill>
              <a:schemeClr val="dk2"/>
            </a:solidFill>
            <a:prstDash val="solid"/>
            <a:round/>
            <a:headEnd type="none" w="med" len="med"/>
            <a:tailEnd type="none" w="med" len="med"/>
          </a:ln>
        </p:spPr>
      </p:cxnSp>
      <p:grpSp>
        <p:nvGrpSpPr>
          <p:cNvPr id="1310" name="Google Shape;1310;p26"/>
          <p:cNvGrpSpPr/>
          <p:nvPr/>
        </p:nvGrpSpPr>
        <p:grpSpPr>
          <a:xfrm>
            <a:off x="7823875" y="202375"/>
            <a:ext cx="581800" cy="582350"/>
            <a:chOff x="8064275" y="887850"/>
            <a:chExt cx="581800" cy="582350"/>
          </a:xfrm>
        </p:grpSpPr>
        <p:sp>
          <p:nvSpPr>
            <p:cNvPr id="1311" name="Google Shape;1311;p2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7" name="Google Shape;1317;p26"/>
          <p:cNvGrpSpPr/>
          <p:nvPr/>
        </p:nvGrpSpPr>
        <p:grpSpPr>
          <a:xfrm flipH="1">
            <a:off x="8698650" y="1117488"/>
            <a:ext cx="292025" cy="292575"/>
            <a:chOff x="7353050" y="316275"/>
            <a:chExt cx="292025" cy="292575"/>
          </a:xfrm>
        </p:grpSpPr>
        <p:sp>
          <p:nvSpPr>
            <p:cNvPr id="1318" name="Google Shape;1318;p2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2" name="Google Shape;1322;p26"/>
          <p:cNvGrpSpPr/>
          <p:nvPr/>
        </p:nvGrpSpPr>
        <p:grpSpPr>
          <a:xfrm>
            <a:off x="8678350" y="1581800"/>
            <a:ext cx="175013" cy="27000"/>
            <a:chOff x="5662375" y="212375"/>
            <a:chExt cx="175013" cy="27000"/>
          </a:xfrm>
        </p:grpSpPr>
        <p:sp>
          <p:nvSpPr>
            <p:cNvPr id="1323" name="Google Shape;1323;p26"/>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6"/>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6"/>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2">
  <p:cSld name="CUSTOM_22">
    <p:spTree>
      <p:nvGrpSpPr>
        <p:cNvPr id="1" name="Shape 1546"/>
        <p:cNvGrpSpPr/>
        <p:nvPr/>
      </p:nvGrpSpPr>
      <p:grpSpPr>
        <a:xfrm>
          <a:off x="0" y="0"/>
          <a:ext cx="0" cy="0"/>
          <a:chOff x="0" y="0"/>
          <a:chExt cx="0" cy="0"/>
        </a:xfrm>
      </p:grpSpPr>
      <p:grpSp>
        <p:nvGrpSpPr>
          <p:cNvPr id="1547" name="Google Shape;1547;p31"/>
          <p:cNvGrpSpPr/>
          <p:nvPr/>
        </p:nvGrpSpPr>
        <p:grpSpPr>
          <a:xfrm>
            <a:off x="1349626" y="598417"/>
            <a:ext cx="6453730" cy="3631136"/>
            <a:chOff x="365750" y="1285025"/>
            <a:chExt cx="6934275" cy="3315500"/>
          </a:xfrm>
        </p:grpSpPr>
        <p:sp>
          <p:nvSpPr>
            <p:cNvPr id="1548" name="Google Shape;1548;p31"/>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1"/>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0" name="Google Shape;1550;p31"/>
          <p:cNvSpPr txBox="1">
            <a:spLocks noGrp="1"/>
          </p:cNvSpPr>
          <p:nvPr>
            <p:ph type="title"/>
          </p:nvPr>
        </p:nvSpPr>
        <p:spPr>
          <a:xfrm>
            <a:off x="2624328" y="1018528"/>
            <a:ext cx="3904500" cy="190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grpSp>
        <p:nvGrpSpPr>
          <p:cNvPr id="1551" name="Google Shape;1551;p31"/>
          <p:cNvGrpSpPr/>
          <p:nvPr/>
        </p:nvGrpSpPr>
        <p:grpSpPr>
          <a:xfrm>
            <a:off x="-6867" y="-6625"/>
            <a:ext cx="9152342" cy="5102050"/>
            <a:chOff x="-6867" y="-6625"/>
            <a:chExt cx="9152342" cy="5102050"/>
          </a:xfrm>
        </p:grpSpPr>
        <p:cxnSp>
          <p:nvCxnSpPr>
            <p:cNvPr id="1552" name="Google Shape;1552;p31"/>
            <p:cNvCxnSpPr/>
            <p:nvPr/>
          </p:nvCxnSpPr>
          <p:spPr>
            <a:xfrm>
              <a:off x="2904283" y="4513075"/>
              <a:ext cx="1133100" cy="306300"/>
            </a:xfrm>
            <a:prstGeom prst="straightConnector1">
              <a:avLst/>
            </a:prstGeom>
            <a:noFill/>
            <a:ln w="9525" cap="flat" cmpd="sng">
              <a:solidFill>
                <a:srgbClr val="595959"/>
              </a:solidFill>
              <a:prstDash val="solid"/>
              <a:round/>
              <a:headEnd type="none" w="med" len="med"/>
              <a:tailEnd type="none" w="med" len="med"/>
            </a:ln>
          </p:spPr>
        </p:cxnSp>
        <p:cxnSp>
          <p:nvCxnSpPr>
            <p:cNvPr id="1553" name="Google Shape;1553;p31"/>
            <p:cNvCxnSpPr/>
            <p:nvPr/>
          </p:nvCxnSpPr>
          <p:spPr>
            <a:xfrm rot="10800000" flipH="1">
              <a:off x="1562083" y="4492325"/>
              <a:ext cx="1342200" cy="315300"/>
            </a:xfrm>
            <a:prstGeom prst="straightConnector1">
              <a:avLst/>
            </a:prstGeom>
            <a:noFill/>
            <a:ln w="9525" cap="flat" cmpd="sng">
              <a:solidFill>
                <a:srgbClr val="595959"/>
              </a:solidFill>
              <a:prstDash val="solid"/>
              <a:round/>
              <a:headEnd type="none" w="med" len="med"/>
              <a:tailEnd type="none" w="med" len="med"/>
            </a:ln>
          </p:spPr>
        </p:cxnSp>
        <p:cxnSp>
          <p:nvCxnSpPr>
            <p:cNvPr id="1554" name="Google Shape;1554;p31"/>
            <p:cNvCxnSpPr/>
            <p:nvPr/>
          </p:nvCxnSpPr>
          <p:spPr>
            <a:xfrm>
              <a:off x="259558" y="4408000"/>
              <a:ext cx="1332000" cy="392100"/>
            </a:xfrm>
            <a:prstGeom prst="straightConnector1">
              <a:avLst/>
            </a:prstGeom>
            <a:noFill/>
            <a:ln w="9525" cap="flat" cmpd="sng">
              <a:solidFill>
                <a:srgbClr val="595959"/>
              </a:solidFill>
              <a:prstDash val="solid"/>
              <a:round/>
              <a:headEnd type="none" w="med" len="med"/>
              <a:tailEnd type="none" w="med" len="med"/>
            </a:ln>
          </p:spPr>
        </p:cxnSp>
        <p:cxnSp>
          <p:nvCxnSpPr>
            <p:cNvPr id="1555" name="Google Shape;1555;p31"/>
            <p:cNvCxnSpPr/>
            <p:nvPr/>
          </p:nvCxnSpPr>
          <p:spPr>
            <a:xfrm>
              <a:off x="-6867" y="3993550"/>
              <a:ext cx="273900" cy="407100"/>
            </a:xfrm>
            <a:prstGeom prst="straightConnector1">
              <a:avLst/>
            </a:prstGeom>
            <a:noFill/>
            <a:ln w="9525" cap="flat" cmpd="sng">
              <a:solidFill>
                <a:srgbClr val="595959"/>
              </a:solidFill>
              <a:prstDash val="solid"/>
              <a:round/>
              <a:headEnd type="none" w="med" len="med"/>
              <a:tailEnd type="none" w="med" len="med"/>
            </a:ln>
          </p:spPr>
        </p:cxnSp>
        <p:grpSp>
          <p:nvGrpSpPr>
            <p:cNvPr id="1556" name="Google Shape;1556;p31"/>
            <p:cNvGrpSpPr/>
            <p:nvPr/>
          </p:nvGrpSpPr>
          <p:grpSpPr>
            <a:xfrm flipH="1">
              <a:off x="1278333" y="4513075"/>
              <a:ext cx="581800" cy="582350"/>
              <a:chOff x="8064275" y="887850"/>
              <a:chExt cx="581800" cy="582350"/>
            </a:xfrm>
          </p:grpSpPr>
          <p:sp>
            <p:nvSpPr>
              <p:cNvPr id="1557" name="Google Shape;1557;p3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3" name="Google Shape;1563;p31"/>
            <p:cNvGrpSpPr/>
            <p:nvPr/>
          </p:nvGrpSpPr>
          <p:grpSpPr>
            <a:xfrm flipH="1">
              <a:off x="2747608" y="4340463"/>
              <a:ext cx="292025" cy="292575"/>
              <a:chOff x="7353050" y="316275"/>
              <a:chExt cx="292025" cy="292575"/>
            </a:xfrm>
          </p:grpSpPr>
          <p:sp>
            <p:nvSpPr>
              <p:cNvPr id="1564" name="Google Shape;1564;p3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8" name="Google Shape;1568;p31"/>
            <p:cNvGrpSpPr/>
            <p:nvPr/>
          </p:nvGrpSpPr>
          <p:grpSpPr>
            <a:xfrm flipH="1">
              <a:off x="171308" y="4315025"/>
              <a:ext cx="175000" cy="175000"/>
              <a:chOff x="8792300" y="321275"/>
              <a:chExt cx="175000" cy="175000"/>
            </a:xfrm>
          </p:grpSpPr>
          <p:sp>
            <p:nvSpPr>
              <p:cNvPr id="1569" name="Google Shape;1569;p3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3" name="Google Shape;1573;p31"/>
            <p:cNvGrpSpPr/>
            <p:nvPr/>
          </p:nvGrpSpPr>
          <p:grpSpPr>
            <a:xfrm>
              <a:off x="3873197" y="4657550"/>
              <a:ext cx="293111" cy="293388"/>
              <a:chOff x="3164039" y="430875"/>
              <a:chExt cx="293111" cy="293388"/>
            </a:xfrm>
          </p:grpSpPr>
          <p:sp>
            <p:nvSpPr>
              <p:cNvPr id="1574" name="Google Shape;1574;p31"/>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1"/>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1"/>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1"/>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1"/>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1"/>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0" name="Google Shape;1580;p31"/>
            <p:cNvGrpSpPr/>
            <p:nvPr/>
          </p:nvGrpSpPr>
          <p:grpSpPr>
            <a:xfrm flipH="1">
              <a:off x="242270" y="4142425"/>
              <a:ext cx="175013" cy="27000"/>
              <a:chOff x="5662375" y="212375"/>
              <a:chExt cx="175013" cy="27000"/>
            </a:xfrm>
          </p:grpSpPr>
          <p:sp>
            <p:nvSpPr>
              <p:cNvPr id="1581" name="Google Shape;1581;p31"/>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1"/>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1"/>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84" name="Google Shape;1584;p31"/>
            <p:cNvCxnSpPr/>
            <p:nvPr/>
          </p:nvCxnSpPr>
          <p:spPr>
            <a:xfrm rot="10800000">
              <a:off x="5995050" y="226600"/>
              <a:ext cx="1504500" cy="224700"/>
            </a:xfrm>
            <a:prstGeom prst="straightConnector1">
              <a:avLst/>
            </a:prstGeom>
            <a:noFill/>
            <a:ln w="9525" cap="flat" cmpd="sng">
              <a:solidFill>
                <a:srgbClr val="595959"/>
              </a:solidFill>
              <a:prstDash val="solid"/>
              <a:round/>
              <a:headEnd type="none" w="med" len="med"/>
              <a:tailEnd type="none" w="med" len="med"/>
            </a:ln>
          </p:spPr>
        </p:cxnSp>
        <p:cxnSp>
          <p:nvCxnSpPr>
            <p:cNvPr id="1585" name="Google Shape;1585;p31"/>
            <p:cNvCxnSpPr/>
            <p:nvPr/>
          </p:nvCxnSpPr>
          <p:spPr>
            <a:xfrm rot="10800000">
              <a:off x="7512925" y="457850"/>
              <a:ext cx="829500" cy="743400"/>
            </a:xfrm>
            <a:prstGeom prst="straightConnector1">
              <a:avLst/>
            </a:prstGeom>
            <a:noFill/>
            <a:ln w="9525" cap="flat" cmpd="sng">
              <a:solidFill>
                <a:srgbClr val="595959"/>
              </a:solidFill>
              <a:prstDash val="solid"/>
              <a:round/>
              <a:headEnd type="none" w="med" len="med"/>
              <a:tailEnd type="none" w="med" len="med"/>
            </a:ln>
          </p:spPr>
        </p:cxnSp>
        <p:cxnSp>
          <p:nvCxnSpPr>
            <p:cNvPr id="1586" name="Google Shape;1586;p31"/>
            <p:cNvCxnSpPr/>
            <p:nvPr/>
          </p:nvCxnSpPr>
          <p:spPr>
            <a:xfrm flipH="1">
              <a:off x="8348975" y="-6625"/>
              <a:ext cx="796500" cy="1188000"/>
            </a:xfrm>
            <a:prstGeom prst="straightConnector1">
              <a:avLst/>
            </a:prstGeom>
            <a:noFill/>
            <a:ln w="9525" cap="flat" cmpd="sng">
              <a:solidFill>
                <a:srgbClr val="595959"/>
              </a:solidFill>
              <a:prstDash val="solid"/>
              <a:round/>
              <a:headEnd type="none" w="med" len="med"/>
              <a:tailEnd type="none" w="med" len="med"/>
            </a:ln>
          </p:spPr>
        </p:cxnSp>
        <p:grpSp>
          <p:nvGrpSpPr>
            <p:cNvPr id="1587" name="Google Shape;1587;p31"/>
            <p:cNvGrpSpPr/>
            <p:nvPr/>
          </p:nvGrpSpPr>
          <p:grpSpPr>
            <a:xfrm>
              <a:off x="8064275" y="1040250"/>
              <a:ext cx="581800" cy="582350"/>
              <a:chOff x="8064275" y="887850"/>
              <a:chExt cx="581800" cy="582350"/>
            </a:xfrm>
          </p:grpSpPr>
          <p:sp>
            <p:nvSpPr>
              <p:cNvPr id="1588" name="Google Shape;1588;p3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4" name="Google Shape;1594;p31"/>
            <p:cNvGrpSpPr/>
            <p:nvPr/>
          </p:nvGrpSpPr>
          <p:grpSpPr>
            <a:xfrm>
              <a:off x="7353050" y="316275"/>
              <a:ext cx="292025" cy="292575"/>
              <a:chOff x="7353050" y="316275"/>
              <a:chExt cx="292025" cy="292575"/>
            </a:xfrm>
          </p:grpSpPr>
          <p:sp>
            <p:nvSpPr>
              <p:cNvPr id="1595" name="Google Shape;1595;p3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9" name="Google Shape;1599;p31"/>
            <p:cNvGrpSpPr/>
            <p:nvPr/>
          </p:nvGrpSpPr>
          <p:grpSpPr>
            <a:xfrm>
              <a:off x="8792300" y="321275"/>
              <a:ext cx="175000" cy="175000"/>
              <a:chOff x="8792300" y="321275"/>
              <a:chExt cx="175000" cy="175000"/>
            </a:xfrm>
          </p:grpSpPr>
          <p:sp>
            <p:nvSpPr>
              <p:cNvPr id="1600" name="Google Shape;1600;p3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4" name="Google Shape;1604;p31"/>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1"/>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1"/>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1"/>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1"/>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1"/>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0" name="Google Shape;1610;p31"/>
            <p:cNvGrpSpPr/>
            <p:nvPr/>
          </p:nvGrpSpPr>
          <p:grpSpPr>
            <a:xfrm>
              <a:off x="8490050" y="170875"/>
              <a:ext cx="175013" cy="27000"/>
              <a:chOff x="5662375" y="212375"/>
              <a:chExt cx="175013" cy="27000"/>
            </a:xfrm>
          </p:grpSpPr>
          <p:sp>
            <p:nvSpPr>
              <p:cNvPr id="1611" name="Google Shape;1611;p3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4" name="Google Shape;1614;p31"/>
            <p:cNvGrpSpPr/>
            <p:nvPr/>
          </p:nvGrpSpPr>
          <p:grpSpPr>
            <a:xfrm>
              <a:off x="8678350" y="1658000"/>
              <a:ext cx="175013" cy="27000"/>
              <a:chOff x="5662375" y="212375"/>
              <a:chExt cx="175013" cy="27000"/>
            </a:xfrm>
          </p:grpSpPr>
          <p:sp>
            <p:nvSpPr>
              <p:cNvPr id="1615" name="Google Shape;1615;p3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18" name="Google Shape;1618;p31"/>
          <p:cNvSpPr txBox="1">
            <a:spLocks noGrp="1"/>
          </p:cNvSpPr>
          <p:nvPr>
            <p:ph type="subTitle" idx="1"/>
          </p:nvPr>
        </p:nvSpPr>
        <p:spPr>
          <a:xfrm>
            <a:off x="3639300" y="2596896"/>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1">
  <p:cSld name="CUSTOM_23">
    <p:spTree>
      <p:nvGrpSpPr>
        <p:cNvPr id="1" name="Shape 1619"/>
        <p:cNvGrpSpPr/>
        <p:nvPr/>
      </p:nvGrpSpPr>
      <p:grpSpPr>
        <a:xfrm>
          <a:off x="0" y="0"/>
          <a:ext cx="0" cy="0"/>
          <a:chOff x="0" y="0"/>
          <a:chExt cx="0" cy="0"/>
        </a:xfrm>
      </p:grpSpPr>
      <p:sp>
        <p:nvSpPr>
          <p:cNvPr id="1620" name="Google Shape;1620;p32"/>
          <p:cNvSpPr txBox="1">
            <a:spLocks noGrp="1"/>
          </p:cNvSpPr>
          <p:nvPr>
            <p:ph type="body" idx="1"/>
          </p:nvPr>
        </p:nvSpPr>
        <p:spPr>
          <a:xfrm>
            <a:off x="1881350" y="1246850"/>
            <a:ext cx="2133300" cy="35244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sz="1200">
                <a:solidFill>
                  <a:schemeClr val="dk2"/>
                </a:solidFill>
                <a:latin typeface="Barlow Semi Condensed"/>
                <a:ea typeface="Barlow Semi Condensed"/>
                <a:cs typeface="Barlow Semi Condensed"/>
                <a:sym typeface="Barlow Semi Condensed"/>
              </a:defRPr>
            </a:lvl1pPr>
            <a:lvl2pPr marL="914400" lvl="1"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marL="1371600" lvl="2"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marL="1828800" lvl="3"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marL="2286000" lvl="4"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marL="2743200" lvl="5"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marL="3200400" lvl="6"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marL="3657600" lvl="7"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marL="4114800" lvl="8"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a:endParaRPr/>
          </a:p>
        </p:txBody>
      </p:sp>
      <p:sp>
        <p:nvSpPr>
          <p:cNvPr id="1621" name="Google Shape;1621;p32"/>
          <p:cNvSpPr txBox="1">
            <a:spLocks noGrp="1"/>
          </p:cNvSpPr>
          <p:nvPr>
            <p:ph type="body" idx="2"/>
          </p:nvPr>
        </p:nvSpPr>
        <p:spPr>
          <a:xfrm>
            <a:off x="4220325" y="1246850"/>
            <a:ext cx="3099900" cy="35244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sz="1200">
                <a:solidFill>
                  <a:schemeClr val="dk2"/>
                </a:solidFill>
                <a:latin typeface="Barlow Semi Condensed"/>
                <a:ea typeface="Barlow Semi Condensed"/>
                <a:cs typeface="Barlow Semi Condensed"/>
                <a:sym typeface="Barlow Semi Condensed"/>
              </a:defRPr>
            </a:lvl1pPr>
            <a:lvl2pPr marL="914400" lvl="1"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marL="1371600" lvl="2"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marL="1828800" lvl="3"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marL="2286000" lvl="4"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marL="2743200" lvl="5"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marL="3200400" lvl="6"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marL="3657600" lvl="7"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marL="4114800" lvl="8"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a:endParaRPr/>
          </a:p>
        </p:txBody>
      </p:sp>
      <p:sp>
        <p:nvSpPr>
          <p:cNvPr id="1622" name="Google Shape;1622;p32"/>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623" name="Google Shape;1623;p32"/>
          <p:cNvGrpSpPr/>
          <p:nvPr/>
        </p:nvGrpSpPr>
        <p:grpSpPr>
          <a:xfrm>
            <a:off x="432850" y="0"/>
            <a:ext cx="8278300" cy="5165700"/>
            <a:chOff x="432850" y="0"/>
            <a:chExt cx="8278300" cy="5165700"/>
          </a:xfrm>
        </p:grpSpPr>
        <p:cxnSp>
          <p:nvCxnSpPr>
            <p:cNvPr id="1624" name="Google Shape;1624;p32"/>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625" name="Google Shape;1625;p32"/>
            <p:cNvGrpSpPr/>
            <p:nvPr/>
          </p:nvGrpSpPr>
          <p:grpSpPr>
            <a:xfrm>
              <a:off x="8129350" y="4292175"/>
              <a:ext cx="581800" cy="582350"/>
              <a:chOff x="8064275" y="887850"/>
              <a:chExt cx="581800" cy="582350"/>
            </a:xfrm>
          </p:grpSpPr>
          <p:sp>
            <p:nvSpPr>
              <p:cNvPr id="1626" name="Google Shape;1626;p3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2" name="Google Shape;1632;p32"/>
            <p:cNvGrpSpPr/>
            <p:nvPr/>
          </p:nvGrpSpPr>
          <p:grpSpPr>
            <a:xfrm>
              <a:off x="8274238" y="3720600"/>
              <a:ext cx="292025" cy="292575"/>
              <a:chOff x="7353050" y="316275"/>
              <a:chExt cx="292025" cy="292575"/>
            </a:xfrm>
          </p:grpSpPr>
          <p:sp>
            <p:nvSpPr>
              <p:cNvPr id="1633" name="Google Shape;1633;p3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7" name="Google Shape;1637;p32"/>
            <p:cNvGrpSpPr/>
            <p:nvPr/>
          </p:nvGrpSpPr>
          <p:grpSpPr>
            <a:xfrm>
              <a:off x="8332763" y="3212475"/>
              <a:ext cx="175000" cy="175000"/>
              <a:chOff x="8792300" y="321275"/>
              <a:chExt cx="175000" cy="175000"/>
            </a:xfrm>
          </p:grpSpPr>
          <p:sp>
            <p:nvSpPr>
              <p:cNvPr id="1638" name="Google Shape;1638;p3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42" name="Google Shape;1642;p32"/>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643" name="Google Shape;1643;p32"/>
            <p:cNvGrpSpPr/>
            <p:nvPr/>
          </p:nvGrpSpPr>
          <p:grpSpPr>
            <a:xfrm rot="10800000">
              <a:off x="432850" y="291788"/>
              <a:ext cx="581800" cy="582350"/>
              <a:chOff x="8064275" y="887850"/>
              <a:chExt cx="581800" cy="582350"/>
            </a:xfrm>
          </p:grpSpPr>
          <p:sp>
            <p:nvSpPr>
              <p:cNvPr id="1644" name="Google Shape;1644;p3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0" name="Google Shape;1650;p32"/>
            <p:cNvGrpSpPr/>
            <p:nvPr/>
          </p:nvGrpSpPr>
          <p:grpSpPr>
            <a:xfrm rot="10800000">
              <a:off x="577738" y="1153138"/>
              <a:ext cx="292025" cy="292575"/>
              <a:chOff x="7353050" y="316275"/>
              <a:chExt cx="292025" cy="292575"/>
            </a:xfrm>
          </p:grpSpPr>
          <p:sp>
            <p:nvSpPr>
              <p:cNvPr id="1651" name="Google Shape;1651;p3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5" name="Google Shape;1655;p32"/>
            <p:cNvGrpSpPr/>
            <p:nvPr/>
          </p:nvGrpSpPr>
          <p:grpSpPr>
            <a:xfrm rot="10800000">
              <a:off x="636238" y="1778838"/>
              <a:ext cx="175000" cy="175000"/>
              <a:chOff x="8792300" y="321275"/>
              <a:chExt cx="175000" cy="175000"/>
            </a:xfrm>
          </p:grpSpPr>
          <p:sp>
            <p:nvSpPr>
              <p:cNvPr id="1656" name="Google Shape;1656;p3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0" name="Google Shape;1660;p32"/>
            <p:cNvGrpSpPr/>
            <p:nvPr/>
          </p:nvGrpSpPr>
          <p:grpSpPr>
            <a:xfrm>
              <a:off x="432850" y="2003163"/>
              <a:ext cx="175013" cy="27000"/>
              <a:chOff x="5662375" y="212375"/>
              <a:chExt cx="175013" cy="27000"/>
            </a:xfrm>
          </p:grpSpPr>
          <p:sp>
            <p:nvSpPr>
              <p:cNvPr id="1661" name="Google Shape;1661;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4" name="Google Shape;1664;p32"/>
            <p:cNvGrpSpPr/>
            <p:nvPr/>
          </p:nvGrpSpPr>
          <p:grpSpPr>
            <a:xfrm>
              <a:off x="788100" y="208488"/>
              <a:ext cx="175013" cy="27000"/>
              <a:chOff x="5662375" y="212375"/>
              <a:chExt cx="175013" cy="27000"/>
            </a:xfrm>
          </p:grpSpPr>
          <p:sp>
            <p:nvSpPr>
              <p:cNvPr id="1665" name="Google Shape;1665;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8" name="Google Shape;1668;p32"/>
            <p:cNvGrpSpPr/>
            <p:nvPr/>
          </p:nvGrpSpPr>
          <p:grpSpPr>
            <a:xfrm>
              <a:off x="8129350" y="4988725"/>
              <a:ext cx="175013" cy="27000"/>
              <a:chOff x="5662375" y="212375"/>
              <a:chExt cx="175013" cy="27000"/>
            </a:xfrm>
          </p:grpSpPr>
          <p:sp>
            <p:nvSpPr>
              <p:cNvPr id="1669" name="Google Shape;1669;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2" name="Google Shape;1672;p32"/>
            <p:cNvGrpSpPr/>
            <p:nvPr/>
          </p:nvGrpSpPr>
          <p:grpSpPr>
            <a:xfrm>
              <a:off x="8497550" y="3429425"/>
              <a:ext cx="175013" cy="27000"/>
              <a:chOff x="5662375" y="212375"/>
              <a:chExt cx="175013" cy="27000"/>
            </a:xfrm>
          </p:grpSpPr>
          <p:sp>
            <p:nvSpPr>
              <p:cNvPr id="1673" name="Google Shape;1673;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76" name="Google Shape;1676;p32"/>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677" name="Google Shape;1677;p32"/>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678" name="Google Shape;1678;p32"/>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2"/>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2"/>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2"/>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31.xml"/><Relationship Id="rId4" Type="http://schemas.openxmlformats.org/officeDocument/2006/relationships/image" Target="../media/image6.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grpSp>
        <p:nvGrpSpPr>
          <p:cNvPr id="1690" name="Google Shape;1690;p35"/>
          <p:cNvGrpSpPr/>
          <p:nvPr/>
        </p:nvGrpSpPr>
        <p:grpSpPr>
          <a:xfrm>
            <a:off x="303210" y="959719"/>
            <a:ext cx="4468431" cy="3594321"/>
            <a:chOff x="469775" y="238125"/>
            <a:chExt cx="6679425" cy="5229600"/>
          </a:xfrm>
        </p:grpSpPr>
        <p:sp>
          <p:nvSpPr>
            <p:cNvPr id="1691" name="Google Shape;1691;p35"/>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5"/>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5"/>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5"/>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5"/>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5"/>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5"/>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5"/>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5"/>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5"/>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5"/>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5"/>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5"/>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5"/>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5"/>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5"/>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5"/>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5"/>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5"/>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5"/>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5"/>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5"/>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5"/>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5"/>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5"/>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5"/>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5"/>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5"/>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5"/>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5"/>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5"/>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5"/>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5"/>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5"/>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5"/>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5"/>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5"/>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5"/>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5"/>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5"/>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5"/>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5"/>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5"/>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5"/>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5"/>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5"/>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5"/>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5"/>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5"/>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5"/>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5"/>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5"/>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5"/>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5"/>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5"/>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5"/>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5"/>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5"/>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5"/>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5"/>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5"/>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5"/>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5"/>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5"/>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5"/>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5"/>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5"/>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5"/>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5"/>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5"/>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5"/>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5"/>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5"/>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5"/>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5"/>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5"/>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5"/>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5"/>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5"/>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5"/>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5"/>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5"/>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5"/>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5"/>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5"/>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5"/>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5"/>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5"/>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5"/>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5"/>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5"/>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5"/>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5"/>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5"/>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5"/>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5"/>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5"/>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5"/>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5"/>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5"/>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5"/>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5"/>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5"/>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5"/>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5"/>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5"/>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5"/>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5"/>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5"/>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5"/>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5"/>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5"/>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5"/>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5"/>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5"/>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5"/>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5"/>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5"/>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5"/>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5"/>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5"/>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5"/>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5"/>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5"/>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5"/>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5"/>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5"/>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5"/>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5"/>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5"/>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5"/>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5"/>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5"/>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5"/>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5"/>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5"/>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5"/>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5"/>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5"/>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5"/>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5"/>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5"/>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5"/>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5"/>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5"/>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5"/>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5"/>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5"/>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5"/>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5"/>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5"/>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5"/>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5"/>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5"/>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35"/>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35"/>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35"/>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35"/>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35"/>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35"/>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35"/>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35"/>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5"/>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5"/>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35"/>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5"/>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5"/>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5"/>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5"/>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5"/>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35"/>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35"/>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5"/>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5"/>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35"/>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35"/>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5"/>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5"/>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5"/>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5"/>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5"/>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35"/>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5"/>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5"/>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5"/>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5"/>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5"/>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5"/>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5"/>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5"/>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5"/>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5"/>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5"/>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4" name="Google Shape;1884;p35"/>
          <p:cNvSpPr txBox="1">
            <a:spLocks noGrp="1"/>
          </p:cNvSpPr>
          <p:nvPr>
            <p:ph type="ctrTitle"/>
          </p:nvPr>
        </p:nvSpPr>
        <p:spPr>
          <a:xfrm>
            <a:off x="4775745" y="1646471"/>
            <a:ext cx="3947631" cy="1735897"/>
          </a:xfrm>
          <a:prstGeom prst="rect">
            <a:avLst/>
          </a:prstGeom>
        </p:spPr>
        <p:txBody>
          <a:bodyPr spcFirstLastPara="1" wrap="square" lIns="91425" tIns="91425" rIns="91425" bIns="91425" anchor="b" anchorCtr="0">
            <a:noAutofit/>
          </a:bodyPr>
          <a:lstStyle/>
          <a:p>
            <a:pPr algn="l"/>
            <a:r>
              <a:rPr lang="en-US" sz="2400">
                <a:latin typeface="Barlow Semi Condensed Medium"/>
              </a:rPr>
              <a:t>CLOUD GAMING: MULTIPLAYER GAMES</a:t>
            </a:r>
            <a:r>
              <a:rPr lang="en-US" sz="1200">
                <a:latin typeface="Barlow Semi Condensed Medium"/>
              </a:rPr>
              <a:t>(Amazon's Gamelift and Microsoft's </a:t>
            </a:r>
            <a:r>
              <a:rPr lang="en-US" sz="1200" err="1">
                <a:latin typeface="Barlow Semi Condensed Medium"/>
              </a:rPr>
              <a:t>Playfab</a:t>
            </a:r>
            <a:r>
              <a:rPr lang="en-US" sz="1200">
                <a:latin typeface="Barlow Semi Condensed Medium"/>
              </a:rPr>
              <a:t>)</a:t>
            </a:r>
            <a:endParaRPr lang="en" sz="1200">
              <a:latin typeface="Barlow Semi Condensed Medium"/>
            </a:endParaRPr>
          </a:p>
        </p:txBody>
      </p:sp>
      <p:sp>
        <p:nvSpPr>
          <p:cNvPr id="1885" name="Google Shape;1885;p35"/>
          <p:cNvSpPr txBox="1">
            <a:spLocks noGrp="1"/>
          </p:cNvSpPr>
          <p:nvPr>
            <p:ph type="subTitle" idx="1"/>
          </p:nvPr>
        </p:nvSpPr>
        <p:spPr>
          <a:xfrm>
            <a:off x="4868404" y="3375706"/>
            <a:ext cx="3946714" cy="595311"/>
          </a:xfrm>
          <a:prstGeom prst="rect">
            <a:avLst/>
          </a:prstGeom>
        </p:spPr>
        <p:txBody>
          <a:bodyPr spcFirstLastPara="1" wrap="square" lIns="91425" tIns="91425" rIns="91425" bIns="91425" anchor="t" anchorCtr="0">
            <a:noAutofit/>
          </a:bodyPr>
          <a:lstStyle/>
          <a:p>
            <a:pPr algn="l">
              <a:buClr>
                <a:schemeClr val="dk1"/>
              </a:buClr>
              <a:buSzPts val="1100"/>
            </a:pPr>
            <a:r>
              <a:rPr lang="en" sz="1400"/>
              <a:t>Presented by:  Saurabh Yadav &amp; Shobhit Verma</a:t>
            </a:r>
            <a:endParaRPr lang="en-US" sz="1400"/>
          </a:p>
          <a:p>
            <a:pPr marL="0" lvl="0" indent="0" algn="l" rtl="0">
              <a:spcBef>
                <a:spcPts val="0"/>
              </a:spcBef>
              <a:spcAft>
                <a:spcPts val="0"/>
              </a:spcAft>
              <a:buClr>
                <a:schemeClr val="dk1"/>
              </a:buClr>
              <a:buSzPts val="1100"/>
              <a:buFont typeface="Arial"/>
              <a:buNone/>
            </a:pPr>
            <a:endParaRPr sz="2300">
              <a:solidFill>
                <a:schemeClr val="accent1"/>
              </a:solidFill>
            </a:endParaRPr>
          </a:p>
          <a:p>
            <a:pPr marL="0" lvl="0" indent="0" algn="l" rtl="0">
              <a:spcBef>
                <a:spcPts val="0"/>
              </a:spcBef>
              <a:spcAft>
                <a:spcPts val="0"/>
              </a:spcAft>
              <a:buNone/>
            </a:pPr>
            <a:endParaRPr sz="230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0" name="Google Shape;1890;p36"/>
          <p:cNvSpPr txBox="1">
            <a:spLocks noGrp="1"/>
          </p:cNvSpPr>
          <p:nvPr>
            <p:ph type="title"/>
          </p:nvPr>
        </p:nvSpPr>
        <p:spPr>
          <a:xfrm>
            <a:off x="3039217" y="490110"/>
            <a:ext cx="2978518" cy="576000"/>
          </a:xfrm>
          <a:prstGeom prst="rect">
            <a:avLst/>
          </a:prstGeom>
        </p:spPr>
        <p:txBody>
          <a:bodyPr spcFirstLastPara="1" wrap="square" lIns="91425" tIns="91425" rIns="91425" bIns="91425" anchor="t" anchorCtr="0">
            <a:noAutofit/>
          </a:bodyPr>
          <a:lstStyle/>
          <a:p>
            <a:r>
              <a:rPr lang="en" sz="3600" b="1">
                <a:solidFill>
                  <a:schemeClr val="accent3">
                    <a:lumMod val="10000"/>
                  </a:schemeClr>
                </a:solidFill>
              </a:rPr>
              <a:t>What is Cloud ?</a:t>
            </a:r>
          </a:p>
        </p:txBody>
      </p:sp>
      <p:sp>
        <p:nvSpPr>
          <p:cNvPr id="1891" name="Google Shape;1891;p36"/>
          <p:cNvSpPr txBox="1">
            <a:spLocks noGrp="1"/>
          </p:cNvSpPr>
          <p:nvPr>
            <p:ph type="body" idx="1"/>
          </p:nvPr>
        </p:nvSpPr>
        <p:spPr>
          <a:xfrm>
            <a:off x="1924954" y="1464838"/>
            <a:ext cx="5195049" cy="2881774"/>
          </a:xfrm>
          <a:prstGeom prst="rect">
            <a:avLst/>
          </a:prstGeom>
        </p:spPr>
        <p:txBody>
          <a:bodyPr spcFirstLastPara="1" wrap="square" lIns="91425" tIns="91425" rIns="91425" bIns="91425" anchor="ctr" anchorCtr="0">
            <a:noAutofit/>
          </a:bodyPr>
          <a:lstStyle/>
          <a:p>
            <a:pPr marL="171450" indent="-171450" algn="just">
              <a:buFont typeface="Arial"/>
              <a:buChar char="•"/>
            </a:pPr>
            <a:r>
              <a:rPr lang="en-US" sz="1800" b="1">
                <a:solidFill>
                  <a:srgbClr val="024572"/>
                </a:solidFill>
                <a:latin typeface="Barlow Semi Condensed Light"/>
              </a:rPr>
              <a:t>The "Cloud" refers to </a:t>
            </a:r>
            <a:r>
              <a:rPr lang="en-US" sz="1800" b="1">
                <a:solidFill>
                  <a:srgbClr val="024572"/>
                </a:solidFill>
                <a:latin typeface="Barlow Semi Condensed Light"/>
                <a:ea typeface="Barlow Semi Condensed"/>
                <a:cs typeface="Barlow Semi Condensed"/>
                <a:sym typeface="Barlow Semi Condensed"/>
              </a:rPr>
              <a:t>a </a:t>
            </a:r>
            <a:r>
              <a:rPr lang="en-US" sz="1800" b="1">
                <a:solidFill>
                  <a:srgbClr val="024572"/>
                </a:solidFill>
                <a:latin typeface="Barlow Semi Condensed Light"/>
              </a:rPr>
              <a:t>network of servers</a:t>
            </a:r>
            <a:r>
              <a:rPr lang="en-US" sz="1800" b="1">
                <a:solidFill>
                  <a:srgbClr val="024572"/>
                </a:solidFill>
                <a:latin typeface="Barlow Semi Condensed Light"/>
                <a:ea typeface="Barlow Semi Condensed"/>
                <a:cs typeface="Barlow Semi Condensed"/>
                <a:sym typeface="Barlow Semi Condensed"/>
              </a:rPr>
              <a:t>, </a:t>
            </a:r>
            <a:r>
              <a:rPr lang="en-US" sz="1800" b="1">
                <a:solidFill>
                  <a:srgbClr val="024572"/>
                </a:solidFill>
                <a:latin typeface="Barlow Semi Condensed Light"/>
              </a:rPr>
              <a:t>typically hosted </a:t>
            </a:r>
            <a:r>
              <a:rPr lang="en-US" sz="1800" b="1">
                <a:solidFill>
                  <a:srgbClr val="024572"/>
                </a:solidFill>
                <a:latin typeface="Barlow Semi Condensed Light"/>
                <a:ea typeface="Barlow Semi Condensed"/>
                <a:cs typeface="Barlow Semi Condensed"/>
                <a:sym typeface="Barlow Semi Condensed"/>
              </a:rPr>
              <a:t>on the </a:t>
            </a:r>
            <a:r>
              <a:rPr lang="en-US" sz="1800" b="1">
                <a:solidFill>
                  <a:srgbClr val="024572"/>
                </a:solidFill>
                <a:latin typeface="Barlow Semi Condensed Light"/>
              </a:rPr>
              <a:t>internet</a:t>
            </a:r>
            <a:r>
              <a:rPr lang="en-US" sz="1800" b="1">
                <a:solidFill>
                  <a:srgbClr val="024572"/>
                </a:solidFill>
                <a:latin typeface="Barlow Semi Condensed Light"/>
                <a:ea typeface="Barlow Semi Condensed"/>
                <a:cs typeface="Barlow Semi Condensed"/>
                <a:sym typeface="Barlow Semi Condensed"/>
              </a:rPr>
              <a:t>, that </a:t>
            </a:r>
            <a:r>
              <a:rPr lang="en-US" sz="1800" b="1">
                <a:solidFill>
                  <a:srgbClr val="024572"/>
                </a:solidFill>
                <a:latin typeface="Barlow Semi Condensed Light"/>
              </a:rPr>
              <a:t>store, manage</a:t>
            </a:r>
            <a:r>
              <a:rPr lang="en-US" sz="1800" b="1">
                <a:solidFill>
                  <a:srgbClr val="024572"/>
                </a:solidFill>
                <a:latin typeface="Barlow Semi Condensed Light"/>
                <a:ea typeface="Barlow Semi Condensed"/>
                <a:cs typeface="Barlow Semi Condensed"/>
                <a:sym typeface="Barlow Semi Condensed"/>
              </a:rPr>
              <a:t>, </a:t>
            </a:r>
            <a:r>
              <a:rPr lang="en-US" sz="1800" b="1">
                <a:solidFill>
                  <a:srgbClr val="024572"/>
                </a:solidFill>
                <a:latin typeface="Barlow Semi Condensed Light"/>
              </a:rPr>
              <a:t>and process data and applications. </a:t>
            </a:r>
          </a:p>
          <a:p>
            <a:pPr marL="171450" indent="-171450" algn="just">
              <a:buFont typeface="Arial"/>
              <a:buChar char="•"/>
            </a:pPr>
            <a:endParaRPr lang="en-US" sz="1800" b="1">
              <a:solidFill>
                <a:srgbClr val="024572"/>
              </a:solidFill>
              <a:latin typeface="Barlow Semi Condensed Light"/>
            </a:endParaRPr>
          </a:p>
          <a:p>
            <a:pPr marL="171450" indent="-171450" algn="just">
              <a:buFont typeface="Arial"/>
              <a:buChar char="•"/>
            </a:pPr>
            <a:r>
              <a:rPr lang="en-US" sz="1800" b="1">
                <a:solidFill>
                  <a:srgbClr val="024572"/>
                </a:solidFill>
                <a:latin typeface="Barlow Semi Condensed Light"/>
              </a:rPr>
              <a:t>These servers </a:t>
            </a:r>
            <a:r>
              <a:rPr lang="en-US" sz="1800" b="1">
                <a:solidFill>
                  <a:srgbClr val="024572"/>
                </a:solidFill>
                <a:latin typeface="Barlow Semi Condensed Light"/>
                <a:ea typeface="Barlow Semi Condensed"/>
                <a:cs typeface="Barlow Semi Condensed"/>
                <a:sym typeface="Barlow Semi Condensed"/>
              </a:rPr>
              <a:t>are </a:t>
            </a:r>
            <a:r>
              <a:rPr lang="en-US" sz="1800" b="1">
                <a:solidFill>
                  <a:srgbClr val="024572"/>
                </a:solidFill>
                <a:latin typeface="Barlow Semi Condensed Light"/>
              </a:rPr>
              <a:t>often housed </a:t>
            </a:r>
            <a:r>
              <a:rPr lang="en-US" sz="1800" b="1">
                <a:solidFill>
                  <a:srgbClr val="024572"/>
                </a:solidFill>
                <a:latin typeface="Barlow Semi Condensed Light"/>
                <a:ea typeface="Barlow Semi Condensed"/>
                <a:cs typeface="Barlow Semi Condensed"/>
                <a:sym typeface="Barlow Semi Condensed"/>
              </a:rPr>
              <a:t>in </a:t>
            </a:r>
            <a:r>
              <a:rPr lang="en-US" sz="1800" b="1">
                <a:solidFill>
                  <a:srgbClr val="024572"/>
                </a:solidFill>
                <a:latin typeface="Barlow Semi Condensed Light"/>
              </a:rPr>
              <a:t>data centers around </a:t>
            </a:r>
            <a:r>
              <a:rPr lang="en-US" sz="1800" b="1">
                <a:solidFill>
                  <a:srgbClr val="024572"/>
                </a:solidFill>
                <a:latin typeface="Barlow Semi Condensed Light"/>
                <a:ea typeface="Barlow Semi Condensed"/>
                <a:cs typeface="Barlow Semi Condensed"/>
                <a:sym typeface="Barlow Semi Condensed"/>
              </a:rPr>
              <a:t>the </a:t>
            </a:r>
            <a:r>
              <a:rPr lang="en-US" sz="1800" b="1">
                <a:solidFill>
                  <a:srgbClr val="024572"/>
                </a:solidFill>
                <a:latin typeface="Barlow Semi Condensed Light"/>
              </a:rPr>
              <a:t>world</a:t>
            </a:r>
            <a:r>
              <a:rPr lang="en-US" sz="1800" b="1">
                <a:solidFill>
                  <a:srgbClr val="024572"/>
                </a:solidFill>
                <a:latin typeface="Barlow Semi Condensed Light"/>
                <a:ea typeface="Barlow Semi Condensed"/>
                <a:cs typeface="Barlow Semi Condensed"/>
                <a:sym typeface="Barlow Semi Condensed"/>
              </a:rPr>
              <a:t>.</a:t>
            </a:r>
            <a:r>
              <a:rPr lang="en-US" sz="1800" b="1">
                <a:solidFill>
                  <a:srgbClr val="024572"/>
                </a:solidFill>
                <a:latin typeface="Barlow Semi Condensed Light"/>
              </a:rPr>
              <a:t> </a:t>
            </a:r>
          </a:p>
          <a:p>
            <a:pPr marL="171450" indent="-171450" algn="just">
              <a:buFont typeface="Arial"/>
              <a:buChar char="•"/>
            </a:pPr>
            <a:endParaRPr lang="en-US" sz="1800" b="1">
              <a:solidFill>
                <a:srgbClr val="024572"/>
              </a:solidFill>
              <a:latin typeface="Barlow Semi Condensed Light"/>
            </a:endParaRPr>
          </a:p>
          <a:p>
            <a:pPr marL="171450" indent="-171450" algn="just">
              <a:buFont typeface="Arial"/>
              <a:buChar char="•"/>
            </a:pPr>
            <a:r>
              <a:rPr lang="en-US" sz="1800" b="1">
                <a:solidFill>
                  <a:srgbClr val="024572"/>
                </a:solidFill>
                <a:latin typeface="Barlow Semi Condensed Light"/>
                <a:ea typeface="Barlow Semi Condensed"/>
                <a:cs typeface="Barlow Semi Condensed"/>
                <a:sym typeface="Barlow Semi Condensed"/>
              </a:rPr>
              <a:t>The</a:t>
            </a:r>
            <a:r>
              <a:rPr lang="en-US" sz="1800" b="1">
                <a:solidFill>
                  <a:srgbClr val="024572"/>
                </a:solidFill>
                <a:latin typeface="Barlow Semi Condensed Light"/>
                <a:sym typeface="Barlow Semi Condensed"/>
                <a:hlinkClick r:id="" action="ppaction://noaction">
                  <a:extLst>
                    <a:ext uri="{A12FA001-AC4F-418D-AE19-62706E023703}">
                      <ahyp:hlinkClr xmlns:ahyp="http://schemas.microsoft.com/office/drawing/2018/hyperlinkcolor" val="tx"/>
                    </a:ext>
                  </a:extLst>
                </a:hlinkClick>
              </a:rPr>
              <a:t> </a:t>
            </a:r>
            <a:r>
              <a:rPr lang="en-US" sz="1800" b="1">
                <a:solidFill>
                  <a:srgbClr val="024572"/>
                </a:solidFill>
                <a:latin typeface="Barlow Semi Condensed Light"/>
                <a:sym typeface="Barlow Semi Condensed Medium"/>
                <a:hlinkClick r:id="" action="ppaction://noaction">
                  <a:extLst>
                    <a:ext uri="{A12FA001-AC4F-418D-AE19-62706E023703}">
                      <ahyp:hlinkClr xmlns:ahyp="http://schemas.microsoft.com/office/drawing/2018/hyperlinkcolor" val="tx"/>
                    </a:ext>
                  </a:extLst>
                </a:hlinkClick>
              </a:rPr>
              <a:t>term "Cloud" is derived from </a:t>
            </a:r>
            <a:r>
              <a:rPr lang="en-US" sz="1800" b="1">
                <a:solidFill>
                  <a:srgbClr val="024572"/>
                </a:solidFill>
                <a:latin typeface="Barlow Semi Condensed Light"/>
                <a:ea typeface="Barlow Semi Condensed"/>
                <a:cs typeface="Barlow Semi Condensed"/>
                <a:sym typeface="Barlow Semi Condensed"/>
              </a:rPr>
              <a:t>the </a:t>
            </a:r>
            <a:r>
              <a:rPr lang="en-US" sz="1800" b="1">
                <a:solidFill>
                  <a:srgbClr val="024572"/>
                </a:solidFill>
                <a:latin typeface="Barlow Semi Condensed Light"/>
              </a:rPr>
              <a:t>use </a:t>
            </a:r>
            <a:r>
              <a:rPr lang="en-US" sz="1800" b="1">
                <a:solidFill>
                  <a:srgbClr val="024572"/>
                </a:solidFill>
                <a:latin typeface="Barlow Semi Condensed Light"/>
                <a:ea typeface="Barlow Semi Condensed"/>
                <a:cs typeface="Barlow Semi Condensed"/>
                <a:sym typeface="Barlow Semi Condensed"/>
              </a:rPr>
              <a:t>of </a:t>
            </a:r>
            <a:r>
              <a:rPr lang="en-US" sz="1800" b="1">
                <a:solidFill>
                  <a:srgbClr val="024572"/>
                </a:solidFill>
                <a:latin typeface="Barlow Semi Condensed Light"/>
                <a:sym typeface="Barlow Semi Condensed Medium"/>
                <a:hlinkClick r:id="" action="ppaction://noaction">
                  <a:extLst>
                    <a:ext uri="{A12FA001-AC4F-418D-AE19-62706E023703}">
                      <ahyp:hlinkClr xmlns:ahyp="http://schemas.microsoft.com/office/drawing/2018/hyperlinkcolor" val="tx"/>
                    </a:ext>
                  </a:extLst>
                </a:hlinkClick>
              </a:rPr>
              <a:t>a cloud symbol </a:t>
            </a:r>
            <a:r>
              <a:rPr lang="en-US" sz="1800" b="1">
                <a:solidFill>
                  <a:srgbClr val="024572"/>
                </a:solidFill>
                <a:latin typeface="Barlow Semi Condensed Light"/>
                <a:ea typeface="Barlow Semi Condensed"/>
                <a:cs typeface="Barlow Semi Condensed"/>
                <a:sym typeface="Barlow Semi Condensed"/>
              </a:rPr>
              <a:t>to </a:t>
            </a:r>
            <a:r>
              <a:rPr lang="en-US" sz="1800" b="1">
                <a:solidFill>
                  <a:srgbClr val="024572"/>
                </a:solidFill>
                <a:latin typeface="Barlow Semi Condensed Light"/>
              </a:rPr>
              <a:t>represent </a:t>
            </a:r>
            <a:r>
              <a:rPr lang="en-US" sz="1800" b="1">
                <a:solidFill>
                  <a:srgbClr val="024572"/>
                </a:solidFill>
                <a:latin typeface="Barlow Semi Condensed Light"/>
                <a:ea typeface="Barlow Semi Condensed"/>
                <a:cs typeface="Barlow Semi Condensed"/>
                <a:sym typeface="Barlow Semi Condensed"/>
              </a:rPr>
              <a:t>the </a:t>
            </a:r>
            <a:r>
              <a:rPr lang="en-US" sz="1800" b="1">
                <a:solidFill>
                  <a:srgbClr val="024572"/>
                </a:solidFill>
                <a:latin typeface="Barlow Semi Condensed Light"/>
              </a:rPr>
              <a:t>complex infrastructure it comprises in diagrams </a:t>
            </a:r>
            <a:r>
              <a:rPr lang="en-US" sz="1800" b="1">
                <a:solidFill>
                  <a:srgbClr val="024572"/>
                </a:solidFill>
                <a:latin typeface="Barlow Semi Condensed Light"/>
                <a:ea typeface="Barlow Semi Condensed"/>
                <a:cs typeface="Barlow Semi Condensed"/>
                <a:sym typeface="Barlow Semi Condensed"/>
              </a:rPr>
              <a:t>and </a:t>
            </a:r>
            <a:r>
              <a:rPr lang="en-US" sz="1800" b="1">
                <a:solidFill>
                  <a:srgbClr val="024572"/>
                </a:solidFill>
                <a:latin typeface="Barlow Semi Condensed Light"/>
              </a:rPr>
              <a:t>presentations</a:t>
            </a:r>
            <a:r>
              <a:rPr lang="en-US" sz="1800" b="1">
                <a:solidFill>
                  <a:srgbClr val="024572"/>
                </a:solidFill>
                <a:latin typeface="Barlow Semi Condensed Light"/>
                <a:ea typeface="Barlow Semi Condensed"/>
                <a:cs typeface="Barlow Semi Condensed"/>
                <a:sym typeface="Barlow Semi Condensed"/>
              </a:rPr>
              <a:t>.</a:t>
            </a:r>
            <a:endParaRPr lang="en-US" sz="1800" b="1">
              <a:solidFill>
                <a:srgbClr val="024572"/>
              </a:solidFill>
              <a:latin typeface="Barlow Semi Condense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0" name="Google Shape;1890;p36"/>
          <p:cNvSpPr txBox="1">
            <a:spLocks noGrp="1"/>
          </p:cNvSpPr>
          <p:nvPr>
            <p:ph type="title"/>
          </p:nvPr>
        </p:nvSpPr>
        <p:spPr>
          <a:xfrm>
            <a:off x="1773865" y="283811"/>
            <a:ext cx="5025117" cy="576000"/>
          </a:xfrm>
          <a:prstGeom prst="rect">
            <a:avLst/>
          </a:prstGeom>
        </p:spPr>
        <p:txBody>
          <a:bodyPr spcFirstLastPara="1" wrap="square" lIns="91425" tIns="91425" rIns="91425" bIns="91425" anchor="t" anchorCtr="0">
            <a:noAutofit/>
          </a:bodyPr>
          <a:lstStyle/>
          <a:p>
            <a:r>
              <a:rPr lang="en" sz="3600" b="1">
                <a:solidFill>
                  <a:schemeClr val="accent2">
                    <a:lumMod val="10000"/>
                  </a:schemeClr>
                </a:solidFill>
              </a:rPr>
              <a:t>What is Cloud Computing?</a:t>
            </a:r>
          </a:p>
        </p:txBody>
      </p:sp>
      <p:sp>
        <p:nvSpPr>
          <p:cNvPr id="1891" name="Google Shape;1891;p36"/>
          <p:cNvSpPr txBox="1">
            <a:spLocks noGrp="1"/>
          </p:cNvSpPr>
          <p:nvPr>
            <p:ph type="body" idx="1"/>
          </p:nvPr>
        </p:nvSpPr>
        <p:spPr>
          <a:xfrm>
            <a:off x="1099397" y="1222214"/>
            <a:ext cx="6544099" cy="3529500"/>
          </a:xfrm>
          <a:prstGeom prst="rect">
            <a:avLst/>
          </a:prstGeom>
        </p:spPr>
        <p:txBody>
          <a:bodyPr spcFirstLastPara="1" wrap="square" lIns="91425" tIns="91425" rIns="91425" bIns="91425" anchor="ctr" anchorCtr="0">
            <a:noAutofit/>
          </a:bodyPr>
          <a:lstStyle/>
          <a:p>
            <a:pPr marL="171450" indent="-171450" algn="just">
              <a:buFont typeface="Arial"/>
              <a:buChar char="•"/>
            </a:pPr>
            <a:r>
              <a:rPr lang="en-US" sz="1800">
                <a:solidFill>
                  <a:schemeClr val="accent3">
                    <a:lumMod val="25000"/>
                  </a:schemeClr>
                </a:solidFill>
              </a:rPr>
              <a:t>Cloud computing is the on-demand access of computing resources—physical servers or virtual servers</a:t>
            </a:r>
            <a:r>
              <a:rPr lang="en-US" sz="1800">
                <a:solidFill>
                  <a:schemeClr val="accent3">
                    <a:lumMod val="25000"/>
                  </a:schemeClr>
                </a:solidFill>
                <a:latin typeface="Barlow Semi Condensed"/>
                <a:ea typeface="Barlow Semi Condensed"/>
                <a:cs typeface="Barlow Semi Condensed"/>
                <a:sym typeface="Barlow Semi Condensed"/>
              </a:rPr>
              <a:t>, </a:t>
            </a:r>
            <a:r>
              <a:rPr lang="en-US" sz="1800">
                <a:solidFill>
                  <a:schemeClr val="accent3">
                    <a:lumMod val="25000"/>
                  </a:schemeClr>
                </a:solidFill>
                <a:sym typeface="Barlow Semi Condensed Medium"/>
                <a:hlinkClick r:id="" action="ppaction://noaction">
                  <a:extLst>
                    <a:ext uri="{A12FA001-AC4F-418D-AE19-62706E023703}">
                      <ahyp:hlinkClr xmlns:ahyp="http://schemas.microsoft.com/office/drawing/2018/hyperlinkcolor" val="tx"/>
                    </a:ext>
                  </a:extLst>
                </a:hlinkClick>
              </a:rPr>
              <a:t>data storage</a:t>
            </a:r>
            <a:r>
              <a:rPr lang="en-US" sz="1800">
                <a:solidFill>
                  <a:schemeClr val="accent3">
                    <a:lumMod val="25000"/>
                  </a:schemeClr>
                </a:solidFill>
                <a:latin typeface="Barlow Semi Condensed"/>
                <a:ea typeface="Barlow Semi Condensed"/>
                <a:cs typeface="Barlow Semi Condensed"/>
                <a:sym typeface="Barlow Semi Condensed"/>
              </a:rPr>
              <a:t>, </a:t>
            </a:r>
            <a:r>
              <a:rPr lang="en-US" sz="1800">
                <a:solidFill>
                  <a:schemeClr val="accent3">
                    <a:lumMod val="25000"/>
                  </a:schemeClr>
                </a:solidFill>
              </a:rPr>
              <a:t>networking </a:t>
            </a:r>
            <a:r>
              <a:rPr lang="en-US" sz="1800">
                <a:solidFill>
                  <a:schemeClr val="accent3">
                    <a:lumMod val="25000"/>
                  </a:schemeClr>
                </a:solidFill>
                <a:sym typeface="Barlow Semi Condensed Medium"/>
                <a:hlinkClick r:id="" action="ppaction://noaction">
                  <a:extLst>
                    <a:ext uri="{A12FA001-AC4F-418D-AE19-62706E023703}">
                      <ahyp:hlinkClr xmlns:ahyp="http://schemas.microsoft.com/office/drawing/2018/hyperlinkcolor" val="tx"/>
                    </a:ext>
                  </a:extLst>
                </a:hlinkClick>
              </a:rPr>
              <a:t>capabilities</a:t>
            </a:r>
            <a:r>
              <a:rPr lang="en-US" sz="1800">
                <a:solidFill>
                  <a:schemeClr val="accent3">
                    <a:lumMod val="25000"/>
                  </a:schemeClr>
                </a:solidFill>
              </a:rPr>
              <a:t>, application development tools</a:t>
            </a:r>
            <a:r>
              <a:rPr lang="en-US" sz="1800">
                <a:solidFill>
                  <a:schemeClr val="accent3">
                    <a:lumMod val="25000"/>
                  </a:schemeClr>
                </a:solidFill>
                <a:latin typeface="Barlow Semi Condensed"/>
                <a:ea typeface="Barlow Semi Condensed"/>
                <a:cs typeface="Barlow Semi Condensed"/>
                <a:sym typeface="Barlow Semi Condensed"/>
              </a:rPr>
              <a:t>, </a:t>
            </a:r>
            <a:r>
              <a:rPr lang="en-US" sz="1800">
                <a:solidFill>
                  <a:schemeClr val="accent3">
                    <a:lumMod val="25000"/>
                  </a:schemeClr>
                </a:solidFill>
              </a:rPr>
              <a:t>software and more—over </a:t>
            </a:r>
            <a:r>
              <a:rPr lang="en-US" sz="1800">
                <a:solidFill>
                  <a:schemeClr val="accent3">
                    <a:lumMod val="25000"/>
                  </a:schemeClr>
                </a:solidFill>
                <a:latin typeface="Barlow Semi Condensed"/>
                <a:ea typeface="Barlow Semi Condensed"/>
                <a:cs typeface="Barlow Semi Condensed"/>
                <a:sym typeface="Barlow Semi Condensed"/>
              </a:rPr>
              <a:t>the </a:t>
            </a:r>
            <a:r>
              <a:rPr lang="en-US" sz="1800">
                <a:solidFill>
                  <a:schemeClr val="accent3">
                    <a:lumMod val="25000"/>
                  </a:schemeClr>
                </a:solidFill>
              </a:rPr>
              <a:t>internet with pay-per-use pricing</a:t>
            </a:r>
            <a:r>
              <a:rPr lang="en-US" sz="1800">
                <a:solidFill>
                  <a:schemeClr val="accent3">
                    <a:lumMod val="25000"/>
                  </a:schemeClr>
                </a:solidFill>
                <a:latin typeface="Barlow Semi Condensed"/>
                <a:ea typeface="Barlow Semi Condensed"/>
                <a:cs typeface="Barlow Semi Condensed"/>
                <a:sym typeface="Barlow Semi Condensed"/>
              </a:rPr>
              <a:t>.</a:t>
            </a:r>
            <a:endParaRPr lang="en-US"/>
          </a:p>
          <a:p>
            <a:pPr marL="0" indent="0">
              <a:buNone/>
            </a:pPr>
            <a:endParaRPr lang="en-US" sz="1800">
              <a:solidFill>
                <a:schemeClr val="accent3">
                  <a:lumMod val="25000"/>
                </a:schemeClr>
              </a:solidFill>
            </a:endParaRPr>
          </a:p>
          <a:p>
            <a:pPr marL="171450" indent="-171450">
              <a:buFont typeface="Arial"/>
              <a:buChar char="•"/>
            </a:pPr>
            <a:r>
              <a:rPr lang="en-US" sz="1800">
                <a:solidFill>
                  <a:schemeClr val="accent3">
                    <a:lumMod val="25000"/>
                  </a:schemeClr>
                </a:solidFill>
              </a:rPr>
              <a:t>The cloud computing model offers:</a:t>
            </a:r>
          </a:p>
          <a:p>
            <a:pPr marL="628650" lvl="1" indent="-171450">
              <a:buFont typeface="Courier New"/>
              <a:buChar char="o"/>
            </a:pPr>
            <a:r>
              <a:rPr lang="en-US" sz="1800">
                <a:solidFill>
                  <a:schemeClr val="accent3">
                    <a:lumMod val="25000"/>
                  </a:schemeClr>
                </a:solidFill>
              </a:rPr>
              <a:t>Cost Effectiveness</a:t>
            </a:r>
          </a:p>
          <a:p>
            <a:pPr marL="628650" lvl="1" indent="-171450">
              <a:buFont typeface="Courier New"/>
              <a:buChar char="o"/>
            </a:pPr>
            <a:r>
              <a:rPr lang="en-US" sz="1800">
                <a:solidFill>
                  <a:schemeClr val="accent3">
                    <a:lumMod val="25000"/>
                  </a:schemeClr>
                </a:solidFill>
              </a:rPr>
              <a:t>Speed and Agility</a:t>
            </a:r>
          </a:p>
          <a:p>
            <a:pPr marL="628650" lvl="1" indent="-171450">
              <a:buFont typeface="Courier New"/>
              <a:buChar char="o"/>
            </a:pPr>
            <a:r>
              <a:rPr lang="en-US" sz="1800">
                <a:solidFill>
                  <a:schemeClr val="accent3">
                    <a:lumMod val="25000"/>
                  </a:schemeClr>
                </a:solidFill>
              </a:rPr>
              <a:t>Scalability</a:t>
            </a:r>
          </a:p>
          <a:p>
            <a:pPr marL="628650" lvl="1" indent="-171450">
              <a:buFont typeface="Courier New"/>
              <a:buChar char="o"/>
            </a:pPr>
            <a:r>
              <a:rPr lang="en-US" sz="1800">
                <a:solidFill>
                  <a:schemeClr val="accent3">
                    <a:lumMod val="25000"/>
                  </a:schemeClr>
                </a:solidFill>
              </a:rPr>
              <a:t>Strategic Value</a:t>
            </a:r>
          </a:p>
          <a:p>
            <a:pPr marL="628650" lvl="1" indent="-171450">
              <a:buFont typeface="Courier New"/>
              <a:buChar char="o"/>
            </a:pPr>
            <a:r>
              <a:rPr lang="en-US" sz="1800">
                <a:solidFill>
                  <a:schemeClr val="accent3">
                    <a:lumMod val="25000"/>
                  </a:schemeClr>
                </a:solidFill>
              </a:rPr>
              <a:t>Reliability</a:t>
            </a:r>
          </a:p>
          <a:p>
            <a:pPr marL="628650" lvl="1" indent="-171450">
              <a:buFont typeface="Courier New"/>
              <a:buChar char="o"/>
            </a:pPr>
            <a:r>
              <a:rPr lang="en-US" sz="1800">
                <a:solidFill>
                  <a:schemeClr val="accent3">
                    <a:lumMod val="25000"/>
                  </a:schemeClr>
                </a:solidFill>
              </a:rPr>
              <a:t>Security </a:t>
            </a:r>
            <a:br>
              <a:rPr lang="en-US" sz="1800"/>
            </a:br>
            <a:endParaRPr lang="en-US" sz="1800">
              <a:solidFill>
                <a:schemeClr val="accent3">
                  <a:lumMod val="25000"/>
                </a:schemeClr>
              </a:solidFill>
            </a:endParaRPr>
          </a:p>
        </p:txBody>
      </p:sp>
    </p:spTree>
    <p:extLst>
      <p:ext uri="{BB962C8B-B14F-4D97-AF65-F5344CB8AC3E}">
        <p14:creationId xmlns:p14="http://schemas.microsoft.com/office/powerpoint/2010/main" val="4097279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4" name="Google Shape;1890;p36">
            <a:extLst>
              <a:ext uri="{FF2B5EF4-FFF2-40B4-BE49-F238E27FC236}">
                <a16:creationId xmlns:a16="http://schemas.microsoft.com/office/drawing/2014/main" id="{7A9E0909-D04A-909F-4D13-2E9E87BD959E}"/>
              </a:ext>
            </a:extLst>
          </p:cNvPr>
          <p:cNvSpPr txBox="1">
            <a:spLocks noGrp="1"/>
          </p:cNvSpPr>
          <p:nvPr>
            <p:ph type="title"/>
          </p:nvPr>
        </p:nvSpPr>
        <p:spPr>
          <a:xfrm>
            <a:off x="2254186" y="71489"/>
            <a:ext cx="4529256" cy="365890"/>
          </a:xfrm>
          <a:prstGeom prst="rect">
            <a:avLst/>
          </a:prstGeom>
        </p:spPr>
        <p:txBody>
          <a:bodyPr spcFirstLastPara="1" wrap="square" lIns="91425" tIns="91425" rIns="91425" bIns="91425" anchor="t" anchorCtr="0">
            <a:noAutofit/>
          </a:bodyPr>
          <a:lstStyle/>
          <a:p>
            <a:r>
              <a:rPr lang="en" b="1">
                <a:solidFill>
                  <a:schemeClr val="accent2">
                    <a:lumMod val="10000"/>
                  </a:schemeClr>
                </a:solidFill>
              </a:rPr>
              <a:t>What is Cloud Gaming ?</a:t>
            </a:r>
          </a:p>
        </p:txBody>
      </p:sp>
      <p:sp>
        <p:nvSpPr>
          <p:cNvPr id="8" name="Google Shape;1891;p36">
            <a:extLst>
              <a:ext uri="{FF2B5EF4-FFF2-40B4-BE49-F238E27FC236}">
                <a16:creationId xmlns:a16="http://schemas.microsoft.com/office/drawing/2014/main" id="{3B18D1FA-3418-FB0D-5C7E-731FFE19EC46}"/>
              </a:ext>
            </a:extLst>
          </p:cNvPr>
          <p:cNvSpPr txBox="1">
            <a:spLocks/>
          </p:cNvSpPr>
          <p:nvPr/>
        </p:nvSpPr>
        <p:spPr>
          <a:xfrm>
            <a:off x="2496740" y="612687"/>
            <a:ext cx="3809534" cy="425311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r>
              <a:rPr lang="en-US">
                <a:solidFill>
                  <a:srgbClr val="000000"/>
                </a:solidFill>
              </a:rPr>
              <a:t>Cloud gaming, also known as game streaming or </a:t>
            </a:r>
            <a:r>
              <a:rPr lang="en-US" b="1">
                <a:solidFill>
                  <a:srgbClr val="000000"/>
                </a:solidFill>
              </a:rPr>
              <a:t>gaming-as-a-service</a:t>
            </a:r>
            <a:r>
              <a:rPr lang="en-US">
                <a:solidFill>
                  <a:srgbClr val="000000"/>
                </a:solidFill>
              </a:rPr>
              <a:t>, is a gaming service that allows users to play video games over the internet without the need for dedicated gaming hardware. Instead of running games on a local device like a gaming console or PC, cloud gaming platforms use powerful servers located in data centers to run games remotely.</a:t>
            </a:r>
            <a:endParaRPr lang="en-US">
              <a:solidFill>
                <a:srgbClr val="034672"/>
              </a:solidFill>
            </a:endParaRPr>
          </a:p>
          <a:p>
            <a:pPr marL="171450" indent="-171450">
              <a:buFont typeface="Arial"/>
              <a:buChar char="•"/>
            </a:pPr>
            <a:endParaRPr lang="en-US"/>
          </a:p>
          <a:p>
            <a:pPr marL="628650" lvl="1" indent="-171450">
              <a:buFont typeface="Courier New"/>
              <a:buChar char="o"/>
            </a:pPr>
            <a:endParaRPr lang="en-US" sz="12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E419890-C6AA-6454-C455-A133EF31BF8E}"/>
              </a:ext>
            </a:extLst>
          </p:cNvPr>
          <p:cNvSpPr>
            <a:spLocks noGrp="1"/>
          </p:cNvSpPr>
          <p:nvPr>
            <p:ph type="subTitle" idx="1"/>
          </p:nvPr>
        </p:nvSpPr>
        <p:spPr>
          <a:xfrm>
            <a:off x="1730984" y="1166642"/>
            <a:ext cx="5366060" cy="1134000"/>
          </a:xfrm>
        </p:spPr>
        <p:txBody>
          <a:bodyPr/>
          <a:lstStyle/>
          <a:p>
            <a:pPr algn="l"/>
            <a:r>
              <a:rPr lang="en-US" b="1"/>
              <a:t>Server-Side Processing:</a:t>
            </a:r>
            <a:r>
              <a:rPr lang="en-US"/>
              <a:t>  Initiate a game session,  inputs are sent  to remote servers. </a:t>
            </a:r>
            <a:br>
              <a:rPr lang="en-US"/>
            </a:br>
            <a:r>
              <a:rPr lang="en-US"/>
              <a:t>These servers then process the inputs and run the game.  </a:t>
            </a:r>
            <a:br>
              <a:rPr lang="en-US"/>
            </a:br>
            <a:endParaRPr lang="en-US" b="1"/>
          </a:p>
          <a:p>
            <a:pPr algn="l"/>
            <a:r>
              <a:rPr lang="en-US" b="1"/>
              <a:t>Video Streaming:</a:t>
            </a:r>
            <a:r>
              <a:rPr lang="en-US"/>
              <a:t> Gameplay footage is then encoded into a video stream and sent back. </a:t>
            </a:r>
            <a:br>
              <a:rPr lang="en-US"/>
            </a:br>
            <a:r>
              <a:rPr lang="en-US"/>
              <a:t>This video stream is typically compressed to reduce latency and bandwidth requirements.  </a:t>
            </a:r>
            <a:br>
              <a:rPr lang="en-US"/>
            </a:br>
            <a:r>
              <a:rPr lang="en-US"/>
              <a:t>  </a:t>
            </a:r>
          </a:p>
          <a:p>
            <a:pPr algn="l"/>
            <a:r>
              <a:rPr lang="en-US" b="1"/>
              <a:t>User Interface:</a:t>
            </a:r>
            <a:r>
              <a:rPr lang="en-US"/>
              <a:t> On user's device, the video stream is decoded and displayed on the screen, allowing the player to see and interact with the game. </a:t>
            </a:r>
            <a:br>
              <a:rPr lang="en-US"/>
            </a:br>
            <a:r>
              <a:rPr lang="en-US"/>
              <a:t>The user's inputs are sent back to the servers, completing the loop. </a:t>
            </a:r>
          </a:p>
        </p:txBody>
      </p:sp>
      <p:sp>
        <p:nvSpPr>
          <p:cNvPr id="3" name="Title 2">
            <a:extLst>
              <a:ext uri="{FF2B5EF4-FFF2-40B4-BE49-F238E27FC236}">
                <a16:creationId xmlns:a16="http://schemas.microsoft.com/office/drawing/2014/main" id="{5312A855-7591-B668-58A1-8EFAB83F86B6}"/>
              </a:ext>
            </a:extLst>
          </p:cNvPr>
          <p:cNvSpPr>
            <a:spLocks noGrp="1"/>
          </p:cNvSpPr>
          <p:nvPr>
            <p:ph type="title"/>
          </p:nvPr>
        </p:nvSpPr>
        <p:spPr>
          <a:xfrm>
            <a:off x="2167128" y="252182"/>
            <a:ext cx="4809600" cy="576000"/>
          </a:xfrm>
        </p:spPr>
        <p:txBody>
          <a:bodyPr/>
          <a:lstStyle/>
          <a:p>
            <a:r>
              <a:rPr lang="en-US" sz="3600" b="1"/>
              <a:t>How Cloud Gaming Works</a:t>
            </a:r>
          </a:p>
        </p:txBody>
      </p:sp>
    </p:spTree>
    <p:extLst>
      <p:ext uri="{BB962C8B-B14F-4D97-AF65-F5344CB8AC3E}">
        <p14:creationId xmlns:p14="http://schemas.microsoft.com/office/powerpoint/2010/main" val="2843985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93FCE-2C9B-BE8E-FFDC-021D28F2981F}"/>
              </a:ext>
            </a:extLst>
          </p:cNvPr>
          <p:cNvSpPr>
            <a:spLocks noGrp="1"/>
          </p:cNvSpPr>
          <p:nvPr>
            <p:ph type="title"/>
          </p:nvPr>
        </p:nvSpPr>
        <p:spPr/>
        <p:txBody>
          <a:bodyPr/>
          <a:lstStyle/>
          <a:p>
            <a:r>
              <a:rPr lang="en-US" b="1"/>
              <a:t>WebRTC </a:t>
            </a:r>
            <a:r>
              <a:rPr lang="en-US" sz="1800" b="1"/>
              <a:t>(Web Real Time Communication)</a:t>
            </a:r>
            <a:endParaRPr lang="en-US"/>
          </a:p>
        </p:txBody>
      </p:sp>
      <p:sp>
        <p:nvSpPr>
          <p:cNvPr id="3" name="Subtitle 2">
            <a:extLst>
              <a:ext uri="{FF2B5EF4-FFF2-40B4-BE49-F238E27FC236}">
                <a16:creationId xmlns:a16="http://schemas.microsoft.com/office/drawing/2014/main" id="{8D02FE67-BB5C-5CD9-2187-114E14D8E6B1}"/>
              </a:ext>
            </a:extLst>
          </p:cNvPr>
          <p:cNvSpPr>
            <a:spLocks noGrp="1"/>
          </p:cNvSpPr>
          <p:nvPr>
            <p:ph type="subTitle" idx="1"/>
          </p:nvPr>
        </p:nvSpPr>
        <p:spPr>
          <a:xfrm>
            <a:off x="570060" y="1288319"/>
            <a:ext cx="7677915" cy="2859232"/>
          </a:xfrm>
        </p:spPr>
        <p:txBody>
          <a:bodyPr/>
          <a:lstStyle/>
          <a:p>
            <a:pPr marL="285750" indent="-285750">
              <a:buChar char="•"/>
            </a:pPr>
            <a:r>
              <a:rPr lang="en-US" sz="1400"/>
              <a:t>WebRTC is a free and open-source project providing real-time communication (RTC) via  APIs. </a:t>
            </a:r>
            <a:br>
              <a:rPr lang="en-US" sz="1400"/>
            </a:br>
            <a:r>
              <a:rPr lang="en-US" sz="1400"/>
              <a:t>It allows audio and video communication and streaming to work inside web pages by allowing direct P2P communication.</a:t>
            </a:r>
            <a:br>
              <a:rPr lang="en-US" sz="1400"/>
            </a:br>
            <a:endParaRPr lang="en-US" sz="1400"/>
          </a:p>
          <a:p>
            <a:pPr marL="285750" indent="-285750">
              <a:buChar char="•"/>
            </a:pPr>
            <a:r>
              <a:rPr lang="en-US" sz="1400"/>
              <a:t>Purpose:  To "enable rich, high-quality RTC applications to be developed for the browser, mobile platforms, and IoT devices, and allow them all to communicate via a common set of protocols".</a:t>
            </a:r>
            <a:br>
              <a:rPr lang="en-US" sz="1400"/>
            </a:br>
            <a:endParaRPr lang="en-US" sz="1400"/>
          </a:p>
          <a:p>
            <a:pPr marL="285750" indent="-285750">
              <a:buChar char="•"/>
            </a:pPr>
            <a:r>
              <a:rPr lang="en-US" sz="1400"/>
              <a:t>WebRTC serves multiple purposes; together with the Media Capture and Streams API, they provide powerful multimedia capabilities to the Web.  </a:t>
            </a:r>
            <a:br>
              <a:rPr lang="en-US" sz="1400"/>
            </a:br>
            <a:endParaRPr lang="en-US" sz="1400"/>
          </a:p>
          <a:p>
            <a:pPr marL="285750" indent="-285750">
              <a:buChar char="•"/>
            </a:pPr>
            <a:r>
              <a:rPr lang="en-US" sz="1400"/>
              <a:t>Devices can share voice, video, and real-time data smoothly and securely among one another on a common platform. </a:t>
            </a:r>
            <a:br>
              <a:rPr lang="en-US" sz="1400"/>
            </a:br>
            <a:br>
              <a:rPr lang="en-US" sz="1400"/>
            </a:br>
            <a:r>
              <a:rPr lang="en-US" sz="1400" b="1"/>
              <a:t>WebRTC is the future of real-time communication.</a:t>
            </a:r>
          </a:p>
        </p:txBody>
      </p:sp>
    </p:spTree>
    <p:extLst>
      <p:ext uri="{BB962C8B-B14F-4D97-AF65-F5344CB8AC3E}">
        <p14:creationId xmlns:p14="http://schemas.microsoft.com/office/powerpoint/2010/main" val="2299773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626BDE-465C-20F6-F81B-1BE1699355CF}"/>
              </a:ext>
            </a:extLst>
          </p:cNvPr>
          <p:cNvSpPr>
            <a:spLocks noGrp="1"/>
          </p:cNvSpPr>
          <p:nvPr>
            <p:ph type="body" idx="1"/>
          </p:nvPr>
        </p:nvSpPr>
        <p:spPr>
          <a:xfrm>
            <a:off x="948904" y="1284448"/>
            <a:ext cx="3163503" cy="3486802"/>
          </a:xfrm>
        </p:spPr>
        <p:txBody>
          <a:bodyPr/>
          <a:lstStyle/>
          <a:p>
            <a:r>
              <a:rPr lang="en-US"/>
              <a:t>WebRTC doesn’t require any additional plugins or applications for audio, video streaming and data sharing.</a:t>
            </a:r>
            <a:br>
              <a:rPr lang="en-US"/>
            </a:br>
            <a:br>
              <a:rPr lang="en-US"/>
            </a:br>
            <a:endParaRPr lang="en-US"/>
          </a:p>
          <a:p>
            <a:r>
              <a:rPr lang="en-US"/>
              <a:t>It uses JavaScript, APIs and HTML5 for the communication technologies.</a:t>
            </a:r>
            <a:br>
              <a:rPr lang="en-US"/>
            </a:br>
            <a:br>
              <a:rPr lang="en-US"/>
            </a:br>
            <a:endParaRPr lang="en-US"/>
          </a:p>
          <a:p>
            <a:r>
              <a:rPr lang="en-US"/>
              <a:t>Products like Google Hangouts, </a:t>
            </a:r>
            <a:r>
              <a:rPr lang="en-US" err="1"/>
              <a:t>Whatsapp</a:t>
            </a:r>
            <a:r>
              <a:rPr lang="en-US"/>
              <a:t>, Facebook Messenger, ZOOM Team Communication, Zendesk Customer Support, Skype for Web etc. all are integrated with WebRTC.</a:t>
            </a:r>
          </a:p>
        </p:txBody>
      </p:sp>
      <p:sp>
        <p:nvSpPr>
          <p:cNvPr id="3" name="Text Placeholder 2">
            <a:extLst>
              <a:ext uri="{FF2B5EF4-FFF2-40B4-BE49-F238E27FC236}">
                <a16:creationId xmlns:a16="http://schemas.microsoft.com/office/drawing/2014/main" id="{4FD869F4-A1CC-92A2-A2F2-6A40D7A035F0}"/>
              </a:ext>
            </a:extLst>
          </p:cNvPr>
          <p:cNvSpPr>
            <a:spLocks noGrp="1"/>
          </p:cNvSpPr>
          <p:nvPr>
            <p:ph type="body" idx="2"/>
          </p:nvPr>
        </p:nvSpPr>
        <p:spPr>
          <a:xfrm>
            <a:off x="4415838" y="1284448"/>
            <a:ext cx="3731558" cy="3486802"/>
          </a:xfrm>
        </p:spPr>
        <p:txBody>
          <a:bodyPr/>
          <a:lstStyle/>
          <a:p>
            <a:r>
              <a:rPr lang="en-US"/>
              <a:t>Browsers are able to directly exchange real-time media with other browsers in a P2P manner. </a:t>
            </a:r>
            <a:br>
              <a:rPr lang="en-US"/>
            </a:br>
            <a:br>
              <a:rPr lang="en-US"/>
            </a:br>
            <a:endParaRPr lang="en-US"/>
          </a:p>
          <a:p>
            <a:r>
              <a:rPr lang="en-US"/>
              <a:t>Offers a high level of security than various other streaming systems, without the need for third-party software. </a:t>
            </a:r>
            <a:br>
              <a:rPr lang="en-US"/>
            </a:br>
            <a:br>
              <a:rPr lang="en-US"/>
            </a:br>
            <a:endParaRPr lang="en-US"/>
          </a:p>
          <a:p>
            <a:r>
              <a:rPr lang="en-US" b="1"/>
              <a:t>It is available for free and is operated worldwide.</a:t>
            </a:r>
            <a:r>
              <a:rPr lang="en-US"/>
              <a:t> </a:t>
            </a:r>
          </a:p>
        </p:txBody>
      </p:sp>
      <p:sp>
        <p:nvSpPr>
          <p:cNvPr id="4" name="Title 3">
            <a:extLst>
              <a:ext uri="{FF2B5EF4-FFF2-40B4-BE49-F238E27FC236}">
                <a16:creationId xmlns:a16="http://schemas.microsoft.com/office/drawing/2014/main" id="{376AEB96-9287-AA75-E094-333333BFE587}"/>
              </a:ext>
            </a:extLst>
          </p:cNvPr>
          <p:cNvSpPr>
            <a:spLocks noGrp="1"/>
          </p:cNvSpPr>
          <p:nvPr>
            <p:ph type="title"/>
          </p:nvPr>
        </p:nvSpPr>
        <p:spPr/>
        <p:txBody>
          <a:bodyPr/>
          <a:lstStyle/>
          <a:p>
            <a:r>
              <a:rPr lang="en-US" b="1"/>
              <a:t>Why WebRTC?</a:t>
            </a:r>
          </a:p>
        </p:txBody>
      </p:sp>
    </p:spTree>
    <p:extLst>
      <p:ext uri="{BB962C8B-B14F-4D97-AF65-F5344CB8AC3E}">
        <p14:creationId xmlns:p14="http://schemas.microsoft.com/office/powerpoint/2010/main" val="3803005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0FC626F-62BE-53DC-5828-FF2E52CB7C28}"/>
              </a:ext>
            </a:extLst>
          </p:cNvPr>
          <p:cNvSpPr>
            <a:spLocks noGrp="1"/>
          </p:cNvSpPr>
          <p:nvPr>
            <p:ph type="body" idx="1"/>
          </p:nvPr>
        </p:nvSpPr>
        <p:spPr>
          <a:xfrm>
            <a:off x="753390" y="1284448"/>
            <a:ext cx="3065747" cy="3486802"/>
          </a:xfrm>
        </p:spPr>
        <p:txBody>
          <a:bodyPr/>
          <a:lstStyle/>
          <a:p>
            <a:r>
              <a:rPr lang="en-US"/>
              <a:t>WebRTC works and communicates with web browsers through the standardized WebRTC API. </a:t>
            </a:r>
            <a:br>
              <a:rPr lang="en-US"/>
            </a:br>
            <a:br>
              <a:rPr lang="en-US"/>
            </a:br>
            <a:endParaRPr lang="en-US"/>
          </a:p>
          <a:p>
            <a:r>
              <a:rPr lang="en-US"/>
              <a:t>The WebRTC API must, therefore, provide a range of utilities. </a:t>
            </a:r>
            <a:br>
              <a:rPr lang="en-US"/>
            </a:br>
            <a:r>
              <a:rPr lang="en-US"/>
              <a:t>Some of them are like connection management, encoding/decoding,</a:t>
            </a:r>
            <a:br>
              <a:rPr lang="en-US"/>
            </a:br>
            <a:r>
              <a:rPr lang="en-US"/>
              <a:t>media control etc.</a:t>
            </a:r>
            <a:br>
              <a:rPr lang="en-US"/>
            </a:br>
            <a:br>
              <a:rPr lang="en-US"/>
            </a:br>
            <a:endParaRPr lang="en-US"/>
          </a:p>
          <a:p>
            <a:r>
              <a:rPr lang="en-US"/>
              <a:t>The scope of implementation in WebRTC is very high as it is </a:t>
            </a:r>
            <a:r>
              <a:rPr lang="en-US" b="1"/>
              <a:t>highly customizable.</a:t>
            </a:r>
          </a:p>
        </p:txBody>
      </p:sp>
      <p:sp>
        <p:nvSpPr>
          <p:cNvPr id="4" name="Subtitle 3">
            <a:extLst>
              <a:ext uri="{FF2B5EF4-FFF2-40B4-BE49-F238E27FC236}">
                <a16:creationId xmlns:a16="http://schemas.microsoft.com/office/drawing/2014/main" id="{22194D47-5370-DE62-2EE5-EA003D1D14ED}"/>
              </a:ext>
            </a:extLst>
          </p:cNvPr>
          <p:cNvSpPr>
            <a:spLocks noGrp="1"/>
          </p:cNvSpPr>
          <p:nvPr>
            <p:ph type="body" idx="2"/>
          </p:nvPr>
        </p:nvSpPr>
        <p:spPr>
          <a:xfrm>
            <a:off x="3821780" y="1284448"/>
            <a:ext cx="4370734" cy="3486802"/>
          </a:xfrm>
        </p:spPr>
        <p:txBody>
          <a:bodyPr/>
          <a:lstStyle/>
          <a:p>
            <a:r>
              <a:rPr lang="en-US" b="1" err="1"/>
              <a:t>MediaStream</a:t>
            </a:r>
            <a:r>
              <a:rPr lang="en-US"/>
              <a:t>:  The stream that user want, the mode of communication to establish is captured. </a:t>
            </a:r>
            <a:br>
              <a:rPr lang="en-US"/>
            </a:br>
            <a:r>
              <a:rPr lang="en-US"/>
              <a:t>Local media stream grants the browser to have access to stream devices such as the camera, web microphone. </a:t>
            </a:r>
            <a:br>
              <a:rPr lang="en-US"/>
            </a:br>
            <a:r>
              <a:rPr lang="en-US"/>
              <a:t>It also allows the browser to capture media. </a:t>
            </a:r>
            <a:br>
              <a:rPr lang="en-US"/>
            </a:br>
            <a:r>
              <a:rPr lang="en-US" err="1"/>
              <a:t>getUserMedia</a:t>
            </a:r>
            <a:r>
              <a:rPr lang="en-US"/>
              <a:t>() function: the access from the browser. </a:t>
            </a:r>
          </a:p>
          <a:p>
            <a:pPr marL="139700" indent="0">
              <a:buNone/>
            </a:pPr>
            <a:endParaRPr lang="en-US"/>
          </a:p>
          <a:p>
            <a:r>
              <a:rPr lang="en-US" b="1" err="1"/>
              <a:t>RTCPeerConnection</a:t>
            </a:r>
            <a:r>
              <a:rPr lang="en-US"/>
              <a:t>: Connect user with the partner’s system. </a:t>
            </a:r>
            <a:br>
              <a:rPr lang="en-US"/>
            </a:br>
            <a:r>
              <a:rPr lang="en-US"/>
              <a:t>It allows your browser to exchange data directly with partner browsers (peers) for voice and video calls. </a:t>
            </a:r>
            <a:br>
              <a:rPr lang="en-US"/>
            </a:br>
            <a:r>
              <a:rPr lang="en-US"/>
              <a:t>It allows the association between the sender and the receiver. </a:t>
            </a:r>
          </a:p>
          <a:p>
            <a:endParaRPr lang="en-US" b="1"/>
          </a:p>
          <a:p>
            <a:r>
              <a:rPr lang="en-US" b="1" err="1"/>
              <a:t>RTCDataChannel</a:t>
            </a:r>
            <a:r>
              <a:rPr lang="en-US" b="1"/>
              <a:t>:</a:t>
            </a:r>
            <a:r>
              <a:rPr lang="en-US"/>
              <a:t> It grants the browsers to exchange data bidirectional peer-to-peer. </a:t>
            </a:r>
            <a:br>
              <a:rPr lang="en-US"/>
            </a:br>
            <a:r>
              <a:rPr lang="en-US" err="1"/>
              <a:t>CreateDataChannel</a:t>
            </a:r>
            <a:r>
              <a:rPr lang="en-US"/>
              <a:t>() is called for the first time on an instantiated </a:t>
            </a:r>
            <a:r>
              <a:rPr lang="en-US" err="1"/>
              <a:t>PeerConnection</a:t>
            </a:r>
            <a:r>
              <a:rPr lang="en-US"/>
              <a:t> object. </a:t>
            </a:r>
          </a:p>
        </p:txBody>
      </p:sp>
      <p:sp>
        <p:nvSpPr>
          <p:cNvPr id="2" name="Title 1">
            <a:extLst>
              <a:ext uri="{FF2B5EF4-FFF2-40B4-BE49-F238E27FC236}">
                <a16:creationId xmlns:a16="http://schemas.microsoft.com/office/drawing/2014/main" id="{8047E7FE-3F9B-F791-9AA2-FEA33F91F01D}"/>
              </a:ext>
            </a:extLst>
          </p:cNvPr>
          <p:cNvSpPr>
            <a:spLocks noGrp="1"/>
          </p:cNvSpPr>
          <p:nvPr>
            <p:ph type="title"/>
          </p:nvPr>
        </p:nvSpPr>
        <p:spPr/>
        <p:txBody>
          <a:bodyPr/>
          <a:lstStyle/>
          <a:p>
            <a:r>
              <a:rPr lang="en-US" b="1"/>
              <a:t>WebRTC Working</a:t>
            </a:r>
          </a:p>
        </p:txBody>
      </p:sp>
    </p:spTree>
    <p:extLst>
      <p:ext uri="{BB962C8B-B14F-4D97-AF65-F5344CB8AC3E}">
        <p14:creationId xmlns:p14="http://schemas.microsoft.com/office/powerpoint/2010/main" val="2983696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1E22B-B97B-166D-335E-737C2A4BAE98}"/>
              </a:ext>
            </a:extLst>
          </p:cNvPr>
          <p:cNvSpPr>
            <a:spLocks noGrp="1"/>
          </p:cNvSpPr>
          <p:nvPr>
            <p:ph type="title"/>
          </p:nvPr>
        </p:nvSpPr>
        <p:spPr>
          <a:xfrm>
            <a:off x="61421" y="2039112"/>
            <a:ext cx="3212673" cy="1362600"/>
          </a:xfrm>
        </p:spPr>
        <p:txBody>
          <a:bodyPr/>
          <a:lstStyle/>
          <a:p>
            <a:r>
              <a:rPr lang="en-US"/>
              <a:t>WebRTC Transmit Data</a:t>
            </a:r>
            <a:r>
              <a:rPr lang="en-US" sz="1400"/>
              <a:t> - </a:t>
            </a:r>
            <a:r>
              <a:rPr lang="en-US" sz="1800"/>
              <a:t>Connection</a:t>
            </a:r>
          </a:p>
        </p:txBody>
      </p:sp>
      <p:sp>
        <p:nvSpPr>
          <p:cNvPr id="3" name="Subtitle 2">
            <a:extLst>
              <a:ext uri="{FF2B5EF4-FFF2-40B4-BE49-F238E27FC236}">
                <a16:creationId xmlns:a16="http://schemas.microsoft.com/office/drawing/2014/main" id="{50751F05-9476-B055-DDEB-0F7D7AB7408D}"/>
              </a:ext>
            </a:extLst>
          </p:cNvPr>
          <p:cNvSpPr>
            <a:spLocks noGrp="1"/>
          </p:cNvSpPr>
          <p:nvPr>
            <p:ph type="body" idx="1"/>
          </p:nvPr>
        </p:nvSpPr>
        <p:spPr>
          <a:xfrm>
            <a:off x="3598235" y="423304"/>
            <a:ext cx="5630151" cy="2290683"/>
          </a:xfrm>
        </p:spPr>
        <p:txBody>
          <a:bodyPr/>
          <a:lstStyle/>
          <a:p>
            <a:pPr>
              <a:buNone/>
            </a:pPr>
            <a:r>
              <a:rPr lang="en-US" sz="900" b="1">
                <a:solidFill>
                  <a:srgbClr val="569CD6"/>
                </a:solidFill>
                <a:latin typeface="Consolas"/>
              </a:rPr>
              <a:t>function</a:t>
            </a:r>
            <a:r>
              <a:rPr lang="en-US" sz="900" b="1">
                <a:solidFill>
                  <a:srgbClr val="CCCCCC"/>
                </a:solidFill>
                <a:latin typeface="Consolas"/>
              </a:rPr>
              <a:t> </a:t>
            </a:r>
            <a:r>
              <a:rPr lang="en-US" sz="900" b="1" err="1">
                <a:solidFill>
                  <a:srgbClr val="DCDCAA"/>
                </a:solidFill>
                <a:latin typeface="Consolas"/>
              </a:rPr>
              <a:t>createConnection</a:t>
            </a:r>
            <a:r>
              <a:rPr lang="en-US" sz="900" b="1">
                <a:solidFill>
                  <a:srgbClr val="CCCCCC"/>
                </a:solidFill>
                <a:latin typeface="Consolas"/>
              </a:rPr>
              <a:t>() {</a:t>
            </a:r>
            <a:endParaRPr lang="en-US" sz="900" b="1"/>
          </a:p>
          <a:p>
            <a:pPr>
              <a:buNone/>
            </a:pPr>
            <a:r>
              <a:rPr lang="en-US" sz="900" b="1">
                <a:solidFill>
                  <a:srgbClr val="CCCCCC"/>
                </a:solidFill>
                <a:latin typeface="Consolas"/>
              </a:rPr>
              <a:t>  </a:t>
            </a:r>
            <a:r>
              <a:rPr lang="en-US" sz="900" b="1" err="1">
                <a:solidFill>
                  <a:srgbClr val="9CDCFE"/>
                </a:solidFill>
                <a:latin typeface="Consolas"/>
              </a:rPr>
              <a:t>dataChannelSend</a:t>
            </a:r>
            <a:r>
              <a:rPr lang="en-US" sz="900" b="1" err="1">
                <a:solidFill>
                  <a:srgbClr val="CCCCCC"/>
                </a:solidFill>
                <a:latin typeface="Consolas"/>
              </a:rPr>
              <a:t>.</a:t>
            </a:r>
            <a:r>
              <a:rPr lang="en-US" sz="900" b="1" err="1">
                <a:solidFill>
                  <a:srgbClr val="9CDCFE"/>
                </a:solidFill>
                <a:latin typeface="Consolas"/>
              </a:rPr>
              <a:t>placeholder</a:t>
            </a:r>
            <a:r>
              <a:rPr lang="en-US" sz="900" b="1">
                <a:solidFill>
                  <a:srgbClr val="CCCCCC"/>
                </a:solidFill>
                <a:latin typeface="Consolas"/>
              </a:rPr>
              <a:t> </a:t>
            </a:r>
            <a:r>
              <a:rPr lang="en-US" sz="900" b="1">
                <a:solidFill>
                  <a:srgbClr val="D4D4D4"/>
                </a:solidFill>
                <a:latin typeface="Consolas"/>
              </a:rPr>
              <a:t>=</a:t>
            </a:r>
            <a:r>
              <a:rPr lang="en-US" sz="900" b="1">
                <a:solidFill>
                  <a:srgbClr val="CCCCCC"/>
                </a:solidFill>
                <a:latin typeface="Consolas"/>
              </a:rPr>
              <a:t> </a:t>
            </a:r>
            <a:r>
              <a:rPr lang="en-US" sz="900" b="1">
                <a:solidFill>
                  <a:srgbClr val="CE9178"/>
                </a:solidFill>
                <a:latin typeface="Consolas"/>
              </a:rPr>
              <a:t>""</a:t>
            </a:r>
            <a:r>
              <a:rPr lang="en-US" sz="900" b="1">
                <a:solidFill>
                  <a:srgbClr val="CCCCCC"/>
                </a:solidFill>
                <a:latin typeface="Consolas"/>
              </a:rPr>
              <a:t>;</a:t>
            </a:r>
            <a:endParaRPr lang="en-US" sz="900" b="1"/>
          </a:p>
          <a:p>
            <a:pPr>
              <a:buNone/>
            </a:pPr>
            <a:r>
              <a:rPr lang="en-US" sz="900" b="1">
                <a:solidFill>
                  <a:srgbClr val="CCCCCC"/>
                </a:solidFill>
                <a:latin typeface="Consolas"/>
              </a:rPr>
              <a:t>  </a:t>
            </a:r>
            <a:r>
              <a:rPr lang="en-US" sz="900" b="1">
                <a:solidFill>
                  <a:srgbClr val="569CD6"/>
                </a:solidFill>
                <a:latin typeface="Consolas"/>
              </a:rPr>
              <a:t>const</a:t>
            </a:r>
            <a:r>
              <a:rPr lang="en-US" sz="900" b="1">
                <a:solidFill>
                  <a:srgbClr val="CCCCCC"/>
                </a:solidFill>
                <a:latin typeface="Consolas"/>
              </a:rPr>
              <a:t> </a:t>
            </a:r>
            <a:r>
              <a:rPr lang="en-US" sz="900" b="1">
                <a:solidFill>
                  <a:srgbClr val="4FC1FF"/>
                </a:solidFill>
                <a:latin typeface="Consolas"/>
              </a:rPr>
              <a:t>servers</a:t>
            </a:r>
            <a:r>
              <a:rPr lang="en-US" sz="900" b="1">
                <a:solidFill>
                  <a:srgbClr val="CCCCCC"/>
                </a:solidFill>
                <a:latin typeface="Consolas"/>
              </a:rPr>
              <a:t> </a:t>
            </a:r>
            <a:r>
              <a:rPr lang="en-US" sz="900" b="1">
                <a:solidFill>
                  <a:srgbClr val="D4D4D4"/>
                </a:solidFill>
                <a:latin typeface="Consolas"/>
              </a:rPr>
              <a:t>=</a:t>
            </a:r>
            <a:r>
              <a:rPr lang="en-US" sz="900" b="1">
                <a:solidFill>
                  <a:srgbClr val="CCCCCC"/>
                </a:solidFill>
                <a:latin typeface="Consolas"/>
              </a:rPr>
              <a:t> </a:t>
            </a:r>
            <a:r>
              <a:rPr lang="en-US" sz="900" b="1">
                <a:solidFill>
                  <a:srgbClr val="569CD6"/>
                </a:solidFill>
                <a:latin typeface="Consolas"/>
              </a:rPr>
              <a:t>null</a:t>
            </a:r>
            <a:r>
              <a:rPr lang="en-US" sz="900" b="1">
                <a:solidFill>
                  <a:srgbClr val="CCCCCC"/>
                </a:solidFill>
                <a:latin typeface="Consolas"/>
              </a:rPr>
              <a:t>;</a:t>
            </a:r>
            <a:endParaRPr lang="en-US" sz="900" b="1"/>
          </a:p>
          <a:p>
            <a:pPr>
              <a:buNone/>
            </a:pPr>
            <a:r>
              <a:rPr lang="en-US" sz="900" b="1">
                <a:solidFill>
                  <a:srgbClr val="CCCCCC"/>
                </a:solidFill>
                <a:latin typeface="Consolas"/>
              </a:rPr>
              <a:t>  </a:t>
            </a:r>
            <a:r>
              <a:rPr lang="en-US" sz="900" b="1" err="1">
                <a:solidFill>
                  <a:srgbClr val="9CDCFE"/>
                </a:solidFill>
                <a:latin typeface="Consolas"/>
              </a:rPr>
              <a:t>window</a:t>
            </a:r>
            <a:r>
              <a:rPr lang="en-US" sz="900" b="1" err="1">
                <a:solidFill>
                  <a:srgbClr val="CCCCCC"/>
                </a:solidFill>
                <a:latin typeface="Consolas"/>
              </a:rPr>
              <a:t>.</a:t>
            </a:r>
            <a:r>
              <a:rPr lang="en-US" sz="900" b="1" err="1">
                <a:solidFill>
                  <a:srgbClr val="9CDCFE"/>
                </a:solidFill>
                <a:latin typeface="Consolas"/>
              </a:rPr>
              <a:t>localConnection</a:t>
            </a:r>
            <a:r>
              <a:rPr lang="en-US" sz="900" b="1">
                <a:solidFill>
                  <a:srgbClr val="CCCCCC"/>
                </a:solidFill>
                <a:latin typeface="Consolas"/>
              </a:rPr>
              <a:t> </a:t>
            </a:r>
            <a:r>
              <a:rPr lang="en-US" sz="900" b="1">
                <a:solidFill>
                  <a:srgbClr val="D4D4D4"/>
                </a:solidFill>
                <a:latin typeface="Consolas"/>
              </a:rPr>
              <a:t>=</a:t>
            </a:r>
            <a:r>
              <a:rPr lang="en-US" sz="900" b="1">
                <a:solidFill>
                  <a:srgbClr val="CCCCCC"/>
                </a:solidFill>
                <a:latin typeface="Consolas"/>
              </a:rPr>
              <a:t> </a:t>
            </a:r>
            <a:r>
              <a:rPr lang="en-US" sz="900" b="1" err="1">
                <a:solidFill>
                  <a:srgbClr val="9CDCFE"/>
                </a:solidFill>
                <a:latin typeface="Consolas"/>
              </a:rPr>
              <a:t>localConnection</a:t>
            </a:r>
            <a:r>
              <a:rPr lang="en-US" sz="900" b="1">
                <a:solidFill>
                  <a:srgbClr val="CCCCCC"/>
                </a:solidFill>
                <a:latin typeface="Consolas"/>
              </a:rPr>
              <a:t> </a:t>
            </a:r>
            <a:r>
              <a:rPr lang="en-US" sz="900" b="1">
                <a:solidFill>
                  <a:srgbClr val="D4D4D4"/>
                </a:solidFill>
                <a:latin typeface="Consolas"/>
              </a:rPr>
              <a:t>=</a:t>
            </a:r>
            <a:r>
              <a:rPr lang="en-US" sz="900" b="1">
                <a:solidFill>
                  <a:srgbClr val="CCCCCC"/>
                </a:solidFill>
                <a:latin typeface="Consolas"/>
              </a:rPr>
              <a:t> </a:t>
            </a:r>
            <a:r>
              <a:rPr lang="en-US" sz="900" b="1">
                <a:solidFill>
                  <a:srgbClr val="569CD6"/>
                </a:solidFill>
                <a:latin typeface="Consolas"/>
              </a:rPr>
              <a:t>new</a:t>
            </a:r>
            <a:r>
              <a:rPr lang="en-US" sz="900" b="1">
                <a:solidFill>
                  <a:srgbClr val="CCCCCC"/>
                </a:solidFill>
                <a:latin typeface="Consolas"/>
              </a:rPr>
              <a:t> </a:t>
            </a:r>
            <a:r>
              <a:rPr lang="en-US" sz="900" b="1" err="1">
                <a:solidFill>
                  <a:srgbClr val="4EC9B0"/>
                </a:solidFill>
                <a:latin typeface="Consolas"/>
              </a:rPr>
              <a:t>RTCPeerConnection</a:t>
            </a:r>
            <a:r>
              <a:rPr lang="en-US" sz="900" b="1">
                <a:solidFill>
                  <a:srgbClr val="CCCCCC"/>
                </a:solidFill>
                <a:latin typeface="Consolas"/>
              </a:rPr>
              <a:t>(</a:t>
            </a:r>
            <a:r>
              <a:rPr lang="en-US" sz="900" b="1">
                <a:solidFill>
                  <a:srgbClr val="4FC1FF"/>
                </a:solidFill>
                <a:latin typeface="Consolas"/>
              </a:rPr>
              <a:t>servers</a:t>
            </a:r>
            <a:r>
              <a:rPr lang="en-US" sz="900" b="1">
                <a:solidFill>
                  <a:srgbClr val="CCCCCC"/>
                </a:solidFill>
                <a:latin typeface="Consolas"/>
              </a:rPr>
              <a:t>);</a:t>
            </a:r>
            <a:endParaRPr lang="en-US" sz="1000" b="1">
              <a:solidFill>
                <a:srgbClr val="494949"/>
              </a:solidFill>
            </a:endParaRPr>
          </a:p>
          <a:p>
            <a:pPr>
              <a:buNone/>
            </a:pPr>
            <a:r>
              <a:rPr lang="en-US" sz="900" b="1">
                <a:solidFill>
                  <a:srgbClr val="9CDCFE"/>
                </a:solidFill>
                <a:latin typeface="Consolas"/>
              </a:rPr>
              <a:t>  console</a:t>
            </a:r>
            <a:r>
              <a:rPr lang="en-US" sz="900" b="1">
                <a:solidFill>
                  <a:srgbClr val="CCCCCC"/>
                </a:solidFill>
                <a:latin typeface="Consolas"/>
              </a:rPr>
              <a:t>.</a:t>
            </a:r>
            <a:r>
              <a:rPr lang="en-US" sz="900" b="1">
                <a:solidFill>
                  <a:srgbClr val="DCDCAA"/>
                </a:solidFill>
                <a:latin typeface="Consolas"/>
              </a:rPr>
              <a:t>log</a:t>
            </a:r>
            <a:r>
              <a:rPr lang="en-US" sz="900" b="1">
                <a:solidFill>
                  <a:srgbClr val="CCCCCC"/>
                </a:solidFill>
                <a:latin typeface="Consolas"/>
              </a:rPr>
              <a:t>(</a:t>
            </a:r>
            <a:r>
              <a:rPr lang="en-US" sz="900" b="1">
                <a:solidFill>
                  <a:srgbClr val="CE9178"/>
                </a:solidFill>
                <a:latin typeface="Consolas"/>
              </a:rPr>
              <a:t>"Created local peer connection object </a:t>
            </a:r>
            <a:r>
              <a:rPr lang="en-US" sz="900" b="1" err="1">
                <a:solidFill>
                  <a:srgbClr val="CE9178"/>
                </a:solidFill>
                <a:latin typeface="Consolas"/>
              </a:rPr>
              <a:t>localConnection</a:t>
            </a:r>
            <a:r>
              <a:rPr lang="en-US" sz="900" b="1">
                <a:solidFill>
                  <a:srgbClr val="CE9178"/>
                </a:solidFill>
                <a:latin typeface="Consolas"/>
              </a:rPr>
              <a:t>"</a:t>
            </a:r>
            <a:r>
              <a:rPr lang="en-US" sz="900" b="1">
                <a:solidFill>
                  <a:srgbClr val="CCCCCC"/>
                </a:solidFill>
                <a:latin typeface="Consolas"/>
              </a:rPr>
              <a:t>);</a:t>
            </a:r>
            <a:br>
              <a:rPr lang="en-US" b="1"/>
            </a:br>
            <a:endParaRPr lang="en-US" sz="1000" b="1"/>
          </a:p>
          <a:p>
            <a:pPr>
              <a:buNone/>
            </a:pPr>
            <a:r>
              <a:rPr lang="en-US" sz="900" b="1">
                <a:solidFill>
                  <a:srgbClr val="CCCCCC"/>
                </a:solidFill>
                <a:latin typeface="Consolas"/>
              </a:rPr>
              <a:t>  </a:t>
            </a:r>
            <a:r>
              <a:rPr lang="en-US" sz="900" b="1" err="1">
                <a:solidFill>
                  <a:srgbClr val="9CDCFE"/>
                </a:solidFill>
                <a:latin typeface="Consolas"/>
              </a:rPr>
              <a:t>sendChannel</a:t>
            </a:r>
            <a:r>
              <a:rPr lang="en-US" sz="900" b="1">
                <a:solidFill>
                  <a:srgbClr val="CCCCCC"/>
                </a:solidFill>
                <a:latin typeface="Consolas"/>
              </a:rPr>
              <a:t> </a:t>
            </a:r>
            <a:r>
              <a:rPr lang="en-US" sz="900" b="1">
                <a:solidFill>
                  <a:srgbClr val="D4D4D4"/>
                </a:solidFill>
                <a:latin typeface="Consolas"/>
              </a:rPr>
              <a:t>=</a:t>
            </a:r>
            <a:r>
              <a:rPr lang="en-US" sz="900" b="1">
                <a:solidFill>
                  <a:srgbClr val="CCCCCC"/>
                </a:solidFill>
                <a:latin typeface="Consolas"/>
              </a:rPr>
              <a:t> </a:t>
            </a:r>
            <a:r>
              <a:rPr lang="en-US" sz="900" b="1" err="1">
                <a:solidFill>
                  <a:srgbClr val="9CDCFE"/>
                </a:solidFill>
                <a:latin typeface="Consolas"/>
              </a:rPr>
              <a:t>localConnection</a:t>
            </a:r>
            <a:r>
              <a:rPr lang="en-US" sz="900" b="1" err="1">
                <a:solidFill>
                  <a:srgbClr val="CCCCCC"/>
                </a:solidFill>
                <a:latin typeface="Consolas"/>
              </a:rPr>
              <a:t>.</a:t>
            </a:r>
            <a:r>
              <a:rPr lang="en-US" sz="900" b="1" err="1">
                <a:solidFill>
                  <a:srgbClr val="DCDCAA"/>
                </a:solidFill>
                <a:latin typeface="Consolas"/>
              </a:rPr>
              <a:t>createDataChannel</a:t>
            </a:r>
            <a:r>
              <a:rPr lang="en-US" sz="900" b="1">
                <a:solidFill>
                  <a:srgbClr val="CCCCCC"/>
                </a:solidFill>
                <a:latin typeface="Consolas"/>
              </a:rPr>
              <a:t>(</a:t>
            </a:r>
            <a:r>
              <a:rPr lang="en-US" sz="900" b="1">
                <a:solidFill>
                  <a:srgbClr val="CE9178"/>
                </a:solidFill>
                <a:latin typeface="Consolas"/>
              </a:rPr>
              <a:t>"</a:t>
            </a:r>
            <a:r>
              <a:rPr lang="en-US" sz="900" b="1" err="1">
                <a:solidFill>
                  <a:srgbClr val="CE9178"/>
                </a:solidFill>
                <a:latin typeface="Consolas"/>
              </a:rPr>
              <a:t>sendDataChannel</a:t>
            </a:r>
            <a:r>
              <a:rPr lang="en-US" sz="900" b="1">
                <a:solidFill>
                  <a:srgbClr val="CE9178"/>
                </a:solidFill>
                <a:latin typeface="Consolas"/>
              </a:rPr>
              <a:t>"</a:t>
            </a:r>
            <a:r>
              <a:rPr lang="en-US" sz="900" b="1">
                <a:solidFill>
                  <a:srgbClr val="CCCCCC"/>
                </a:solidFill>
                <a:latin typeface="Consolas"/>
              </a:rPr>
              <a:t>);</a:t>
            </a:r>
            <a:endParaRPr lang="en-US" sz="900" b="1"/>
          </a:p>
          <a:p>
            <a:pPr>
              <a:buNone/>
            </a:pPr>
            <a:r>
              <a:rPr lang="en-US" sz="900" b="1">
                <a:solidFill>
                  <a:srgbClr val="CCCCCC"/>
                </a:solidFill>
                <a:latin typeface="Consolas"/>
              </a:rPr>
              <a:t>  </a:t>
            </a:r>
            <a:r>
              <a:rPr lang="en-US" sz="900" b="1">
                <a:solidFill>
                  <a:srgbClr val="9CDCFE"/>
                </a:solidFill>
                <a:latin typeface="Consolas"/>
              </a:rPr>
              <a:t>console</a:t>
            </a:r>
            <a:r>
              <a:rPr lang="en-US" sz="900" b="1">
                <a:solidFill>
                  <a:srgbClr val="CCCCCC"/>
                </a:solidFill>
                <a:latin typeface="Consolas"/>
              </a:rPr>
              <a:t>.</a:t>
            </a:r>
            <a:r>
              <a:rPr lang="en-US" sz="900" b="1">
                <a:solidFill>
                  <a:srgbClr val="DCDCAA"/>
                </a:solidFill>
                <a:latin typeface="Consolas"/>
              </a:rPr>
              <a:t>log</a:t>
            </a:r>
            <a:r>
              <a:rPr lang="en-US" sz="900" b="1">
                <a:solidFill>
                  <a:srgbClr val="CCCCCC"/>
                </a:solidFill>
                <a:latin typeface="Consolas"/>
              </a:rPr>
              <a:t>(</a:t>
            </a:r>
            <a:r>
              <a:rPr lang="en-US" sz="900" b="1">
                <a:solidFill>
                  <a:srgbClr val="CE9178"/>
                </a:solidFill>
                <a:latin typeface="Consolas"/>
              </a:rPr>
              <a:t>"Created send data channel"</a:t>
            </a:r>
            <a:r>
              <a:rPr lang="en-US" sz="900" b="1">
                <a:solidFill>
                  <a:srgbClr val="CCCCCC"/>
                </a:solidFill>
                <a:latin typeface="Consolas"/>
              </a:rPr>
              <a:t>);</a:t>
            </a:r>
            <a:br>
              <a:rPr lang="en-US" b="1"/>
            </a:br>
            <a:endParaRPr lang="en-US" sz="1000" b="1"/>
          </a:p>
          <a:p>
            <a:pPr>
              <a:buNone/>
            </a:pPr>
            <a:r>
              <a:rPr lang="en-US" sz="900" b="1">
                <a:solidFill>
                  <a:srgbClr val="CCCCCC"/>
                </a:solidFill>
                <a:latin typeface="Consolas"/>
              </a:rPr>
              <a:t>  </a:t>
            </a:r>
            <a:r>
              <a:rPr lang="en-US" sz="900" b="1" err="1">
                <a:solidFill>
                  <a:srgbClr val="9CDCFE"/>
                </a:solidFill>
                <a:latin typeface="Consolas"/>
              </a:rPr>
              <a:t>localConnection</a:t>
            </a:r>
            <a:r>
              <a:rPr lang="en-US" sz="900" b="1" err="1">
                <a:solidFill>
                  <a:srgbClr val="CCCCCC"/>
                </a:solidFill>
                <a:latin typeface="Consolas"/>
              </a:rPr>
              <a:t>.</a:t>
            </a:r>
            <a:r>
              <a:rPr lang="en-US" sz="900" b="1" err="1">
                <a:solidFill>
                  <a:srgbClr val="DCDCAA"/>
                </a:solidFill>
                <a:latin typeface="Consolas"/>
              </a:rPr>
              <a:t>onicecandidate</a:t>
            </a:r>
            <a:r>
              <a:rPr lang="en-US" sz="900" b="1">
                <a:solidFill>
                  <a:srgbClr val="CCCCCC"/>
                </a:solidFill>
                <a:latin typeface="Consolas"/>
              </a:rPr>
              <a:t> </a:t>
            </a:r>
            <a:r>
              <a:rPr lang="en-US" sz="900" b="1">
                <a:solidFill>
                  <a:srgbClr val="D4D4D4"/>
                </a:solidFill>
                <a:latin typeface="Consolas"/>
              </a:rPr>
              <a:t>=</a:t>
            </a:r>
            <a:r>
              <a:rPr lang="en-US" sz="900" b="1">
                <a:solidFill>
                  <a:srgbClr val="CCCCCC"/>
                </a:solidFill>
                <a:latin typeface="Consolas"/>
              </a:rPr>
              <a:t> (</a:t>
            </a:r>
            <a:r>
              <a:rPr lang="en-US" sz="900" b="1">
                <a:solidFill>
                  <a:srgbClr val="9CDCFE"/>
                </a:solidFill>
                <a:latin typeface="Consolas"/>
              </a:rPr>
              <a:t>e</a:t>
            </a:r>
            <a:r>
              <a:rPr lang="en-US" sz="900" b="1">
                <a:solidFill>
                  <a:srgbClr val="CCCCCC"/>
                </a:solidFill>
                <a:latin typeface="Consolas"/>
              </a:rPr>
              <a:t>) </a:t>
            </a:r>
            <a:r>
              <a:rPr lang="en-US" sz="900" b="1">
                <a:solidFill>
                  <a:srgbClr val="569CD6"/>
                </a:solidFill>
                <a:latin typeface="Consolas"/>
              </a:rPr>
              <a:t>=&gt;</a:t>
            </a:r>
            <a:r>
              <a:rPr lang="en-US" sz="900" b="1">
                <a:solidFill>
                  <a:srgbClr val="CCCCCC"/>
                </a:solidFill>
                <a:latin typeface="Consolas"/>
              </a:rPr>
              <a:t> {</a:t>
            </a:r>
            <a:endParaRPr lang="en-US" sz="900" b="1"/>
          </a:p>
          <a:p>
            <a:pPr>
              <a:buNone/>
            </a:pPr>
            <a:r>
              <a:rPr lang="en-US" sz="900" b="1">
                <a:solidFill>
                  <a:srgbClr val="CCCCCC"/>
                </a:solidFill>
                <a:latin typeface="Consolas"/>
              </a:rPr>
              <a:t>    </a:t>
            </a:r>
            <a:r>
              <a:rPr lang="en-US" sz="900" b="1" err="1">
                <a:solidFill>
                  <a:srgbClr val="DCDCAA"/>
                </a:solidFill>
                <a:latin typeface="Consolas"/>
              </a:rPr>
              <a:t>onIceCandidate</a:t>
            </a:r>
            <a:r>
              <a:rPr lang="en-US" sz="900" b="1">
                <a:solidFill>
                  <a:srgbClr val="CCCCCC"/>
                </a:solidFill>
                <a:latin typeface="Consolas"/>
              </a:rPr>
              <a:t>(</a:t>
            </a:r>
            <a:r>
              <a:rPr lang="en-US" sz="900" b="1" err="1">
                <a:solidFill>
                  <a:srgbClr val="9CDCFE"/>
                </a:solidFill>
                <a:latin typeface="Consolas"/>
              </a:rPr>
              <a:t>localConnection</a:t>
            </a:r>
            <a:r>
              <a:rPr lang="en-US" sz="900" b="1">
                <a:solidFill>
                  <a:srgbClr val="CCCCCC"/>
                </a:solidFill>
                <a:latin typeface="Consolas"/>
              </a:rPr>
              <a:t>, </a:t>
            </a:r>
            <a:r>
              <a:rPr lang="en-US" sz="900" b="1">
                <a:solidFill>
                  <a:srgbClr val="9CDCFE"/>
                </a:solidFill>
                <a:latin typeface="Consolas"/>
              </a:rPr>
              <a:t>e</a:t>
            </a:r>
            <a:r>
              <a:rPr lang="en-US" sz="900" b="1">
                <a:solidFill>
                  <a:srgbClr val="CCCCCC"/>
                </a:solidFill>
                <a:latin typeface="Consolas"/>
              </a:rPr>
              <a:t>);</a:t>
            </a:r>
            <a:endParaRPr lang="en-US" sz="900" b="1"/>
          </a:p>
          <a:p>
            <a:pPr>
              <a:buNone/>
            </a:pPr>
            <a:r>
              <a:rPr lang="en-US" sz="900" b="1">
                <a:solidFill>
                  <a:srgbClr val="CCCCCC"/>
                </a:solidFill>
                <a:latin typeface="Consolas"/>
              </a:rPr>
              <a:t>  };</a:t>
            </a:r>
            <a:br>
              <a:rPr lang="en-US" sz="900" b="1">
                <a:latin typeface="Consolas"/>
              </a:rPr>
            </a:br>
            <a:endParaRPr lang="en-US" sz="900" b="1"/>
          </a:p>
          <a:p>
            <a:pPr>
              <a:buNone/>
            </a:pPr>
            <a:r>
              <a:rPr lang="en-US" sz="900" b="1">
                <a:solidFill>
                  <a:srgbClr val="CCCCCC"/>
                </a:solidFill>
                <a:latin typeface="Consolas"/>
              </a:rPr>
              <a:t>  </a:t>
            </a:r>
            <a:r>
              <a:rPr lang="en-US" sz="900" b="1" err="1">
                <a:solidFill>
                  <a:srgbClr val="9CDCFE"/>
                </a:solidFill>
                <a:latin typeface="Consolas"/>
              </a:rPr>
              <a:t>sendChannel</a:t>
            </a:r>
            <a:r>
              <a:rPr lang="en-US" sz="900" b="1" err="1">
                <a:solidFill>
                  <a:srgbClr val="CCCCCC"/>
                </a:solidFill>
                <a:latin typeface="Consolas"/>
              </a:rPr>
              <a:t>.</a:t>
            </a:r>
            <a:r>
              <a:rPr lang="en-US" sz="900" b="1" err="1">
                <a:solidFill>
                  <a:srgbClr val="9CDCFE"/>
                </a:solidFill>
                <a:latin typeface="Consolas"/>
              </a:rPr>
              <a:t>onopen</a:t>
            </a:r>
            <a:r>
              <a:rPr lang="en-US" sz="900" b="1">
                <a:solidFill>
                  <a:srgbClr val="CCCCCC"/>
                </a:solidFill>
                <a:latin typeface="Consolas"/>
              </a:rPr>
              <a:t> </a:t>
            </a:r>
            <a:r>
              <a:rPr lang="en-US" sz="900" b="1">
                <a:solidFill>
                  <a:srgbClr val="D4D4D4"/>
                </a:solidFill>
                <a:latin typeface="Consolas"/>
              </a:rPr>
              <a:t>=</a:t>
            </a:r>
            <a:r>
              <a:rPr lang="en-US" sz="900" b="1">
                <a:solidFill>
                  <a:srgbClr val="CCCCCC"/>
                </a:solidFill>
                <a:latin typeface="Consolas"/>
              </a:rPr>
              <a:t> </a:t>
            </a:r>
            <a:r>
              <a:rPr lang="en-US" sz="900" b="1" err="1">
                <a:solidFill>
                  <a:srgbClr val="9CDCFE"/>
                </a:solidFill>
                <a:latin typeface="Consolas"/>
              </a:rPr>
              <a:t>onSendChannelStateChange</a:t>
            </a:r>
            <a:r>
              <a:rPr lang="en-US" sz="900" b="1">
                <a:solidFill>
                  <a:srgbClr val="CCCCCC"/>
                </a:solidFill>
                <a:latin typeface="Consolas"/>
              </a:rPr>
              <a:t>;</a:t>
            </a:r>
            <a:endParaRPr lang="en-US" sz="900" b="1"/>
          </a:p>
          <a:p>
            <a:pPr>
              <a:buNone/>
            </a:pPr>
            <a:r>
              <a:rPr lang="en-US" sz="900" b="1">
                <a:solidFill>
                  <a:srgbClr val="CCCCCC"/>
                </a:solidFill>
                <a:latin typeface="Consolas"/>
              </a:rPr>
              <a:t>  </a:t>
            </a:r>
            <a:r>
              <a:rPr lang="en-US" sz="900" b="1" err="1">
                <a:solidFill>
                  <a:srgbClr val="9CDCFE"/>
                </a:solidFill>
                <a:latin typeface="Consolas"/>
              </a:rPr>
              <a:t>sendChannel</a:t>
            </a:r>
            <a:r>
              <a:rPr lang="en-US" sz="900" b="1" err="1">
                <a:solidFill>
                  <a:srgbClr val="CCCCCC"/>
                </a:solidFill>
                <a:latin typeface="Consolas"/>
              </a:rPr>
              <a:t>.</a:t>
            </a:r>
            <a:r>
              <a:rPr lang="en-US" sz="900" b="1" err="1">
                <a:solidFill>
                  <a:srgbClr val="9CDCFE"/>
                </a:solidFill>
                <a:latin typeface="Consolas"/>
              </a:rPr>
              <a:t>onclose</a:t>
            </a:r>
            <a:r>
              <a:rPr lang="en-US" sz="900" b="1">
                <a:solidFill>
                  <a:srgbClr val="CCCCCC"/>
                </a:solidFill>
                <a:latin typeface="Consolas"/>
              </a:rPr>
              <a:t> </a:t>
            </a:r>
            <a:r>
              <a:rPr lang="en-US" sz="900" b="1">
                <a:solidFill>
                  <a:srgbClr val="D4D4D4"/>
                </a:solidFill>
                <a:latin typeface="Consolas"/>
              </a:rPr>
              <a:t>=</a:t>
            </a:r>
            <a:r>
              <a:rPr lang="en-US" sz="900" b="1">
                <a:solidFill>
                  <a:srgbClr val="CCCCCC"/>
                </a:solidFill>
                <a:latin typeface="Consolas"/>
              </a:rPr>
              <a:t> </a:t>
            </a:r>
            <a:r>
              <a:rPr lang="en-US" sz="900" b="1" err="1">
                <a:solidFill>
                  <a:srgbClr val="9CDCFE"/>
                </a:solidFill>
                <a:latin typeface="Consolas"/>
              </a:rPr>
              <a:t>onSendChannelStateChange</a:t>
            </a:r>
            <a:r>
              <a:rPr lang="en-US" sz="900" b="1">
                <a:solidFill>
                  <a:srgbClr val="CCCCCC"/>
                </a:solidFill>
                <a:latin typeface="Consolas"/>
              </a:rPr>
              <a:t>;</a:t>
            </a:r>
            <a:endParaRPr lang="en-US" sz="900" b="1"/>
          </a:p>
          <a:p>
            <a:pPr>
              <a:buNone/>
            </a:pPr>
            <a:r>
              <a:rPr lang="en-US" b="1"/>
              <a:t> </a:t>
            </a:r>
            <a:br>
              <a:rPr lang="en-US" b="1"/>
            </a:br>
            <a:endParaRPr lang="en-US" sz="1000" b="1"/>
          </a:p>
          <a:p>
            <a:pPr marL="139700" indent="0">
              <a:buNone/>
            </a:pPr>
            <a:endParaRPr lang="en-US" sz="1100" b="1"/>
          </a:p>
        </p:txBody>
      </p:sp>
      <p:sp>
        <p:nvSpPr>
          <p:cNvPr id="4" name="Subtitle 3">
            <a:extLst>
              <a:ext uri="{FF2B5EF4-FFF2-40B4-BE49-F238E27FC236}">
                <a16:creationId xmlns:a16="http://schemas.microsoft.com/office/drawing/2014/main" id="{239552F5-32EE-9DF7-9FE8-7F596DDA5781}"/>
              </a:ext>
            </a:extLst>
          </p:cNvPr>
          <p:cNvSpPr>
            <a:spLocks noGrp="1"/>
          </p:cNvSpPr>
          <p:nvPr>
            <p:ph type="body" idx="4294967295"/>
          </p:nvPr>
        </p:nvSpPr>
        <p:spPr>
          <a:xfrm>
            <a:off x="3764966" y="2509921"/>
            <a:ext cx="6085890" cy="2132931"/>
          </a:xfrm>
          <a:prstGeom prst="rect">
            <a:avLst/>
          </a:prstGeom>
        </p:spPr>
        <p:txBody>
          <a:bodyPr lIns="91440" tIns="45720" rIns="91440" bIns="45720" anchor="t"/>
          <a:lstStyle/>
          <a:p>
            <a:pPr>
              <a:buNone/>
            </a:pPr>
            <a:endParaRPr lang="en-US" sz="1000" b="1">
              <a:solidFill>
                <a:srgbClr val="3D3D3D"/>
              </a:solidFill>
              <a:latin typeface="Segoe UI"/>
              <a:cs typeface="Segoe UI"/>
            </a:endParaRPr>
          </a:p>
          <a:p>
            <a:pPr>
              <a:buNone/>
            </a:pPr>
            <a:r>
              <a:rPr lang="en-US" sz="900" b="1">
                <a:solidFill>
                  <a:srgbClr val="CCCCCC"/>
                </a:solidFill>
                <a:latin typeface="Consolas"/>
              </a:rPr>
              <a:t>  </a:t>
            </a:r>
            <a:r>
              <a:rPr lang="en-US" sz="900" b="1" err="1">
                <a:solidFill>
                  <a:srgbClr val="9CDCFE"/>
                </a:solidFill>
                <a:latin typeface="Consolas"/>
              </a:rPr>
              <a:t>window</a:t>
            </a:r>
            <a:r>
              <a:rPr lang="en-US" sz="900" b="1" err="1">
                <a:solidFill>
                  <a:srgbClr val="CCCCCC"/>
                </a:solidFill>
                <a:latin typeface="Consolas"/>
              </a:rPr>
              <a:t>.</a:t>
            </a:r>
            <a:r>
              <a:rPr lang="en-US" sz="900" b="1" err="1">
                <a:solidFill>
                  <a:srgbClr val="9CDCFE"/>
                </a:solidFill>
                <a:latin typeface="Consolas"/>
              </a:rPr>
              <a:t>remoteConnection</a:t>
            </a:r>
            <a:r>
              <a:rPr lang="en-US" sz="900" b="1">
                <a:solidFill>
                  <a:srgbClr val="CCCCCC"/>
                </a:solidFill>
                <a:latin typeface="Consolas"/>
              </a:rPr>
              <a:t> </a:t>
            </a:r>
            <a:r>
              <a:rPr lang="en-US" sz="900" b="1">
                <a:solidFill>
                  <a:srgbClr val="D4D4D4"/>
                </a:solidFill>
                <a:latin typeface="Consolas"/>
              </a:rPr>
              <a:t>=</a:t>
            </a:r>
            <a:r>
              <a:rPr lang="en-US" sz="900" b="1">
                <a:solidFill>
                  <a:srgbClr val="CCCCCC"/>
                </a:solidFill>
                <a:latin typeface="Consolas"/>
              </a:rPr>
              <a:t> </a:t>
            </a:r>
            <a:r>
              <a:rPr lang="en-US" sz="900" b="1" err="1">
                <a:solidFill>
                  <a:srgbClr val="9CDCFE"/>
                </a:solidFill>
                <a:latin typeface="Consolas"/>
              </a:rPr>
              <a:t>remoteConnection</a:t>
            </a:r>
            <a:r>
              <a:rPr lang="en-US" sz="900" b="1">
                <a:solidFill>
                  <a:srgbClr val="CCCCCC"/>
                </a:solidFill>
                <a:latin typeface="Consolas"/>
              </a:rPr>
              <a:t> </a:t>
            </a:r>
            <a:r>
              <a:rPr lang="en-US" sz="900" b="1">
                <a:solidFill>
                  <a:srgbClr val="D4D4D4"/>
                </a:solidFill>
                <a:latin typeface="Consolas"/>
              </a:rPr>
              <a:t>=</a:t>
            </a:r>
            <a:r>
              <a:rPr lang="en-US" sz="900" b="1">
                <a:solidFill>
                  <a:srgbClr val="CCCCCC"/>
                </a:solidFill>
                <a:latin typeface="Consolas"/>
              </a:rPr>
              <a:t> </a:t>
            </a:r>
            <a:r>
              <a:rPr lang="en-US" sz="900" b="1">
                <a:solidFill>
                  <a:srgbClr val="569CD6"/>
                </a:solidFill>
                <a:latin typeface="Consolas"/>
              </a:rPr>
              <a:t>new</a:t>
            </a:r>
            <a:r>
              <a:rPr lang="en-US" sz="900" b="1">
                <a:solidFill>
                  <a:srgbClr val="CCCCCC"/>
                </a:solidFill>
                <a:latin typeface="Consolas"/>
              </a:rPr>
              <a:t> </a:t>
            </a:r>
            <a:r>
              <a:rPr lang="en-US" sz="900" b="1" err="1">
                <a:solidFill>
                  <a:srgbClr val="4EC9B0"/>
                </a:solidFill>
                <a:latin typeface="Consolas"/>
              </a:rPr>
              <a:t>RTCPeerConnection</a:t>
            </a:r>
            <a:r>
              <a:rPr lang="en-US" sz="900" b="1">
                <a:solidFill>
                  <a:srgbClr val="CCCCCC"/>
                </a:solidFill>
                <a:latin typeface="Consolas"/>
              </a:rPr>
              <a:t>(</a:t>
            </a:r>
            <a:r>
              <a:rPr lang="en-US" sz="900" b="1">
                <a:solidFill>
                  <a:srgbClr val="4FC1FF"/>
                </a:solidFill>
                <a:latin typeface="Consolas"/>
              </a:rPr>
              <a:t>servers</a:t>
            </a:r>
            <a:r>
              <a:rPr lang="en-US" sz="900" b="1">
                <a:solidFill>
                  <a:srgbClr val="CCCCCC"/>
                </a:solidFill>
                <a:latin typeface="Consolas"/>
              </a:rPr>
              <a:t>);</a:t>
            </a:r>
            <a:endParaRPr lang="en-US" sz="900" b="1">
              <a:solidFill>
                <a:srgbClr val="3D3D3D"/>
              </a:solidFill>
              <a:latin typeface="Consolas"/>
            </a:endParaRPr>
          </a:p>
          <a:p>
            <a:r>
              <a:rPr lang="en-US" sz="900" b="1">
                <a:solidFill>
                  <a:srgbClr val="CCCCCC"/>
                </a:solidFill>
                <a:latin typeface="Consolas"/>
              </a:rPr>
              <a:t>  </a:t>
            </a:r>
            <a:r>
              <a:rPr lang="en-US" sz="900" b="1">
                <a:solidFill>
                  <a:srgbClr val="9CDCFE"/>
                </a:solidFill>
                <a:latin typeface="Consolas"/>
              </a:rPr>
              <a:t>console</a:t>
            </a:r>
            <a:r>
              <a:rPr lang="en-US" sz="900" b="1">
                <a:solidFill>
                  <a:srgbClr val="CCCCCC"/>
                </a:solidFill>
                <a:latin typeface="Consolas"/>
              </a:rPr>
              <a:t>.</a:t>
            </a:r>
            <a:r>
              <a:rPr lang="en-US" sz="900" b="1">
                <a:solidFill>
                  <a:srgbClr val="DCDCAA"/>
                </a:solidFill>
                <a:latin typeface="Consolas"/>
              </a:rPr>
              <a:t>log</a:t>
            </a:r>
            <a:r>
              <a:rPr lang="en-US" sz="900" b="1">
                <a:solidFill>
                  <a:srgbClr val="CCCCCC"/>
                </a:solidFill>
                <a:latin typeface="Consolas"/>
              </a:rPr>
              <a:t>(</a:t>
            </a:r>
            <a:r>
              <a:rPr lang="en-US" sz="900" b="1">
                <a:solidFill>
                  <a:srgbClr val="CE9178"/>
                </a:solidFill>
                <a:latin typeface="Consolas"/>
              </a:rPr>
              <a:t>"Created remote peer connection object </a:t>
            </a:r>
            <a:r>
              <a:rPr lang="en-US" sz="900" b="1" err="1">
                <a:solidFill>
                  <a:srgbClr val="CE9178"/>
                </a:solidFill>
                <a:latin typeface="Consolas"/>
              </a:rPr>
              <a:t>remoteConnection</a:t>
            </a:r>
            <a:r>
              <a:rPr lang="en-US" sz="900" b="1">
                <a:solidFill>
                  <a:srgbClr val="CE9178"/>
                </a:solidFill>
                <a:latin typeface="Consolas"/>
              </a:rPr>
              <a:t>"</a:t>
            </a:r>
            <a:r>
              <a:rPr lang="en-US" sz="900" b="1">
                <a:solidFill>
                  <a:srgbClr val="CCCCCC"/>
                </a:solidFill>
                <a:latin typeface="Consolas"/>
              </a:rPr>
              <a:t>);</a:t>
            </a:r>
            <a:br>
              <a:rPr lang="en-US" sz="900" b="1">
                <a:latin typeface="Consolas"/>
              </a:rPr>
            </a:br>
            <a:endParaRPr lang="en-US" sz="900" b="1">
              <a:solidFill>
                <a:srgbClr val="3D3D3D"/>
              </a:solidFill>
              <a:latin typeface="Consolas"/>
            </a:endParaRPr>
          </a:p>
          <a:p>
            <a:pPr>
              <a:buNone/>
            </a:pPr>
            <a:r>
              <a:rPr lang="en-US" sz="900" b="1">
                <a:solidFill>
                  <a:srgbClr val="CCCCCC"/>
                </a:solidFill>
                <a:latin typeface="Consolas"/>
              </a:rPr>
              <a:t>  </a:t>
            </a:r>
            <a:r>
              <a:rPr lang="en-US" sz="900" b="1" err="1">
                <a:solidFill>
                  <a:srgbClr val="9CDCFE"/>
                </a:solidFill>
                <a:latin typeface="Consolas"/>
              </a:rPr>
              <a:t>remoteConnection</a:t>
            </a:r>
            <a:r>
              <a:rPr lang="en-US" sz="900" b="1" err="1">
                <a:solidFill>
                  <a:srgbClr val="CCCCCC"/>
                </a:solidFill>
                <a:latin typeface="Consolas"/>
              </a:rPr>
              <a:t>.</a:t>
            </a:r>
            <a:r>
              <a:rPr lang="en-US" sz="900" b="1" err="1">
                <a:solidFill>
                  <a:srgbClr val="DCDCAA"/>
                </a:solidFill>
                <a:latin typeface="Consolas"/>
              </a:rPr>
              <a:t>onicecandidate</a:t>
            </a:r>
            <a:r>
              <a:rPr lang="en-US" sz="900" b="1">
                <a:solidFill>
                  <a:srgbClr val="CCCCCC"/>
                </a:solidFill>
                <a:latin typeface="Consolas"/>
              </a:rPr>
              <a:t> </a:t>
            </a:r>
            <a:r>
              <a:rPr lang="en-US" sz="900" b="1">
                <a:solidFill>
                  <a:srgbClr val="D4D4D4"/>
                </a:solidFill>
                <a:latin typeface="Consolas"/>
              </a:rPr>
              <a:t>=</a:t>
            </a:r>
            <a:r>
              <a:rPr lang="en-US" sz="900" b="1">
                <a:solidFill>
                  <a:srgbClr val="CCCCCC"/>
                </a:solidFill>
                <a:latin typeface="Consolas"/>
              </a:rPr>
              <a:t> (</a:t>
            </a:r>
            <a:r>
              <a:rPr lang="en-US" sz="900" b="1">
                <a:solidFill>
                  <a:srgbClr val="9CDCFE"/>
                </a:solidFill>
                <a:latin typeface="Consolas"/>
              </a:rPr>
              <a:t>e</a:t>
            </a:r>
            <a:r>
              <a:rPr lang="en-US" sz="900" b="1">
                <a:solidFill>
                  <a:srgbClr val="CCCCCC"/>
                </a:solidFill>
                <a:latin typeface="Consolas"/>
              </a:rPr>
              <a:t>) </a:t>
            </a:r>
            <a:r>
              <a:rPr lang="en-US" sz="900" b="1">
                <a:solidFill>
                  <a:srgbClr val="569CD6"/>
                </a:solidFill>
                <a:latin typeface="Consolas"/>
              </a:rPr>
              <a:t>=&gt;</a:t>
            </a:r>
            <a:r>
              <a:rPr lang="en-US" sz="900" b="1">
                <a:solidFill>
                  <a:srgbClr val="CCCCCC"/>
                </a:solidFill>
                <a:latin typeface="Consolas"/>
              </a:rPr>
              <a:t> {</a:t>
            </a:r>
            <a:endParaRPr lang="en-US" sz="900" b="1">
              <a:solidFill>
                <a:srgbClr val="3D3D3D"/>
              </a:solidFill>
              <a:latin typeface="Consolas"/>
            </a:endParaRPr>
          </a:p>
          <a:p>
            <a:pPr>
              <a:buNone/>
            </a:pPr>
            <a:r>
              <a:rPr lang="en-US" sz="900" b="1">
                <a:solidFill>
                  <a:srgbClr val="CCCCCC"/>
                </a:solidFill>
                <a:latin typeface="Consolas"/>
              </a:rPr>
              <a:t>    </a:t>
            </a:r>
            <a:r>
              <a:rPr lang="en-US" sz="900" b="1" err="1">
                <a:solidFill>
                  <a:srgbClr val="DCDCAA"/>
                </a:solidFill>
                <a:latin typeface="Consolas"/>
              </a:rPr>
              <a:t>onIceCandidate</a:t>
            </a:r>
            <a:r>
              <a:rPr lang="en-US" sz="900" b="1">
                <a:solidFill>
                  <a:srgbClr val="CCCCCC"/>
                </a:solidFill>
                <a:latin typeface="Consolas"/>
              </a:rPr>
              <a:t>(</a:t>
            </a:r>
            <a:r>
              <a:rPr lang="en-US" sz="900" b="1" err="1">
                <a:solidFill>
                  <a:srgbClr val="9CDCFE"/>
                </a:solidFill>
                <a:latin typeface="Consolas"/>
              </a:rPr>
              <a:t>remoteConnection</a:t>
            </a:r>
            <a:r>
              <a:rPr lang="en-US" sz="900" b="1">
                <a:solidFill>
                  <a:srgbClr val="CCCCCC"/>
                </a:solidFill>
                <a:latin typeface="Consolas"/>
              </a:rPr>
              <a:t>, </a:t>
            </a:r>
            <a:r>
              <a:rPr lang="en-US" sz="900" b="1">
                <a:solidFill>
                  <a:srgbClr val="9CDCFE"/>
                </a:solidFill>
                <a:latin typeface="Consolas"/>
              </a:rPr>
              <a:t>e</a:t>
            </a:r>
            <a:r>
              <a:rPr lang="en-US" sz="900" b="1">
                <a:solidFill>
                  <a:srgbClr val="CCCCCC"/>
                </a:solidFill>
                <a:latin typeface="Consolas"/>
              </a:rPr>
              <a:t>);</a:t>
            </a:r>
            <a:endParaRPr lang="en-US" sz="900" b="1">
              <a:solidFill>
                <a:srgbClr val="3D3D3D"/>
              </a:solidFill>
              <a:latin typeface="Consolas"/>
            </a:endParaRPr>
          </a:p>
          <a:p>
            <a:pPr>
              <a:buNone/>
            </a:pPr>
            <a:r>
              <a:rPr lang="en-US" sz="900" b="1">
                <a:solidFill>
                  <a:srgbClr val="CCCCCC"/>
                </a:solidFill>
                <a:latin typeface="Consolas"/>
              </a:rPr>
              <a:t>  };</a:t>
            </a:r>
            <a:endParaRPr lang="en-US" sz="900" b="1">
              <a:solidFill>
                <a:srgbClr val="3D3D3D"/>
              </a:solidFill>
              <a:latin typeface="Consolas"/>
            </a:endParaRPr>
          </a:p>
          <a:p>
            <a:r>
              <a:rPr lang="en-US" sz="900" b="1">
                <a:solidFill>
                  <a:srgbClr val="CCCCCC"/>
                </a:solidFill>
                <a:latin typeface="Consolas"/>
              </a:rPr>
              <a:t>  </a:t>
            </a:r>
            <a:r>
              <a:rPr lang="en-US" sz="900" b="1" err="1">
                <a:solidFill>
                  <a:srgbClr val="9CDCFE"/>
                </a:solidFill>
                <a:latin typeface="Consolas"/>
              </a:rPr>
              <a:t>remoteConnection</a:t>
            </a:r>
            <a:r>
              <a:rPr lang="en-US" sz="900" b="1" err="1">
                <a:solidFill>
                  <a:srgbClr val="CCCCCC"/>
                </a:solidFill>
                <a:latin typeface="Consolas"/>
              </a:rPr>
              <a:t>.</a:t>
            </a:r>
            <a:r>
              <a:rPr lang="en-US" sz="900" b="1" err="1">
                <a:solidFill>
                  <a:srgbClr val="9CDCFE"/>
                </a:solidFill>
                <a:latin typeface="Consolas"/>
              </a:rPr>
              <a:t>ondatachannel</a:t>
            </a:r>
            <a:r>
              <a:rPr lang="en-US" sz="900" b="1">
                <a:solidFill>
                  <a:srgbClr val="CCCCCC"/>
                </a:solidFill>
                <a:latin typeface="Consolas"/>
              </a:rPr>
              <a:t> </a:t>
            </a:r>
            <a:r>
              <a:rPr lang="en-US" sz="900" b="1">
                <a:solidFill>
                  <a:srgbClr val="D4D4D4"/>
                </a:solidFill>
                <a:latin typeface="Consolas"/>
              </a:rPr>
              <a:t>=</a:t>
            </a:r>
            <a:r>
              <a:rPr lang="en-US" sz="900" b="1">
                <a:solidFill>
                  <a:srgbClr val="CCCCCC"/>
                </a:solidFill>
                <a:latin typeface="Consolas"/>
              </a:rPr>
              <a:t> </a:t>
            </a:r>
            <a:r>
              <a:rPr lang="en-US" sz="900" b="1" err="1">
                <a:solidFill>
                  <a:srgbClr val="9CDCFE"/>
                </a:solidFill>
                <a:latin typeface="Consolas"/>
              </a:rPr>
              <a:t>receiveChannelCallback</a:t>
            </a:r>
            <a:r>
              <a:rPr lang="en-US" sz="900" b="1">
                <a:solidFill>
                  <a:srgbClr val="CCCCCC"/>
                </a:solidFill>
                <a:latin typeface="Consolas"/>
              </a:rPr>
              <a:t>;</a:t>
            </a:r>
            <a:br>
              <a:rPr lang="en-US" sz="900" b="1">
                <a:latin typeface="Consolas"/>
              </a:rPr>
            </a:br>
            <a:endParaRPr lang="en-US" sz="900" b="1">
              <a:solidFill>
                <a:srgbClr val="3D3D3D"/>
              </a:solidFill>
              <a:latin typeface="Consolas"/>
            </a:endParaRPr>
          </a:p>
          <a:p>
            <a:pPr>
              <a:buNone/>
            </a:pPr>
            <a:r>
              <a:rPr lang="en-US" sz="900" b="1">
                <a:solidFill>
                  <a:srgbClr val="CCCCCC"/>
                </a:solidFill>
                <a:latin typeface="Consolas"/>
              </a:rPr>
              <a:t>  </a:t>
            </a:r>
            <a:r>
              <a:rPr lang="en-US" sz="900" b="1" err="1">
                <a:solidFill>
                  <a:srgbClr val="9CDCFE"/>
                </a:solidFill>
                <a:latin typeface="Consolas"/>
              </a:rPr>
              <a:t>localConnection</a:t>
            </a:r>
            <a:endParaRPr lang="en-US" sz="900" b="1">
              <a:solidFill>
                <a:srgbClr val="3D3D3D"/>
              </a:solidFill>
              <a:latin typeface="Consolas"/>
            </a:endParaRPr>
          </a:p>
          <a:p>
            <a:pPr>
              <a:buNone/>
            </a:pPr>
            <a:r>
              <a:rPr lang="en-US" sz="900" b="1">
                <a:solidFill>
                  <a:srgbClr val="CCCCCC"/>
                </a:solidFill>
                <a:latin typeface="Consolas"/>
              </a:rPr>
              <a:t>    .</a:t>
            </a:r>
            <a:r>
              <a:rPr lang="en-US" sz="900" b="1" err="1">
                <a:solidFill>
                  <a:srgbClr val="DCDCAA"/>
                </a:solidFill>
                <a:latin typeface="Consolas"/>
              </a:rPr>
              <a:t>createOffer</a:t>
            </a:r>
            <a:r>
              <a:rPr lang="en-US" sz="900" b="1">
                <a:solidFill>
                  <a:srgbClr val="CCCCCC"/>
                </a:solidFill>
                <a:latin typeface="Consolas"/>
              </a:rPr>
              <a:t>()</a:t>
            </a:r>
            <a:endParaRPr lang="en-US" sz="900" b="1">
              <a:solidFill>
                <a:srgbClr val="3D3D3D"/>
              </a:solidFill>
              <a:latin typeface="Consolas"/>
            </a:endParaRPr>
          </a:p>
          <a:p>
            <a:pPr>
              <a:buNone/>
            </a:pPr>
            <a:r>
              <a:rPr lang="en-US" sz="900" b="1">
                <a:solidFill>
                  <a:srgbClr val="CCCCCC"/>
                </a:solidFill>
                <a:latin typeface="Consolas"/>
              </a:rPr>
              <a:t>    .</a:t>
            </a:r>
            <a:r>
              <a:rPr lang="en-US" sz="900" b="1">
                <a:solidFill>
                  <a:srgbClr val="DCDCAA"/>
                </a:solidFill>
                <a:latin typeface="Consolas"/>
              </a:rPr>
              <a:t>then</a:t>
            </a:r>
            <a:r>
              <a:rPr lang="en-US" sz="900" b="1">
                <a:solidFill>
                  <a:srgbClr val="CCCCCC"/>
                </a:solidFill>
                <a:latin typeface="Consolas"/>
              </a:rPr>
              <a:t>(</a:t>
            </a:r>
            <a:r>
              <a:rPr lang="en-US" sz="900" b="1">
                <a:solidFill>
                  <a:srgbClr val="DCDCAA"/>
                </a:solidFill>
                <a:latin typeface="Consolas"/>
              </a:rPr>
              <a:t>gotDescription1</a:t>
            </a:r>
            <a:r>
              <a:rPr lang="en-US" sz="900" b="1">
                <a:solidFill>
                  <a:srgbClr val="CCCCCC"/>
                </a:solidFill>
                <a:latin typeface="Consolas"/>
              </a:rPr>
              <a:t>, </a:t>
            </a:r>
            <a:r>
              <a:rPr lang="en-US" sz="900" b="1" err="1">
                <a:solidFill>
                  <a:srgbClr val="9CDCFE"/>
                </a:solidFill>
                <a:latin typeface="Consolas"/>
              </a:rPr>
              <a:t>onCreateSessionDescriptionError</a:t>
            </a:r>
            <a:r>
              <a:rPr lang="en-US" sz="900" b="1">
                <a:solidFill>
                  <a:srgbClr val="CCCCCC"/>
                </a:solidFill>
                <a:latin typeface="Consolas"/>
              </a:rPr>
              <a:t>);</a:t>
            </a:r>
            <a:endParaRPr lang="en-US" sz="900" b="1">
              <a:solidFill>
                <a:srgbClr val="3D3D3D"/>
              </a:solidFill>
              <a:latin typeface="Consolas"/>
            </a:endParaRPr>
          </a:p>
          <a:p>
            <a:pPr>
              <a:buNone/>
            </a:pPr>
            <a:r>
              <a:rPr lang="en-US" sz="900" b="1">
                <a:solidFill>
                  <a:srgbClr val="CCCCCC"/>
                </a:solidFill>
                <a:latin typeface="Consolas"/>
              </a:rPr>
              <a:t>  </a:t>
            </a:r>
            <a:r>
              <a:rPr lang="en-US" sz="900" b="1" err="1">
                <a:solidFill>
                  <a:srgbClr val="9CDCFE"/>
                </a:solidFill>
                <a:latin typeface="Consolas"/>
              </a:rPr>
              <a:t>startButton</a:t>
            </a:r>
            <a:r>
              <a:rPr lang="en-US" sz="900" b="1" err="1">
                <a:solidFill>
                  <a:srgbClr val="CCCCCC"/>
                </a:solidFill>
                <a:latin typeface="Consolas"/>
              </a:rPr>
              <a:t>.</a:t>
            </a:r>
            <a:r>
              <a:rPr lang="en-US" sz="900" b="1" err="1">
                <a:solidFill>
                  <a:srgbClr val="9CDCFE"/>
                </a:solidFill>
                <a:latin typeface="Consolas"/>
              </a:rPr>
              <a:t>disabled</a:t>
            </a:r>
            <a:r>
              <a:rPr lang="en-US" sz="900" b="1">
                <a:solidFill>
                  <a:srgbClr val="CCCCCC"/>
                </a:solidFill>
                <a:latin typeface="Consolas"/>
              </a:rPr>
              <a:t> </a:t>
            </a:r>
            <a:r>
              <a:rPr lang="en-US" sz="900" b="1">
                <a:solidFill>
                  <a:srgbClr val="D4D4D4"/>
                </a:solidFill>
                <a:latin typeface="Consolas"/>
              </a:rPr>
              <a:t>=</a:t>
            </a:r>
            <a:r>
              <a:rPr lang="en-US" sz="900" b="1">
                <a:solidFill>
                  <a:srgbClr val="CCCCCC"/>
                </a:solidFill>
                <a:latin typeface="Consolas"/>
              </a:rPr>
              <a:t> </a:t>
            </a:r>
            <a:r>
              <a:rPr lang="en-US" sz="900" b="1">
                <a:solidFill>
                  <a:srgbClr val="569CD6"/>
                </a:solidFill>
                <a:latin typeface="Consolas"/>
              </a:rPr>
              <a:t>true</a:t>
            </a:r>
            <a:r>
              <a:rPr lang="en-US" sz="900" b="1">
                <a:solidFill>
                  <a:srgbClr val="CCCCCC"/>
                </a:solidFill>
                <a:latin typeface="Consolas"/>
              </a:rPr>
              <a:t>;</a:t>
            </a:r>
            <a:endParaRPr lang="en-US" sz="900" b="1">
              <a:solidFill>
                <a:srgbClr val="3D3D3D"/>
              </a:solidFill>
              <a:latin typeface="Consolas"/>
            </a:endParaRPr>
          </a:p>
          <a:p>
            <a:pPr>
              <a:buNone/>
            </a:pPr>
            <a:r>
              <a:rPr lang="en-US" sz="900" b="1">
                <a:solidFill>
                  <a:srgbClr val="CCCCCC"/>
                </a:solidFill>
                <a:latin typeface="Consolas"/>
              </a:rPr>
              <a:t>  </a:t>
            </a:r>
            <a:r>
              <a:rPr lang="en-US" sz="900" b="1" err="1">
                <a:solidFill>
                  <a:srgbClr val="9CDCFE"/>
                </a:solidFill>
                <a:latin typeface="Consolas"/>
              </a:rPr>
              <a:t>closeButton</a:t>
            </a:r>
            <a:r>
              <a:rPr lang="en-US" sz="900" b="1" err="1">
                <a:solidFill>
                  <a:srgbClr val="CCCCCC"/>
                </a:solidFill>
                <a:latin typeface="Consolas"/>
              </a:rPr>
              <a:t>.</a:t>
            </a:r>
            <a:r>
              <a:rPr lang="en-US" sz="900" b="1" err="1">
                <a:solidFill>
                  <a:srgbClr val="9CDCFE"/>
                </a:solidFill>
                <a:latin typeface="Consolas"/>
              </a:rPr>
              <a:t>disabled</a:t>
            </a:r>
            <a:r>
              <a:rPr lang="en-US" sz="900" b="1">
                <a:solidFill>
                  <a:srgbClr val="CCCCCC"/>
                </a:solidFill>
                <a:latin typeface="Consolas"/>
              </a:rPr>
              <a:t> </a:t>
            </a:r>
            <a:r>
              <a:rPr lang="en-US" sz="900" b="1">
                <a:solidFill>
                  <a:srgbClr val="D4D4D4"/>
                </a:solidFill>
                <a:latin typeface="Consolas"/>
              </a:rPr>
              <a:t>=</a:t>
            </a:r>
            <a:r>
              <a:rPr lang="en-US" sz="900" b="1">
                <a:solidFill>
                  <a:srgbClr val="CCCCCC"/>
                </a:solidFill>
                <a:latin typeface="Consolas"/>
              </a:rPr>
              <a:t> </a:t>
            </a:r>
            <a:r>
              <a:rPr lang="en-US" sz="900" b="1">
                <a:solidFill>
                  <a:srgbClr val="569CD6"/>
                </a:solidFill>
                <a:latin typeface="Consolas"/>
              </a:rPr>
              <a:t>false</a:t>
            </a:r>
            <a:r>
              <a:rPr lang="en-US" sz="900" b="1">
                <a:solidFill>
                  <a:srgbClr val="CCCCCC"/>
                </a:solidFill>
                <a:latin typeface="Consolas"/>
              </a:rPr>
              <a:t>;</a:t>
            </a:r>
            <a:endParaRPr lang="en-US" sz="900" b="1">
              <a:solidFill>
                <a:srgbClr val="3D3D3D"/>
              </a:solidFill>
              <a:latin typeface="Consolas"/>
            </a:endParaRPr>
          </a:p>
          <a:p>
            <a:pPr>
              <a:buNone/>
            </a:pPr>
            <a:r>
              <a:rPr lang="en-US" sz="900" b="1">
                <a:solidFill>
                  <a:srgbClr val="CCCCCC"/>
                </a:solidFill>
                <a:latin typeface="Consolas"/>
              </a:rPr>
              <a:t>}</a:t>
            </a:r>
            <a:endParaRPr lang="en-US" b="1"/>
          </a:p>
        </p:txBody>
      </p:sp>
    </p:spTree>
    <p:extLst>
      <p:ext uri="{BB962C8B-B14F-4D97-AF65-F5344CB8AC3E}">
        <p14:creationId xmlns:p14="http://schemas.microsoft.com/office/powerpoint/2010/main" val="2664569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CC3B3E0-A119-3261-D725-062C70EA00DA}"/>
              </a:ext>
            </a:extLst>
          </p:cNvPr>
          <p:cNvSpPr>
            <a:spLocks noGrp="1"/>
          </p:cNvSpPr>
          <p:nvPr>
            <p:ph type="body" idx="1"/>
          </p:nvPr>
        </p:nvSpPr>
        <p:spPr>
          <a:xfrm>
            <a:off x="1054180" y="1284448"/>
            <a:ext cx="2779996" cy="3486802"/>
          </a:xfrm>
        </p:spPr>
        <p:txBody>
          <a:bodyPr/>
          <a:lstStyle/>
          <a:p>
            <a:r>
              <a:rPr lang="en-US"/>
              <a:t>One must have access to a </a:t>
            </a:r>
            <a:r>
              <a:rPr lang="en-US" b="1"/>
              <a:t>fast internet connection</a:t>
            </a:r>
            <a:r>
              <a:rPr lang="en-US"/>
              <a:t> to communicate with WEBRTC. </a:t>
            </a:r>
            <a:br>
              <a:rPr lang="en-US"/>
            </a:br>
            <a:endParaRPr lang="en-US"/>
          </a:p>
          <a:p>
            <a:r>
              <a:rPr lang="en-US"/>
              <a:t>It does not offer any offline services. </a:t>
            </a:r>
          </a:p>
          <a:p>
            <a:endParaRPr lang="en-US"/>
          </a:p>
          <a:p>
            <a:r>
              <a:rPr lang="en-US"/>
              <a:t>It is not available in all the browsers. </a:t>
            </a:r>
          </a:p>
          <a:p>
            <a:endParaRPr lang="en-US"/>
          </a:p>
          <a:p>
            <a:r>
              <a:rPr lang="en-US"/>
              <a:t>There is no fixed service providing a base for every browser. </a:t>
            </a:r>
          </a:p>
        </p:txBody>
      </p:sp>
      <p:sp>
        <p:nvSpPr>
          <p:cNvPr id="4" name="Subtitle 3">
            <a:extLst>
              <a:ext uri="{FF2B5EF4-FFF2-40B4-BE49-F238E27FC236}">
                <a16:creationId xmlns:a16="http://schemas.microsoft.com/office/drawing/2014/main" id="{685F3CF0-50C1-FF6F-D42E-7DED412B26E2}"/>
              </a:ext>
            </a:extLst>
          </p:cNvPr>
          <p:cNvSpPr>
            <a:spLocks noGrp="1"/>
          </p:cNvSpPr>
          <p:nvPr>
            <p:ph type="body" idx="2"/>
          </p:nvPr>
        </p:nvSpPr>
        <p:spPr/>
        <p:txBody>
          <a:bodyPr/>
          <a:lstStyle/>
          <a:p>
            <a:r>
              <a:rPr lang="en-US"/>
              <a:t>WebRTC is currently improving the quality of video calling in case of poor connection or slow internet access. </a:t>
            </a:r>
            <a:br>
              <a:rPr lang="en-US"/>
            </a:br>
            <a:br>
              <a:rPr lang="en-US"/>
            </a:br>
            <a:endParaRPr lang="en-US"/>
          </a:p>
          <a:p>
            <a:r>
              <a:rPr lang="en-US"/>
              <a:t>Soon WebRTC will become the standard for the companies which offer customer service. </a:t>
            </a:r>
            <a:br>
              <a:rPr lang="en-US"/>
            </a:br>
            <a:br>
              <a:rPr lang="en-US"/>
            </a:br>
            <a:endParaRPr lang="en-US"/>
          </a:p>
          <a:p>
            <a:r>
              <a:rPr lang="en-US"/>
              <a:t>It will be the future of business communication.</a:t>
            </a:r>
          </a:p>
        </p:txBody>
      </p:sp>
      <p:sp>
        <p:nvSpPr>
          <p:cNvPr id="2" name="Title 1">
            <a:extLst>
              <a:ext uri="{FF2B5EF4-FFF2-40B4-BE49-F238E27FC236}">
                <a16:creationId xmlns:a16="http://schemas.microsoft.com/office/drawing/2014/main" id="{AC5D6290-6882-CA22-4E72-9D23FF20FF93}"/>
              </a:ext>
            </a:extLst>
          </p:cNvPr>
          <p:cNvSpPr>
            <a:spLocks noGrp="1"/>
          </p:cNvSpPr>
          <p:nvPr>
            <p:ph type="title"/>
          </p:nvPr>
        </p:nvSpPr>
        <p:spPr/>
        <p:txBody>
          <a:bodyPr/>
          <a:lstStyle/>
          <a:p>
            <a:r>
              <a:rPr lang="en-US" b="1"/>
              <a:t>Limitations &amp; Future</a:t>
            </a:r>
          </a:p>
        </p:txBody>
      </p:sp>
    </p:spTree>
    <p:extLst>
      <p:ext uri="{BB962C8B-B14F-4D97-AF65-F5344CB8AC3E}">
        <p14:creationId xmlns:p14="http://schemas.microsoft.com/office/powerpoint/2010/main" val="1208057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0" name="Google Shape;1890;p36"/>
          <p:cNvSpPr txBox="1">
            <a:spLocks noGrp="1"/>
          </p:cNvSpPr>
          <p:nvPr>
            <p:ph type="title"/>
          </p:nvPr>
        </p:nvSpPr>
        <p:spPr>
          <a:xfrm>
            <a:off x="1031846" y="432273"/>
            <a:ext cx="6554720" cy="365890"/>
          </a:xfrm>
          <a:prstGeom prst="rect">
            <a:avLst/>
          </a:prstGeom>
        </p:spPr>
        <p:txBody>
          <a:bodyPr spcFirstLastPara="1" wrap="square" lIns="91425" tIns="91425" rIns="91425" bIns="91425" anchor="t" anchorCtr="0">
            <a:noAutofit/>
          </a:bodyPr>
          <a:lstStyle/>
          <a:p>
            <a:r>
              <a:rPr lang="en" b="1">
                <a:solidFill>
                  <a:schemeClr val="accent2">
                    <a:lumMod val="10000"/>
                  </a:schemeClr>
                </a:solidFill>
              </a:rPr>
              <a:t>Benefits of Cloud Gaming </a:t>
            </a:r>
          </a:p>
        </p:txBody>
      </p:sp>
      <p:sp>
        <p:nvSpPr>
          <p:cNvPr id="1891" name="Google Shape;1891;p36"/>
          <p:cNvSpPr txBox="1">
            <a:spLocks noGrp="1"/>
          </p:cNvSpPr>
          <p:nvPr>
            <p:ph type="body" idx="1"/>
          </p:nvPr>
        </p:nvSpPr>
        <p:spPr>
          <a:xfrm>
            <a:off x="426274" y="1911806"/>
            <a:ext cx="7572402" cy="2714272"/>
          </a:xfrm>
          <a:prstGeom prst="rect">
            <a:avLst/>
          </a:prstGeom>
        </p:spPr>
        <p:txBody>
          <a:bodyPr spcFirstLastPara="1" wrap="square" lIns="91425" tIns="91425" rIns="91425" bIns="91425" anchor="ctr" anchorCtr="0">
            <a:noAutofit/>
          </a:bodyPr>
          <a:lstStyle/>
          <a:p>
            <a:pPr marL="742950" lvl="1" indent="-285750" algn="just">
              <a:buFont typeface="Arial"/>
              <a:buChar char="•"/>
            </a:pPr>
            <a:r>
              <a:rPr lang="en-US" b="1">
                <a:solidFill>
                  <a:schemeClr val="tx1">
                    <a:lumMod val="50000"/>
                  </a:schemeClr>
                </a:solidFill>
              </a:rPr>
              <a:t>Accessibility</a:t>
            </a:r>
            <a:r>
              <a:rPr lang="en-US">
                <a:solidFill>
                  <a:schemeClr val="tx1">
                    <a:lumMod val="50000"/>
                  </a:schemeClr>
                </a:solidFill>
              </a:rPr>
              <a:t>: Players can access high-quality games on various devices such as smartphones, tablets, laptops, and smart TVs.</a:t>
            </a:r>
          </a:p>
          <a:p>
            <a:pPr marL="742950" lvl="1" indent="-285750" algn="just">
              <a:buFont typeface="Arial"/>
              <a:buChar char="•"/>
            </a:pPr>
            <a:endParaRPr lang="en-US">
              <a:solidFill>
                <a:schemeClr val="tx1">
                  <a:lumMod val="50000"/>
                </a:schemeClr>
              </a:solidFill>
            </a:endParaRPr>
          </a:p>
          <a:p>
            <a:pPr marL="742950" lvl="1" indent="-285750" algn="just">
              <a:buFont typeface="Arial"/>
              <a:buChar char="•"/>
            </a:pPr>
            <a:r>
              <a:rPr lang="en-US" b="1">
                <a:solidFill>
                  <a:schemeClr val="tx1">
                    <a:lumMod val="50000"/>
                  </a:schemeClr>
                </a:solidFill>
              </a:rPr>
              <a:t>No Downloads or Installations</a:t>
            </a:r>
            <a:r>
              <a:rPr lang="en-US">
                <a:solidFill>
                  <a:schemeClr val="tx1">
                    <a:lumMod val="50000"/>
                  </a:schemeClr>
                </a:solidFill>
              </a:rPr>
              <a:t>: Stream games directly from remote servers. This eliminates the need for large downloads and installations.</a:t>
            </a:r>
          </a:p>
          <a:p>
            <a:pPr marL="742950" lvl="1" indent="-285750" algn="just">
              <a:buFont typeface="Arial"/>
              <a:buChar char="•"/>
            </a:pPr>
            <a:endParaRPr lang="en-US">
              <a:solidFill>
                <a:schemeClr val="tx1">
                  <a:lumMod val="50000"/>
                </a:schemeClr>
              </a:solidFill>
            </a:endParaRPr>
          </a:p>
          <a:p>
            <a:pPr marL="742950" lvl="1" indent="-285750" algn="just">
              <a:buFont typeface="Arial"/>
              <a:buChar char="•"/>
            </a:pPr>
            <a:r>
              <a:rPr lang="en-US" b="1">
                <a:solidFill>
                  <a:schemeClr val="tx1">
                    <a:lumMod val="50000"/>
                  </a:schemeClr>
                </a:solidFill>
              </a:rPr>
              <a:t>Instant Play</a:t>
            </a:r>
            <a:r>
              <a:rPr lang="en-US">
                <a:solidFill>
                  <a:schemeClr val="tx1">
                    <a:lumMod val="50000"/>
                  </a:schemeClr>
                </a:solidFill>
              </a:rPr>
              <a:t>: Once you subscribe to a cloud gaming service, you can start playing games immediately, without waiting for downloads or updates. This makes it convenient for gamers who want to jump into a game quickly. </a:t>
            </a:r>
          </a:p>
          <a:p>
            <a:pPr marL="742950" lvl="1" indent="-285750" algn="just">
              <a:buFont typeface="Arial"/>
              <a:buChar char="•"/>
            </a:pPr>
            <a:endParaRPr lang="en-US">
              <a:solidFill>
                <a:schemeClr val="tx1">
                  <a:lumMod val="50000"/>
                </a:schemeClr>
              </a:solidFill>
            </a:endParaRPr>
          </a:p>
          <a:p>
            <a:pPr marL="742950" lvl="1" indent="-285750" algn="just">
              <a:buFont typeface="Arial"/>
              <a:buChar char="•"/>
            </a:pPr>
            <a:r>
              <a:rPr lang="en-US" b="1">
                <a:solidFill>
                  <a:schemeClr val="tx1">
                    <a:lumMod val="50000"/>
                  </a:schemeClr>
                </a:solidFill>
              </a:rPr>
              <a:t>Wide variety of games</a:t>
            </a:r>
            <a:r>
              <a:rPr lang="en-US">
                <a:solidFill>
                  <a:schemeClr val="tx1">
                    <a:lumMod val="50000"/>
                  </a:schemeClr>
                </a:solidFill>
              </a:rPr>
              <a:t>: Ranging from popular AAA titles to indie games. Subscribers usually have access to a library of games that they can play on-demand, often for a monthly subscription fee.</a:t>
            </a:r>
          </a:p>
          <a:p>
            <a:pPr marL="742950" lvl="1" indent="-285750" algn="just">
              <a:buFont typeface="Arial"/>
              <a:buChar char="•"/>
            </a:pPr>
            <a:endParaRPr lang="en-US">
              <a:solidFill>
                <a:schemeClr val="tx1">
                  <a:lumMod val="50000"/>
                </a:schemeClr>
              </a:solidFill>
            </a:endParaRPr>
          </a:p>
          <a:p>
            <a:pPr marL="628650" lvl="1" indent="-171450" algn="just">
              <a:buFont typeface="Arial"/>
              <a:buChar char="•"/>
            </a:pPr>
            <a:endParaRPr lang="en-US">
              <a:solidFill>
                <a:schemeClr val="tx1">
                  <a:lumMod val="50000"/>
                </a:schemeClr>
              </a:solidFill>
            </a:endParaRPr>
          </a:p>
          <a:p>
            <a:pPr marL="628650" lvl="1" indent="-171450" algn="just">
              <a:buFont typeface="Arial"/>
              <a:buChar char="•"/>
            </a:pPr>
            <a:endParaRPr lang="en-US">
              <a:solidFill>
                <a:schemeClr val="tx1">
                  <a:lumMod val="50000"/>
                </a:schemeClr>
              </a:solidFill>
            </a:endParaRPr>
          </a:p>
        </p:txBody>
      </p:sp>
    </p:spTree>
    <p:extLst>
      <p:ext uri="{BB962C8B-B14F-4D97-AF65-F5344CB8AC3E}">
        <p14:creationId xmlns:p14="http://schemas.microsoft.com/office/powerpoint/2010/main" val="1743467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0" name="Google Shape;1890;p36"/>
          <p:cNvSpPr txBox="1">
            <a:spLocks noGrp="1"/>
          </p:cNvSpPr>
          <p:nvPr>
            <p:ph type="title"/>
          </p:nvPr>
        </p:nvSpPr>
        <p:spPr>
          <a:xfrm>
            <a:off x="1074621" y="486084"/>
            <a:ext cx="6554720" cy="546363"/>
          </a:xfrm>
          <a:prstGeom prst="rect">
            <a:avLst/>
          </a:prstGeom>
        </p:spPr>
        <p:txBody>
          <a:bodyPr spcFirstLastPara="1" wrap="square" lIns="91425" tIns="91425" rIns="91425" bIns="91425" anchor="t" anchorCtr="0">
            <a:noAutofit/>
          </a:bodyPr>
          <a:lstStyle/>
          <a:p>
            <a:r>
              <a:rPr lang="en" b="1">
                <a:solidFill>
                  <a:schemeClr val="accent2">
                    <a:lumMod val="10000"/>
                  </a:schemeClr>
                </a:solidFill>
              </a:rPr>
              <a:t>Continued... </a:t>
            </a:r>
          </a:p>
        </p:txBody>
      </p:sp>
      <p:sp>
        <p:nvSpPr>
          <p:cNvPr id="1891" name="Google Shape;1891;p36"/>
          <p:cNvSpPr txBox="1">
            <a:spLocks noGrp="1"/>
          </p:cNvSpPr>
          <p:nvPr>
            <p:ph type="body" idx="1"/>
          </p:nvPr>
        </p:nvSpPr>
        <p:spPr>
          <a:xfrm>
            <a:off x="431833" y="2312643"/>
            <a:ext cx="7404704" cy="882542"/>
          </a:xfrm>
          <a:prstGeom prst="rect">
            <a:avLst/>
          </a:prstGeom>
        </p:spPr>
        <p:txBody>
          <a:bodyPr spcFirstLastPara="1" wrap="square" lIns="91425" tIns="91425" rIns="91425" bIns="91425" anchor="ctr" anchorCtr="0">
            <a:noAutofit/>
          </a:bodyPr>
          <a:lstStyle/>
          <a:p>
            <a:pPr marL="628650" lvl="1" indent="-171450" algn="just">
              <a:buFont typeface="Arial"/>
              <a:buChar char="•"/>
            </a:pPr>
            <a:r>
              <a:rPr lang="en-US" b="1">
                <a:solidFill>
                  <a:srgbClr val="000000"/>
                </a:solidFill>
              </a:rPr>
              <a:t>Cross-Platform Play</a:t>
            </a:r>
            <a:r>
              <a:rPr lang="en-US">
                <a:solidFill>
                  <a:srgbClr val="000000"/>
                </a:solidFill>
              </a:rPr>
              <a:t>: Supports cross-platform play, allowing players to access their game progress and achievements across multiple devices. </a:t>
            </a:r>
          </a:p>
          <a:p>
            <a:pPr marL="628650" lvl="1" indent="-171450" algn="just">
              <a:buFont typeface="Arial"/>
              <a:buChar char="•"/>
            </a:pPr>
            <a:endParaRPr lang="en-US">
              <a:solidFill>
                <a:srgbClr val="000000"/>
              </a:solidFill>
            </a:endParaRPr>
          </a:p>
          <a:p>
            <a:pPr marL="628650" lvl="1" indent="-171450" algn="just">
              <a:buFont typeface="Arial"/>
              <a:buChar char="•"/>
            </a:pPr>
            <a:r>
              <a:rPr lang="en-US" b="1">
                <a:solidFill>
                  <a:srgbClr val="000000"/>
                </a:solidFill>
              </a:rPr>
              <a:t>Scalability</a:t>
            </a:r>
            <a:r>
              <a:rPr lang="en-US">
                <a:solidFill>
                  <a:srgbClr val="000000"/>
                </a:solidFill>
              </a:rPr>
              <a:t>: Highly scalable, meaning they can accommodate many players simultaneously without compromising performance. </a:t>
            </a:r>
          </a:p>
          <a:p>
            <a:pPr marL="628650" lvl="1" indent="-171450" algn="just">
              <a:buFont typeface="Arial"/>
              <a:buChar char="•"/>
            </a:pPr>
            <a:endParaRPr lang="en-US">
              <a:solidFill>
                <a:srgbClr val="000000"/>
              </a:solidFill>
            </a:endParaRPr>
          </a:p>
          <a:p>
            <a:pPr marL="628650" lvl="1" indent="-171450" algn="just">
              <a:buFont typeface="Arial"/>
              <a:buChar char="•"/>
            </a:pPr>
            <a:r>
              <a:rPr lang="en-US" b="1">
                <a:solidFill>
                  <a:srgbClr val="000000"/>
                </a:solidFill>
              </a:rPr>
              <a:t>Improved Hardware Utilization</a:t>
            </a:r>
            <a:r>
              <a:rPr lang="en-US">
                <a:solidFill>
                  <a:srgbClr val="000000"/>
                </a:solidFill>
              </a:rPr>
              <a:t>: Cloud gaming platforms can leverage powerful server hardware to deliver high-quality gaming experiences. By offloading the processing and rendering tasks to remote servers, cloud gaming can provide smooth gameplay.</a:t>
            </a:r>
          </a:p>
          <a:p>
            <a:pPr marL="628650" lvl="1" indent="-171450" algn="just">
              <a:buFont typeface="Arial"/>
              <a:buChar char="•"/>
            </a:pPr>
            <a:endParaRPr lang="en-US">
              <a:solidFill>
                <a:srgbClr val="000000"/>
              </a:solidFill>
            </a:endParaRPr>
          </a:p>
          <a:p>
            <a:pPr marL="628650" lvl="1" indent="-171450" algn="just">
              <a:buFont typeface="Arial"/>
              <a:buChar char="•"/>
            </a:pPr>
            <a:r>
              <a:rPr lang="en-US" b="1">
                <a:solidFill>
                  <a:srgbClr val="000000"/>
                </a:solidFill>
              </a:rPr>
              <a:t>Future potential</a:t>
            </a:r>
            <a:r>
              <a:rPr lang="en-US">
                <a:solidFill>
                  <a:srgbClr val="000000"/>
                </a:solidFill>
              </a:rPr>
              <a:t>: Cloud gaming is still a relatively young industry, and there is significant potential for growth and innovation.  </a:t>
            </a:r>
          </a:p>
        </p:txBody>
      </p:sp>
    </p:spTree>
    <p:extLst>
      <p:ext uri="{BB962C8B-B14F-4D97-AF65-F5344CB8AC3E}">
        <p14:creationId xmlns:p14="http://schemas.microsoft.com/office/powerpoint/2010/main" val="1822306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82"/>
        <p:cNvGrpSpPr/>
        <p:nvPr/>
      </p:nvGrpSpPr>
      <p:grpSpPr>
        <a:xfrm>
          <a:off x="0" y="0"/>
          <a:ext cx="0" cy="0"/>
          <a:chOff x="0" y="0"/>
          <a:chExt cx="0" cy="0"/>
        </a:xfrm>
      </p:grpSpPr>
      <p:sp>
        <p:nvSpPr>
          <p:cNvPr id="2195" name="Google Shape;2195;p40"/>
          <p:cNvSpPr txBox="1">
            <a:spLocks noGrp="1"/>
          </p:cNvSpPr>
          <p:nvPr>
            <p:ph type="title"/>
          </p:nvPr>
        </p:nvSpPr>
        <p:spPr>
          <a:xfrm>
            <a:off x="2957323" y="624077"/>
            <a:ext cx="3237472" cy="594300"/>
          </a:xfrm>
          <a:prstGeom prst="rect">
            <a:avLst/>
          </a:prstGeom>
        </p:spPr>
        <p:txBody>
          <a:bodyPr spcFirstLastPara="1" wrap="square" lIns="91425" tIns="91425" rIns="91425" bIns="91425" anchor="t" anchorCtr="0">
            <a:noAutofit/>
          </a:bodyPr>
          <a:lstStyle/>
          <a:p>
            <a:r>
              <a:rPr lang="en" b="1">
                <a:solidFill>
                  <a:schemeClr val="accent3">
                    <a:lumMod val="10000"/>
                  </a:schemeClr>
                </a:solidFill>
              </a:rPr>
              <a:t>Latency </a:t>
            </a:r>
            <a:r>
              <a:rPr lang="en">
                <a:solidFill>
                  <a:schemeClr val="accent3">
                    <a:lumMod val="10000"/>
                  </a:schemeClr>
                </a:solidFill>
              </a:rPr>
              <a:t>&amp;</a:t>
            </a:r>
            <a:r>
              <a:rPr lang="en" b="1">
                <a:solidFill>
                  <a:schemeClr val="accent3">
                    <a:lumMod val="10000"/>
                  </a:schemeClr>
                </a:solidFill>
              </a:rPr>
              <a:t> Bandwidth</a:t>
            </a:r>
            <a:endParaRPr lang="en-US" b="1">
              <a:solidFill>
                <a:schemeClr val="accent3">
                  <a:lumMod val="10000"/>
                </a:schemeClr>
              </a:solidFill>
            </a:endParaRPr>
          </a:p>
        </p:txBody>
      </p:sp>
      <p:sp>
        <p:nvSpPr>
          <p:cNvPr id="14" name="TextBox 13">
            <a:extLst>
              <a:ext uri="{FF2B5EF4-FFF2-40B4-BE49-F238E27FC236}">
                <a16:creationId xmlns:a16="http://schemas.microsoft.com/office/drawing/2014/main" id="{41887D0C-12A9-A3CF-8BAE-F2B7CC167389}"/>
              </a:ext>
            </a:extLst>
          </p:cNvPr>
          <p:cNvSpPr txBox="1"/>
          <p:nvPr/>
        </p:nvSpPr>
        <p:spPr>
          <a:xfrm>
            <a:off x="1708891" y="1454770"/>
            <a:ext cx="5960046"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b="1">
                <a:solidFill>
                  <a:schemeClr val="tx1">
                    <a:lumMod val="50000"/>
                  </a:schemeClr>
                </a:solidFill>
                <a:latin typeface="Barlow Semi Condensed Light"/>
              </a:rPr>
              <a:t>Latency is used to measure how good your connection is when gaming online. </a:t>
            </a:r>
            <a:br>
              <a:rPr lang="en-US" b="1">
                <a:solidFill>
                  <a:schemeClr val="tx1">
                    <a:lumMod val="50000"/>
                  </a:schemeClr>
                </a:solidFill>
                <a:latin typeface="Barlow Semi Condensed Light"/>
              </a:rPr>
            </a:br>
            <a:br>
              <a:rPr lang="en-US" b="1">
                <a:solidFill>
                  <a:schemeClr val="tx1">
                    <a:lumMod val="50000"/>
                  </a:schemeClr>
                </a:solidFill>
                <a:latin typeface="Barlow Semi Condensed Light"/>
              </a:rPr>
            </a:br>
            <a:r>
              <a:rPr lang="en-US" b="1">
                <a:solidFill>
                  <a:schemeClr val="tx1">
                    <a:lumMod val="50000"/>
                  </a:schemeClr>
                </a:solidFill>
                <a:latin typeface="Barlow Semi Condensed Light"/>
              </a:rPr>
              <a:t>It is mainly a factor of how far a server is from your physical location. </a:t>
            </a:r>
            <a:br>
              <a:rPr lang="en-US" b="1">
                <a:solidFill>
                  <a:schemeClr val="tx1">
                    <a:lumMod val="50000"/>
                  </a:schemeClr>
                </a:solidFill>
                <a:latin typeface="Barlow Semi Condensed Light"/>
              </a:rPr>
            </a:br>
            <a:br>
              <a:rPr lang="en-US" b="1">
                <a:latin typeface="Barlow Semi Condensed Light"/>
              </a:rPr>
            </a:br>
            <a:r>
              <a:rPr lang="en-US" b="1">
                <a:solidFill>
                  <a:schemeClr val="tx1">
                    <a:lumMod val="50000"/>
                  </a:schemeClr>
                </a:solidFill>
                <a:latin typeface="Barlow Semi Condensed Light"/>
              </a:rPr>
              <a:t>The closer you are to the server you’re connecting to, the lower your latency, in most cases.  </a:t>
            </a:r>
          </a:p>
          <a:p>
            <a:pPr marL="285750" indent="-285750">
              <a:buChar char="•"/>
            </a:pPr>
            <a:endParaRPr lang="en-US" b="1">
              <a:solidFill>
                <a:schemeClr val="tx1">
                  <a:lumMod val="50000"/>
                </a:schemeClr>
              </a:solidFill>
              <a:latin typeface="Barlow Semi Condensed Light"/>
            </a:endParaRPr>
          </a:p>
          <a:p>
            <a:pPr marL="285750" indent="-285750">
              <a:buChar char="•"/>
            </a:pPr>
            <a:r>
              <a:rPr lang="en-US" b="1">
                <a:solidFill>
                  <a:schemeClr val="tx1">
                    <a:lumMod val="50000"/>
                  </a:schemeClr>
                </a:solidFill>
                <a:latin typeface="Barlow Semi Condensed Light"/>
              </a:rPr>
              <a:t>Bandwidth is the maximum amount of data that can be transferred — doesn’t matter, as you’re only transporting small bits of data. </a:t>
            </a:r>
            <a:br>
              <a:rPr lang="en-US"/>
            </a:br>
            <a:br>
              <a:rPr lang="en-US"/>
            </a:br>
            <a:r>
              <a:rPr lang="en-US" b="1">
                <a:solidFill>
                  <a:schemeClr val="tx1">
                    <a:lumMod val="50000"/>
                  </a:schemeClr>
                </a:solidFill>
                <a:latin typeface="Barlow Semi Condensed Light"/>
              </a:rPr>
              <a:t>For cloud gaming, though, bandwidth is a key metric.</a:t>
            </a:r>
            <a:br>
              <a:rPr lang="en-US" b="1">
                <a:latin typeface="Barlow Semi Condensed Light"/>
              </a:rPr>
            </a:br>
            <a:endParaRPr lang="en-US" b="1">
              <a:solidFill>
                <a:schemeClr val="tx1">
                  <a:lumMod val="50000"/>
                </a:schemeClr>
              </a:solidFill>
              <a:latin typeface="Barlow Semi Condensed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grpSp>
        <p:nvGrpSpPr>
          <p:cNvPr id="1896" name="Google Shape;1896;p37"/>
          <p:cNvGrpSpPr/>
          <p:nvPr/>
        </p:nvGrpSpPr>
        <p:grpSpPr>
          <a:xfrm>
            <a:off x="4638669" y="1501387"/>
            <a:ext cx="4140120" cy="3033833"/>
            <a:chOff x="862950" y="825025"/>
            <a:chExt cx="5862650" cy="4111175"/>
          </a:xfrm>
        </p:grpSpPr>
        <p:sp>
          <p:nvSpPr>
            <p:cNvPr id="1897" name="Google Shape;1897;p37"/>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7"/>
            <p:cNvSpPr/>
            <p:nvPr/>
          </p:nvSpPr>
          <p:spPr>
            <a:xfrm>
              <a:off x="934125" y="825025"/>
              <a:ext cx="5751725" cy="4096375"/>
            </a:xfrm>
            <a:custGeom>
              <a:avLst/>
              <a:gdLst/>
              <a:ahLst/>
              <a:cxnLst/>
              <a:rect l="l" t="t" r="r" b="b"/>
              <a:pathLst>
                <a:path w="230069" h="163855" extrusionOk="0">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7"/>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7"/>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7"/>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7"/>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7"/>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7"/>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7"/>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7"/>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7"/>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7"/>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7"/>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7"/>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7"/>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7"/>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7"/>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7"/>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7"/>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7"/>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7"/>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7"/>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7"/>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7"/>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7"/>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7"/>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7"/>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7"/>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7"/>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7"/>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7"/>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7"/>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7"/>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7"/>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7"/>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7"/>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37"/>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37"/>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7"/>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7"/>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7"/>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7"/>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37"/>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37"/>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37"/>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37"/>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37"/>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37"/>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7"/>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7"/>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7"/>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7"/>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7"/>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7"/>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7"/>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7"/>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7"/>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7"/>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7"/>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7"/>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7"/>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7"/>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7"/>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7"/>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7"/>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7"/>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7"/>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7"/>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7"/>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7"/>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7"/>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7"/>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7"/>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7"/>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7"/>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7"/>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7"/>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7"/>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7"/>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7"/>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7"/>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7"/>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7"/>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7"/>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7"/>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7"/>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7"/>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7"/>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7"/>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7"/>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7"/>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7"/>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7"/>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7"/>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7"/>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7"/>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7"/>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7"/>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7"/>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7"/>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7"/>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7"/>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7"/>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7"/>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7"/>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7"/>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7"/>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7"/>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7"/>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7"/>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7"/>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7"/>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7"/>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7"/>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7"/>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37"/>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37"/>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37"/>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7"/>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7"/>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37"/>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7"/>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7"/>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7"/>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7"/>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7"/>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7"/>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7"/>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7"/>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7"/>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7"/>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7"/>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7"/>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7"/>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7"/>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7"/>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7"/>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7"/>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7"/>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7"/>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7"/>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7"/>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7"/>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7"/>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7"/>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7"/>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7"/>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7"/>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7"/>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7"/>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7"/>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7"/>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7"/>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7"/>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7"/>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7"/>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7"/>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7"/>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7"/>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7"/>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7"/>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7"/>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7"/>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7"/>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7"/>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7"/>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7"/>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7"/>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7"/>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7"/>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7"/>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7"/>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7"/>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7"/>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7"/>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7"/>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7"/>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7"/>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7"/>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7"/>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7"/>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7"/>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7"/>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7"/>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7"/>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7"/>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7"/>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7"/>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7"/>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7"/>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7"/>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7"/>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7"/>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7"/>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7"/>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7"/>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7"/>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7"/>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7"/>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7"/>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7"/>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7"/>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7"/>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7"/>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7"/>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7"/>
            <p:cNvSpPr/>
            <p:nvPr/>
          </p:nvSpPr>
          <p:spPr>
            <a:xfrm>
              <a:off x="3046075" y="1257575"/>
              <a:ext cx="228325" cy="263450"/>
            </a:xfrm>
            <a:custGeom>
              <a:avLst/>
              <a:gdLst/>
              <a:ahLst/>
              <a:cxnLst/>
              <a:rect l="l" t="t" r="r" b="b"/>
              <a:pathLst>
                <a:path w="9133" h="10538" extrusionOk="0">
                  <a:moveTo>
                    <a:pt x="0" y="1"/>
                  </a:moveTo>
                  <a:lnTo>
                    <a:pt x="0" y="10537"/>
                  </a:lnTo>
                  <a:lnTo>
                    <a:pt x="9132" y="528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7"/>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6" name="Google Shape;2106;p37"/>
          <p:cNvGrpSpPr/>
          <p:nvPr/>
        </p:nvGrpSpPr>
        <p:grpSpPr>
          <a:xfrm>
            <a:off x="731647" y="573573"/>
            <a:ext cx="635100" cy="734640"/>
            <a:chOff x="731647" y="573573"/>
            <a:chExt cx="635100" cy="734640"/>
          </a:xfrm>
        </p:grpSpPr>
        <p:grpSp>
          <p:nvGrpSpPr>
            <p:cNvPr id="2107" name="Google Shape;2107;p37"/>
            <p:cNvGrpSpPr/>
            <p:nvPr/>
          </p:nvGrpSpPr>
          <p:grpSpPr>
            <a:xfrm>
              <a:off x="731647" y="573573"/>
              <a:ext cx="635100" cy="635100"/>
              <a:chOff x="917231" y="750460"/>
              <a:chExt cx="635100" cy="635100"/>
            </a:xfrm>
          </p:grpSpPr>
          <p:sp>
            <p:nvSpPr>
              <p:cNvPr id="2108" name="Google Shape;2108;p37"/>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7"/>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0" name="Google Shape;2110;p37"/>
            <p:cNvGrpSpPr/>
            <p:nvPr/>
          </p:nvGrpSpPr>
          <p:grpSpPr>
            <a:xfrm>
              <a:off x="961679" y="1281213"/>
              <a:ext cx="175013" cy="27000"/>
              <a:chOff x="5662375" y="212375"/>
              <a:chExt cx="175013" cy="27000"/>
            </a:xfrm>
          </p:grpSpPr>
          <p:sp>
            <p:nvSpPr>
              <p:cNvPr id="2111" name="Google Shape;2111;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2" name="Google Shape;2112;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3" name="Google Shape;2113;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14" name="Google Shape;2114;p37"/>
          <p:cNvGrpSpPr/>
          <p:nvPr/>
        </p:nvGrpSpPr>
        <p:grpSpPr>
          <a:xfrm>
            <a:off x="731647" y="1650460"/>
            <a:ext cx="635100" cy="733490"/>
            <a:chOff x="731647" y="1650460"/>
            <a:chExt cx="635100" cy="733490"/>
          </a:xfrm>
        </p:grpSpPr>
        <p:grpSp>
          <p:nvGrpSpPr>
            <p:cNvPr id="2115" name="Google Shape;2115;p37"/>
            <p:cNvGrpSpPr/>
            <p:nvPr/>
          </p:nvGrpSpPr>
          <p:grpSpPr>
            <a:xfrm>
              <a:off x="731647" y="1650460"/>
              <a:ext cx="635100" cy="635100"/>
              <a:chOff x="917231" y="1827973"/>
              <a:chExt cx="635100" cy="635100"/>
            </a:xfrm>
          </p:grpSpPr>
          <p:sp>
            <p:nvSpPr>
              <p:cNvPr id="2116" name="Google Shape;2116;p37"/>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7"/>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8" name="Google Shape;2118;p37"/>
            <p:cNvGrpSpPr/>
            <p:nvPr/>
          </p:nvGrpSpPr>
          <p:grpSpPr>
            <a:xfrm>
              <a:off x="961679" y="2356951"/>
              <a:ext cx="175013" cy="27000"/>
              <a:chOff x="5662375" y="212375"/>
              <a:chExt cx="175013" cy="27000"/>
            </a:xfrm>
          </p:grpSpPr>
          <p:sp>
            <p:nvSpPr>
              <p:cNvPr id="2119" name="Google Shape;2119;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0" name="Google Shape;2120;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1" name="Google Shape;2121;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22" name="Google Shape;2122;p37"/>
          <p:cNvGrpSpPr/>
          <p:nvPr/>
        </p:nvGrpSpPr>
        <p:grpSpPr>
          <a:xfrm>
            <a:off x="731647" y="2728277"/>
            <a:ext cx="635100" cy="734984"/>
            <a:chOff x="731647" y="2728277"/>
            <a:chExt cx="635100" cy="734984"/>
          </a:xfrm>
        </p:grpSpPr>
        <p:grpSp>
          <p:nvGrpSpPr>
            <p:cNvPr id="2123" name="Google Shape;2123;p37"/>
            <p:cNvGrpSpPr/>
            <p:nvPr/>
          </p:nvGrpSpPr>
          <p:grpSpPr>
            <a:xfrm>
              <a:off x="731647" y="2728277"/>
              <a:ext cx="635100" cy="635100"/>
              <a:chOff x="917231" y="2905502"/>
              <a:chExt cx="635100" cy="635100"/>
            </a:xfrm>
          </p:grpSpPr>
          <p:sp>
            <p:nvSpPr>
              <p:cNvPr id="2124" name="Google Shape;2124;p37"/>
              <p:cNvSpPr/>
              <p:nvPr/>
            </p:nvSpPr>
            <p:spPr>
              <a:xfrm>
                <a:off x="917231" y="2905502"/>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7"/>
              <p:cNvSpPr/>
              <p:nvPr/>
            </p:nvSpPr>
            <p:spPr>
              <a:xfrm>
                <a:off x="1001931" y="2990252"/>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6" name="Google Shape;2126;p37"/>
            <p:cNvGrpSpPr/>
            <p:nvPr/>
          </p:nvGrpSpPr>
          <p:grpSpPr>
            <a:xfrm>
              <a:off x="961679" y="3436260"/>
              <a:ext cx="175013" cy="27000"/>
              <a:chOff x="5662375" y="212375"/>
              <a:chExt cx="175013" cy="27000"/>
            </a:xfrm>
          </p:grpSpPr>
          <p:sp>
            <p:nvSpPr>
              <p:cNvPr id="2127" name="Google Shape;2127;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8" name="Google Shape;2128;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9" name="Google Shape;2129;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30" name="Google Shape;2130;p37"/>
          <p:cNvGrpSpPr/>
          <p:nvPr/>
        </p:nvGrpSpPr>
        <p:grpSpPr>
          <a:xfrm>
            <a:off x="731647" y="3806675"/>
            <a:ext cx="635100" cy="734704"/>
            <a:chOff x="731647" y="3806675"/>
            <a:chExt cx="635100" cy="734704"/>
          </a:xfrm>
        </p:grpSpPr>
        <p:grpSp>
          <p:nvGrpSpPr>
            <p:cNvPr id="2131" name="Google Shape;2131;p37"/>
            <p:cNvGrpSpPr/>
            <p:nvPr/>
          </p:nvGrpSpPr>
          <p:grpSpPr>
            <a:xfrm>
              <a:off x="731647" y="3806675"/>
              <a:ext cx="635100" cy="635100"/>
              <a:chOff x="917231" y="3983097"/>
              <a:chExt cx="635100" cy="635100"/>
            </a:xfrm>
          </p:grpSpPr>
          <p:sp>
            <p:nvSpPr>
              <p:cNvPr id="2132" name="Google Shape;2132;p37"/>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7"/>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4" name="Google Shape;2134;p37"/>
            <p:cNvGrpSpPr/>
            <p:nvPr/>
          </p:nvGrpSpPr>
          <p:grpSpPr>
            <a:xfrm>
              <a:off x="961679" y="4514379"/>
              <a:ext cx="175013" cy="27000"/>
              <a:chOff x="5662375" y="212375"/>
              <a:chExt cx="175013" cy="27000"/>
            </a:xfrm>
          </p:grpSpPr>
          <p:sp>
            <p:nvSpPr>
              <p:cNvPr id="2135" name="Google Shape;2135;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6" name="Google Shape;2136;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7" name="Google Shape;2137;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38" name="Google Shape;2138;p37"/>
          <p:cNvSpPr txBox="1">
            <a:spLocks noGrp="1"/>
          </p:cNvSpPr>
          <p:nvPr>
            <p:ph type="title"/>
          </p:nvPr>
        </p:nvSpPr>
        <p:spPr>
          <a:xfrm>
            <a:off x="5328197" y="407904"/>
            <a:ext cx="3450369" cy="597980"/>
          </a:xfrm>
          <a:prstGeom prst="rect">
            <a:avLst/>
          </a:prstGeom>
        </p:spPr>
        <p:txBody>
          <a:bodyPr spcFirstLastPara="1" wrap="square" lIns="91425" tIns="91425" rIns="91425" bIns="91425" anchor="ctr" anchorCtr="0">
            <a:noAutofit/>
          </a:bodyPr>
          <a:lstStyle/>
          <a:p>
            <a:r>
              <a:rPr lang="en"/>
              <a:t>Disadvantages of </a:t>
            </a:r>
            <a:br>
              <a:rPr lang="en"/>
            </a:br>
            <a:r>
              <a:rPr lang="en"/>
              <a:t>Cloud Gaming</a:t>
            </a:r>
          </a:p>
        </p:txBody>
      </p:sp>
      <p:sp>
        <p:nvSpPr>
          <p:cNvPr id="2140" name="Google Shape;2140;p37"/>
          <p:cNvSpPr txBox="1">
            <a:spLocks noGrp="1"/>
          </p:cNvSpPr>
          <p:nvPr>
            <p:ph type="subTitle" idx="1"/>
          </p:nvPr>
        </p:nvSpPr>
        <p:spPr>
          <a:xfrm>
            <a:off x="1664208" y="620268"/>
            <a:ext cx="2615100" cy="384000"/>
          </a:xfrm>
          <a:prstGeom prst="rect">
            <a:avLst/>
          </a:prstGeom>
        </p:spPr>
        <p:txBody>
          <a:bodyPr spcFirstLastPara="1" wrap="square" lIns="91425" tIns="91425" rIns="91425" bIns="91425" anchor="t" anchorCtr="0">
            <a:noAutofit/>
          </a:bodyPr>
          <a:lstStyle/>
          <a:p>
            <a:pPr>
              <a:lnSpc>
                <a:spcPct val="115000"/>
              </a:lnSpc>
            </a:pPr>
            <a:r>
              <a:rPr lang="en"/>
              <a:t>Security of Data</a:t>
            </a:r>
            <a:endParaRPr/>
          </a:p>
        </p:txBody>
      </p:sp>
      <p:sp>
        <p:nvSpPr>
          <p:cNvPr id="2141" name="Google Shape;2141;p37"/>
          <p:cNvSpPr txBox="1">
            <a:spLocks noGrp="1"/>
          </p:cNvSpPr>
          <p:nvPr>
            <p:ph type="subTitle" idx="3"/>
          </p:nvPr>
        </p:nvSpPr>
        <p:spPr>
          <a:xfrm>
            <a:off x="1664208" y="1780903"/>
            <a:ext cx="2615100" cy="384000"/>
          </a:xfrm>
          <a:prstGeom prst="rect">
            <a:avLst/>
          </a:prstGeom>
        </p:spPr>
        <p:txBody>
          <a:bodyPr spcFirstLastPara="1" wrap="square" lIns="91425" tIns="91425" rIns="91425" bIns="91425" anchor="t" anchorCtr="0">
            <a:noAutofit/>
          </a:bodyPr>
          <a:lstStyle/>
          <a:p>
            <a:pPr>
              <a:lnSpc>
                <a:spcPct val="115000"/>
              </a:lnSpc>
            </a:pPr>
            <a:r>
              <a:rPr lang="en"/>
              <a:t>Downtime and Reliability</a:t>
            </a:r>
            <a:endParaRPr/>
          </a:p>
        </p:txBody>
      </p:sp>
      <p:sp>
        <p:nvSpPr>
          <p:cNvPr id="2143" name="Google Shape;2143;p37"/>
          <p:cNvSpPr txBox="1">
            <a:spLocks noGrp="1"/>
          </p:cNvSpPr>
          <p:nvPr>
            <p:ph type="subTitle" idx="5"/>
          </p:nvPr>
        </p:nvSpPr>
        <p:spPr>
          <a:xfrm>
            <a:off x="1664208" y="2878038"/>
            <a:ext cx="2615100" cy="384000"/>
          </a:xfrm>
          <a:prstGeom prst="rect">
            <a:avLst/>
          </a:prstGeom>
        </p:spPr>
        <p:txBody>
          <a:bodyPr spcFirstLastPara="1" wrap="square" lIns="91425" tIns="91425" rIns="91425" bIns="91425" anchor="t" anchorCtr="0">
            <a:noAutofit/>
          </a:bodyPr>
          <a:lstStyle/>
          <a:p>
            <a:pPr>
              <a:lnSpc>
                <a:spcPct val="115000"/>
              </a:lnSpc>
            </a:pPr>
            <a:r>
              <a:rPr lang="en"/>
              <a:t>Dependency on internet</a:t>
            </a:r>
          </a:p>
        </p:txBody>
      </p:sp>
      <p:sp>
        <p:nvSpPr>
          <p:cNvPr id="2145" name="Google Shape;2145;p37"/>
          <p:cNvSpPr txBox="1">
            <a:spLocks noGrp="1"/>
          </p:cNvSpPr>
          <p:nvPr>
            <p:ph type="subTitle" idx="7"/>
          </p:nvPr>
        </p:nvSpPr>
        <p:spPr>
          <a:xfrm>
            <a:off x="1664208" y="3938887"/>
            <a:ext cx="3168457" cy="384000"/>
          </a:xfrm>
          <a:prstGeom prst="rect">
            <a:avLst/>
          </a:prstGeom>
        </p:spPr>
        <p:txBody>
          <a:bodyPr spcFirstLastPara="1" wrap="square" lIns="91425" tIns="91425" rIns="91425" bIns="91425" anchor="t" anchorCtr="0">
            <a:noAutofit/>
          </a:bodyPr>
          <a:lstStyle/>
          <a:p>
            <a:pPr>
              <a:lnSpc>
                <a:spcPct val="115000"/>
              </a:lnSpc>
            </a:pPr>
            <a:r>
              <a:rPr lang="en"/>
              <a:t>Cost Management Complexities </a:t>
            </a:r>
          </a:p>
        </p:txBody>
      </p:sp>
      <p:sp>
        <p:nvSpPr>
          <p:cNvPr id="2147" name="Google Shape;2147;p37"/>
          <p:cNvSpPr txBox="1">
            <a:spLocks noGrp="1"/>
          </p:cNvSpPr>
          <p:nvPr>
            <p:ph type="title" idx="9"/>
          </p:nvPr>
        </p:nvSpPr>
        <p:spPr>
          <a:xfrm>
            <a:off x="813816" y="722376"/>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148" name="Google Shape;2148;p37"/>
          <p:cNvSpPr txBox="1">
            <a:spLocks noGrp="1"/>
          </p:cNvSpPr>
          <p:nvPr>
            <p:ph type="title" idx="13"/>
          </p:nvPr>
        </p:nvSpPr>
        <p:spPr>
          <a:xfrm>
            <a:off x="813816" y="1801368"/>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149" name="Google Shape;2149;p37"/>
          <p:cNvSpPr txBox="1">
            <a:spLocks noGrp="1"/>
          </p:cNvSpPr>
          <p:nvPr>
            <p:ph type="title" idx="14"/>
          </p:nvPr>
        </p:nvSpPr>
        <p:spPr>
          <a:xfrm>
            <a:off x="813816" y="2880360"/>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150" name="Google Shape;2150;p37"/>
          <p:cNvSpPr txBox="1">
            <a:spLocks noGrp="1"/>
          </p:cNvSpPr>
          <p:nvPr>
            <p:ph type="title" idx="15"/>
          </p:nvPr>
        </p:nvSpPr>
        <p:spPr>
          <a:xfrm>
            <a:off x="813816" y="3959352"/>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sp>
        <p:nvSpPr>
          <p:cNvPr id="5" name="Title 4">
            <a:extLst>
              <a:ext uri="{FF2B5EF4-FFF2-40B4-BE49-F238E27FC236}">
                <a16:creationId xmlns:a16="http://schemas.microsoft.com/office/drawing/2014/main" id="{01E92D08-96A9-70DC-F971-B1CBB3D54A78}"/>
              </a:ext>
            </a:extLst>
          </p:cNvPr>
          <p:cNvSpPr>
            <a:spLocks noGrp="1"/>
          </p:cNvSpPr>
          <p:nvPr>
            <p:ph type="title"/>
          </p:nvPr>
        </p:nvSpPr>
        <p:spPr>
          <a:xfrm>
            <a:off x="1887590" y="256339"/>
            <a:ext cx="5046827" cy="576000"/>
          </a:xfrm>
        </p:spPr>
        <p:txBody>
          <a:bodyPr/>
          <a:lstStyle/>
          <a:p>
            <a:r>
              <a:rPr lang="en-US"/>
              <a:t>Virtualization </a:t>
            </a:r>
          </a:p>
        </p:txBody>
      </p:sp>
      <p:sp>
        <p:nvSpPr>
          <p:cNvPr id="4" name="Google Shape;1891;p36">
            <a:extLst>
              <a:ext uri="{FF2B5EF4-FFF2-40B4-BE49-F238E27FC236}">
                <a16:creationId xmlns:a16="http://schemas.microsoft.com/office/drawing/2014/main" id="{210E749E-04A4-6BFE-F28A-D08CF5C0FA6E}"/>
              </a:ext>
            </a:extLst>
          </p:cNvPr>
          <p:cNvSpPr txBox="1">
            <a:spLocks/>
          </p:cNvSpPr>
          <p:nvPr/>
        </p:nvSpPr>
        <p:spPr>
          <a:xfrm>
            <a:off x="1077694" y="831875"/>
            <a:ext cx="4232553" cy="388416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9pPr>
          </a:lstStyle>
          <a:p>
            <a:pPr marL="171450" indent="-171450" algn="l">
              <a:buFont typeface="Arial"/>
              <a:buChar char="•"/>
            </a:pPr>
            <a:r>
              <a:rPr lang="en-US">
                <a:solidFill>
                  <a:srgbClr val="161616"/>
                </a:solidFill>
              </a:rPr>
              <a:t>Virtualization is technology that you can use to create virtual representations of servers, storage, networks. </a:t>
            </a:r>
            <a:endParaRPr lang="en-US"/>
          </a:p>
          <a:p>
            <a:pPr algn="l"/>
            <a:endParaRPr lang="en-US">
              <a:solidFill>
                <a:srgbClr val="161616"/>
              </a:solidFill>
            </a:endParaRPr>
          </a:p>
          <a:p>
            <a:pPr marL="171450" indent="-171450" algn="l">
              <a:buFont typeface="Arial"/>
              <a:buChar char="•"/>
            </a:pPr>
            <a:r>
              <a:rPr lang="en-US">
                <a:solidFill>
                  <a:srgbClr val="161616"/>
                </a:solidFill>
              </a:rPr>
              <a:t>It is the process of </a:t>
            </a:r>
            <a:r>
              <a:rPr lang="en-US" b="1">
                <a:solidFill>
                  <a:srgbClr val="161616"/>
                </a:solidFill>
              </a:rPr>
              <a:t>creating a virtual version</a:t>
            </a:r>
            <a:r>
              <a:rPr lang="en-US">
                <a:solidFill>
                  <a:srgbClr val="161616"/>
                </a:solidFill>
              </a:rPr>
              <a:t> of</a:t>
            </a:r>
            <a:br>
              <a:rPr lang="en-US"/>
            </a:br>
            <a:r>
              <a:rPr lang="en-US">
                <a:solidFill>
                  <a:srgbClr val="161616"/>
                </a:solidFill>
              </a:rPr>
              <a:t>something like computer hardware.</a:t>
            </a:r>
            <a:endParaRPr lang="en-US"/>
          </a:p>
          <a:p>
            <a:pPr marL="171450" indent="-171450" algn="l">
              <a:buFont typeface="Arial"/>
              <a:buChar char="•"/>
            </a:pPr>
            <a:endParaRPr lang="en-US">
              <a:solidFill>
                <a:srgbClr val="161616"/>
              </a:solidFill>
            </a:endParaRPr>
          </a:p>
          <a:p>
            <a:pPr marL="171450" indent="-171450" algn="l">
              <a:buFont typeface="Arial"/>
              <a:buChar char="•"/>
            </a:pPr>
            <a:r>
              <a:rPr lang="en-US">
                <a:solidFill>
                  <a:srgbClr val="161616"/>
                </a:solidFill>
              </a:rPr>
              <a:t>With the help of Virtualization, multiple operating systems and applications can run on the same machine, same hardware at the same time.</a:t>
            </a:r>
            <a:endParaRPr lang="en-US"/>
          </a:p>
          <a:p>
            <a:pPr algn="l"/>
            <a:endParaRPr lang="en-US">
              <a:solidFill>
                <a:schemeClr val="accent3">
                  <a:lumMod val="25000"/>
                </a:schemeClr>
              </a:solidFill>
            </a:endParaRPr>
          </a:p>
          <a:p>
            <a:pPr marL="171450" indent="-171450" algn="l">
              <a:buFont typeface="Arial"/>
              <a:buChar char="•"/>
            </a:pPr>
            <a:r>
              <a:rPr lang="en-US">
                <a:solidFill>
                  <a:schemeClr val="accent3">
                    <a:lumMod val="25000"/>
                  </a:schemeClr>
                </a:solidFill>
              </a:rPr>
              <a:t>Benefits:</a:t>
            </a:r>
          </a:p>
          <a:p>
            <a:pPr marL="628650" lvl="1" indent="-171450">
              <a:buFont typeface="Courier New"/>
              <a:buChar char="o"/>
            </a:pPr>
            <a:r>
              <a:rPr lang="en-US">
                <a:solidFill>
                  <a:srgbClr val="161616"/>
                </a:solidFill>
              </a:rPr>
              <a:t>More flexible and efficient allocation of resources.  </a:t>
            </a:r>
          </a:p>
          <a:p>
            <a:pPr marL="628650" lvl="1" indent="-171450">
              <a:buFont typeface="Courier New"/>
              <a:buChar char="o"/>
            </a:pPr>
            <a:r>
              <a:rPr lang="en-US">
                <a:solidFill>
                  <a:srgbClr val="161616"/>
                </a:solidFill>
              </a:rPr>
              <a:t>Remote access and rapid scalability. </a:t>
            </a:r>
            <a:endParaRPr lang="en-US">
              <a:solidFill>
                <a:srgbClr val="494949"/>
              </a:solidFill>
            </a:endParaRPr>
          </a:p>
          <a:p>
            <a:pPr marL="628650" lvl="1" indent="-171450">
              <a:buFont typeface="Courier New"/>
              <a:buChar char="o"/>
            </a:pPr>
            <a:r>
              <a:rPr lang="en-US">
                <a:solidFill>
                  <a:srgbClr val="161616"/>
                </a:solidFill>
              </a:rPr>
              <a:t>Pay peruse of the IT infrastructure on demand. </a:t>
            </a:r>
            <a:endParaRPr lang="en-US">
              <a:solidFill>
                <a:srgbClr val="494949"/>
              </a:solidFill>
            </a:endParaRPr>
          </a:p>
          <a:p>
            <a:pPr marL="628650" lvl="1" indent="-171450">
              <a:buFont typeface="Courier New"/>
              <a:buChar char="o"/>
            </a:pPr>
            <a:r>
              <a:rPr lang="en-US">
                <a:solidFill>
                  <a:srgbClr val="161616"/>
                </a:solidFill>
              </a:rPr>
              <a:t>Enables running multiple operating systems.</a:t>
            </a:r>
            <a:endParaRPr lang="en-US"/>
          </a:p>
        </p:txBody>
      </p:sp>
      <p:pic>
        <p:nvPicPr>
          <p:cNvPr id="3" name="Picture 2" descr="Virtualization">
            <a:extLst>
              <a:ext uri="{FF2B5EF4-FFF2-40B4-BE49-F238E27FC236}">
                <a16:creationId xmlns:a16="http://schemas.microsoft.com/office/drawing/2014/main" id="{0B63A22C-75B4-51EE-0887-7E05C7B5976E}"/>
              </a:ext>
            </a:extLst>
          </p:cNvPr>
          <p:cNvPicPr>
            <a:picLocks noChangeAspect="1"/>
          </p:cNvPicPr>
          <p:nvPr/>
        </p:nvPicPr>
        <p:blipFill>
          <a:blip r:embed="rId3"/>
          <a:stretch>
            <a:fillRect/>
          </a:stretch>
        </p:blipFill>
        <p:spPr>
          <a:xfrm>
            <a:off x="5312196" y="1693581"/>
            <a:ext cx="2808743" cy="17563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32572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40"/>
        <p:cNvGrpSpPr/>
        <p:nvPr/>
      </p:nvGrpSpPr>
      <p:grpSpPr>
        <a:xfrm>
          <a:off x="0" y="0"/>
          <a:ext cx="0" cy="0"/>
          <a:chOff x="0" y="0"/>
          <a:chExt cx="0" cy="0"/>
        </a:xfrm>
      </p:grpSpPr>
      <p:sp>
        <p:nvSpPr>
          <p:cNvPr id="2342" name="Google Shape;2342;p46"/>
          <p:cNvSpPr txBox="1">
            <a:spLocks noGrp="1"/>
          </p:cNvSpPr>
          <p:nvPr>
            <p:ph type="title"/>
          </p:nvPr>
        </p:nvSpPr>
        <p:spPr>
          <a:xfrm>
            <a:off x="2086649" y="283527"/>
            <a:ext cx="4596369" cy="709088"/>
          </a:xfrm>
          <a:prstGeom prst="rect">
            <a:avLst/>
          </a:prstGeom>
        </p:spPr>
        <p:txBody>
          <a:bodyPr spcFirstLastPara="1" wrap="square" lIns="91425" tIns="91425" rIns="91425" bIns="91425" anchor="t" anchorCtr="0">
            <a:noAutofit/>
          </a:bodyPr>
          <a:lstStyle/>
          <a:p>
            <a:r>
              <a:rPr lang="en"/>
              <a:t>Concepts of Virtualization  </a:t>
            </a:r>
            <a:endParaRPr lang="en-US"/>
          </a:p>
        </p:txBody>
      </p:sp>
      <p:sp>
        <p:nvSpPr>
          <p:cNvPr id="2" name="Subtitle 1">
            <a:extLst>
              <a:ext uri="{FF2B5EF4-FFF2-40B4-BE49-F238E27FC236}">
                <a16:creationId xmlns:a16="http://schemas.microsoft.com/office/drawing/2014/main" id="{4372786C-9DFE-3613-B0BE-5A68B7D81CEC}"/>
              </a:ext>
            </a:extLst>
          </p:cNvPr>
          <p:cNvSpPr>
            <a:spLocks noGrp="1"/>
          </p:cNvSpPr>
          <p:nvPr>
            <p:ph type="body" idx="1"/>
          </p:nvPr>
        </p:nvSpPr>
        <p:spPr>
          <a:xfrm>
            <a:off x="612876" y="988055"/>
            <a:ext cx="7588584" cy="4153534"/>
          </a:xfrm>
        </p:spPr>
        <p:txBody>
          <a:bodyPr/>
          <a:lstStyle/>
          <a:p>
            <a:r>
              <a:rPr lang="en-US" sz="1400" b="1"/>
              <a:t>Virtual Machine: </a:t>
            </a:r>
            <a:r>
              <a:rPr lang="en-US" sz="1400"/>
              <a:t>A software-defined computer that runs on a physical computer with a separate operating system and computing resources. </a:t>
            </a:r>
            <a:br>
              <a:rPr lang="en-US" sz="1400"/>
            </a:br>
            <a:br>
              <a:rPr lang="en-US" sz="1400"/>
            </a:br>
            <a:r>
              <a:rPr lang="en-US" sz="1400"/>
              <a:t>The physical computer is called the host machine and virtual machines are guest machines. Multiple virtual machines can run on a single physical machine. </a:t>
            </a:r>
            <a:br>
              <a:rPr lang="en-US" sz="1400"/>
            </a:br>
            <a:br>
              <a:rPr lang="en-US" sz="1400"/>
            </a:br>
            <a:r>
              <a:rPr lang="en-US" sz="1400"/>
              <a:t>Virtual machines are abstracted from the computer hardware by a hypervisor.</a:t>
            </a:r>
            <a:r>
              <a:rPr lang="en-US" sz="1400" b="1"/>
              <a:t> </a:t>
            </a:r>
          </a:p>
          <a:p>
            <a:endParaRPr lang="en-US" sz="1400" b="1"/>
          </a:p>
          <a:p>
            <a:r>
              <a:rPr lang="en-US" sz="1400" b="1"/>
              <a:t>Hypervisor (Virtual Machine Monitor): </a:t>
            </a:r>
            <a:r>
              <a:rPr lang="en-US" sz="1400"/>
              <a:t>A software component that manages multiple virtual machines in a computer. </a:t>
            </a:r>
            <a:br>
              <a:rPr lang="en-US" sz="1400"/>
            </a:br>
            <a:br>
              <a:rPr lang="en-US" sz="1400"/>
            </a:br>
            <a:r>
              <a:rPr lang="en-US" sz="1400"/>
              <a:t>It ensures that each virtual machine gets the allocated resources and does not interfere with the operation of other virtual machines. </a:t>
            </a:r>
            <a:br>
              <a:rPr lang="en-US" sz="1400"/>
            </a:br>
            <a:br>
              <a:rPr lang="en-US" sz="1400"/>
            </a:br>
            <a:r>
              <a:rPr lang="en-US" sz="1400"/>
              <a:t>It manages the execution of multiple operating systems and ensures that each virtual machine operates securely and efficiently.</a:t>
            </a:r>
            <a:br>
              <a:rPr lang="en-US" sz="1400"/>
            </a:br>
            <a:endParaRPr lang="en-US" sz="1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6A460B-18DA-CD6A-305A-773A7D2C67E8}"/>
              </a:ext>
            </a:extLst>
          </p:cNvPr>
          <p:cNvSpPr>
            <a:spLocks noGrp="1"/>
          </p:cNvSpPr>
          <p:nvPr>
            <p:ph type="body" idx="1"/>
          </p:nvPr>
        </p:nvSpPr>
        <p:spPr/>
        <p:txBody>
          <a:bodyPr/>
          <a:lstStyle/>
          <a:p>
            <a:br>
              <a:rPr lang="en-US"/>
            </a:br>
            <a:endParaRPr lang="en-US"/>
          </a:p>
        </p:txBody>
      </p:sp>
      <p:pic>
        <p:nvPicPr>
          <p:cNvPr id="4" name="Picture 3">
            <a:extLst>
              <a:ext uri="{FF2B5EF4-FFF2-40B4-BE49-F238E27FC236}">
                <a16:creationId xmlns:a16="http://schemas.microsoft.com/office/drawing/2014/main" id="{4B937E6F-A9D6-8525-FE73-C1CDFFA96CF0}"/>
              </a:ext>
            </a:extLst>
          </p:cNvPr>
          <p:cNvPicPr>
            <a:picLocks noChangeAspect="1"/>
          </p:cNvPicPr>
          <p:nvPr/>
        </p:nvPicPr>
        <p:blipFill>
          <a:blip r:embed="rId2"/>
          <a:stretch>
            <a:fillRect/>
          </a:stretch>
        </p:blipFill>
        <p:spPr>
          <a:xfrm>
            <a:off x="841248" y="634129"/>
            <a:ext cx="6765982" cy="3875239"/>
          </a:xfrm>
          <a:prstGeom prst="rect">
            <a:avLst/>
          </a:prstGeom>
        </p:spPr>
      </p:pic>
    </p:spTree>
    <p:extLst>
      <p:ext uri="{BB962C8B-B14F-4D97-AF65-F5344CB8AC3E}">
        <p14:creationId xmlns:p14="http://schemas.microsoft.com/office/powerpoint/2010/main" val="3542450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40"/>
        <p:cNvGrpSpPr/>
        <p:nvPr/>
      </p:nvGrpSpPr>
      <p:grpSpPr>
        <a:xfrm>
          <a:off x="0" y="0"/>
          <a:ext cx="0" cy="0"/>
          <a:chOff x="0" y="0"/>
          <a:chExt cx="0" cy="0"/>
        </a:xfrm>
      </p:grpSpPr>
      <p:sp>
        <p:nvSpPr>
          <p:cNvPr id="2241" name="Google Shape;2241;p42"/>
          <p:cNvSpPr txBox="1">
            <a:spLocks noGrp="1"/>
          </p:cNvSpPr>
          <p:nvPr>
            <p:ph type="title"/>
          </p:nvPr>
        </p:nvSpPr>
        <p:spPr>
          <a:xfrm>
            <a:off x="1826445" y="346311"/>
            <a:ext cx="5496900" cy="572700"/>
          </a:xfrm>
          <a:prstGeom prst="rect">
            <a:avLst/>
          </a:prstGeom>
        </p:spPr>
        <p:txBody>
          <a:bodyPr spcFirstLastPara="1" wrap="square" lIns="91425" tIns="91425" rIns="91425" bIns="91425" anchor="t" anchorCtr="0">
            <a:noAutofit/>
          </a:bodyPr>
          <a:lstStyle/>
          <a:p>
            <a:r>
              <a:rPr lang="en" b="1"/>
              <a:t>Limitations of Cloud Gaming </a:t>
            </a:r>
            <a:endParaRPr lang="en-US" b="1"/>
          </a:p>
        </p:txBody>
      </p:sp>
      <p:sp>
        <p:nvSpPr>
          <p:cNvPr id="4" name="TextBox 3">
            <a:extLst>
              <a:ext uri="{FF2B5EF4-FFF2-40B4-BE49-F238E27FC236}">
                <a16:creationId xmlns:a16="http://schemas.microsoft.com/office/drawing/2014/main" id="{007795DA-E24D-04B9-85AB-37D197436F91}"/>
              </a:ext>
            </a:extLst>
          </p:cNvPr>
          <p:cNvSpPr txBox="1"/>
          <p:nvPr/>
        </p:nvSpPr>
        <p:spPr>
          <a:xfrm>
            <a:off x="1166394" y="1284800"/>
            <a:ext cx="6803690" cy="2923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sz="1600" b="1">
                <a:solidFill>
                  <a:schemeClr val="tx1">
                    <a:lumMod val="50000"/>
                  </a:schemeClr>
                </a:solidFill>
                <a:latin typeface="Barlow Semi Condensed Light"/>
              </a:rPr>
              <a:t>Primary Obstacle:</a:t>
            </a:r>
            <a:r>
              <a:rPr lang="en-US">
                <a:solidFill>
                  <a:schemeClr val="tx1">
                    <a:lumMod val="50000"/>
                  </a:schemeClr>
                </a:solidFill>
                <a:latin typeface="Barlow Semi Condensed Light"/>
              </a:rPr>
              <a:t>  Infrastructure, with many services relying on existing data centers or rented cloud space, leading to difficulties in control. </a:t>
            </a:r>
            <a:endParaRPr lang="en-US">
              <a:solidFill>
                <a:schemeClr val="tx1">
                  <a:lumMod val="50000"/>
                </a:schemeClr>
              </a:solidFill>
            </a:endParaRPr>
          </a:p>
          <a:p>
            <a:pPr marL="285750" indent="-285750">
              <a:buChar char="•"/>
            </a:pPr>
            <a:endParaRPr lang="en-US">
              <a:solidFill>
                <a:schemeClr val="tx1">
                  <a:lumMod val="50000"/>
                </a:schemeClr>
              </a:solidFill>
              <a:latin typeface="Barlow Semi Condensed Light"/>
            </a:endParaRPr>
          </a:p>
          <a:p>
            <a:pPr marL="285750" indent="-285750">
              <a:buChar char="•"/>
            </a:pPr>
            <a:r>
              <a:rPr lang="en-US">
                <a:solidFill>
                  <a:schemeClr val="tx1">
                    <a:lumMod val="50000"/>
                  </a:schemeClr>
                </a:solidFill>
                <a:latin typeface="Barlow Semi Condensed Light"/>
              </a:rPr>
              <a:t>Rushed market entries have plagued previous attempts due to bandwidth limitations. </a:t>
            </a:r>
          </a:p>
          <a:p>
            <a:pPr marL="285750" indent="-285750">
              <a:buChar char="•"/>
            </a:pPr>
            <a:endParaRPr lang="en-US">
              <a:solidFill>
                <a:schemeClr val="tx1">
                  <a:lumMod val="50000"/>
                </a:schemeClr>
              </a:solidFill>
              <a:latin typeface="Barlow Semi Condensed Light"/>
            </a:endParaRPr>
          </a:p>
          <a:p>
            <a:pPr marL="285750" indent="-285750">
              <a:buChar char="•"/>
            </a:pPr>
            <a:r>
              <a:rPr lang="en-US">
                <a:solidFill>
                  <a:schemeClr val="tx1">
                    <a:lumMod val="50000"/>
                  </a:schemeClr>
                </a:solidFill>
                <a:latin typeface="Barlow Semi Condensed Light"/>
              </a:rPr>
              <a:t>With support from major tech giants, cloud gaming now boasts improved latency, frame rates, and setup convenience. </a:t>
            </a:r>
          </a:p>
          <a:p>
            <a:pPr marL="285750" indent="-285750">
              <a:buChar char="•"/>
            </a:pPr>
            <a:endParaRPr lang="en-US">
              <a:solidFill>
                <a:schemeClr val="tx1">
                  <a:lumMod val="50000"/>
                </a:schemeClr>
              </a:solidFill>
              <a:latin typeface="Barlow Semi Condensed Light"/>
            </a:endParaRPr>
          </a:p>
          <a:p>
            <a:pPr marL="285750" indent="-285750">
              <a:buChar char="•"/>
            </a:pPr>
            <a:r>
              <a:rPr lang="en-US">
                <a:solidFill>
                  <a:schemeClr val="tx1">
                    <a:lumMod val="50000"/>
                  </a:schemeClr>
                </a:solidFill>
                <a:latin typeface="Barlow Semi Condensed Light"/>
              </a:rPr>
              <a:t>Most notably, it offers unparalleled convenience, allowing gameplay across various devices, thus eliminating the need for dedicated hardware. </a:t>
            </a:r>
            <a:br>
              <a:rPr lang="en-US">
                <a:latin typeface="Barlow Semi Condensed Light"/>
              </a:rPr>
            </a:br>
            <a:br>
              <a:rPr lang="en-US">
                <a:latin typeface="Barlow Semi Condensed Light"/>
              </a:rPr>
            </a:br>
            <a:r>
              <a:rPr lang="en-US">
                <a:solidFill>
                  <a:schemeClr val="tx1">
                    <a:lumMod val="50000"/>
                  </a:schemeClr>
                </a:solidFill>
                <a:latin typeface="Barlow Semi Condensed Light"/>
              </a:rPr>
              <a:t>This accessibility is pivotal for future developments, particularly for live-service games, enabling seamless multiplayer experiences without the necessity of owning a console or PC.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25"/>
        <p:cNvGrpSpPr/>
        <p:nvPr/>
      </p:nvGrpSpPr>
      <p:grpSpPr>
        <a:xfrm>
          <a:off x="0" y="0"/>
          <a:ext cx="0" cy="0"/>
          <a:chOff x="0" y="0"/>
          <a:chExt cx="0" cy="0"/>
        </a:xfrm>
      </p:grpSpPr>
      <p:sp>
        <p:nvSpPr>
          <p:cNvPr id="2330" name="Google Shape;2330;p44"/>
          <p:cNvSpPr txBox="1">
            <a:spLocks noGrp="1"/>
          </p:cNvSpPr>
          <p:nvPr>
            <p:ph type="subTitle" idx="1"/>
          </p:nvPr>
        </p:nvSpPr>
        <p:spPr>
          <a:xfrm>
            <a:off x="1763758" y="905673"/>
            <a:ext cx="4615134" cy="3077026"/>
          </a:xfrm>
          <a:prstGeom prst="rect">
            <a:avLst/>
          </a:prstGeom>
        </p:spPr>
        <p:txBody>
          <a:bodyPr spcFirstLastPara="1" wrap="square" lIns="91425" tIns="91425" rIns="91425" bIns="91425" anchor="t" anchorCtr="0">
            <a:noAutofit/>
          </a:bodyPr>
          <a:lstStyle/>
          <a:p>
            <a:r>
              <a:rPr lang="en" sz="1400">
                <a:solidFill>
                  <a:schemeClr val="tx1">
                    <a:lumMod val="50000"/>
                  </a:schemeClr>
                </a:solidFill>
              </a:rPr>
              <a:t>A proposed method to improve game streaming's scalability </a:t>
            </a:r>
            <a:r>
              <a:rPr lang="en" sz="1400">
                <a:solidFill>
                  <a:schemeClr val="tx1">
                    <a:lumMod val="50000"/>
                  </a:schemeClr>
                </a:solidFill>
                <a:latin typeface="Barlow Semi Condensed"/>
                <a:ea typeface="Barlow Semi Condensed"/>
                <a:cs typeface="Barlow Semi Condensed"/>
                <a:sym typeface="Barlow Semi Condensed"/>
              </a:rPr>
              <a:t>is </a:t>
            </a:r>
            <a:r>
              <a:rPr lang="en" sz="1400">
                <a:solidFill>
                  <a:schemeClr val="tx1">
                    <a:lumMod val="50000"/>
                  </a:schemeClr>
                </a:solidFill>
              </a:rPr>
              <a:t>adaptive graphics processing unit (GPU) resource scheduling.</a:t>
            </a:r>
            <a:br>
              <a:rPr lang="en" sz="1400">
                <a:solidFill>
                  <a:schemeClr val="tx1">
                    <a:lumMod val="50000"/>
                  </a:schemeClr>
                </a:solidFill>
              </a:rPr>
            </a:br>
            <a:br>
              <a:rPr lang="en" sz="1400">
                <a:solidFill>
                  <a:schemeClr val="tx1">
                    <a:lumMod val="50000"/>
                  </a:schemeClr>
                </a:solidFill>
              </a:rPr>
            </a:br>
            <a:r>
              <a:rPr lang="en" sz="1400">
                <a:solidFill>
                  <a:schemeClr val="tx1">
                    <a:lumMod val="50000"/>
                  </a:schemeClr>
                </a:solidFill>
              </a:rPr>
              <a:t>Most cloud gaming providers are using dedicated GPUs to each person playing </a:t>
            </a:r>
            <a:r>
              <a:rPr lang="en" sz="1400">
                <a:solidFill>
                  <a:schemeClr val="tx1">
                    <a:lumMod val="50000"/>
                  </a:schemeClr>
                </a:solidFill>
                <a:latin typeface="Barlow Semi Condensed"/>
                <a:ea typeface="Barlow Semi Condensed"/>
                <a:cs typeface="Barlow Semi Condensed"/>
                <a:sym typeface="Barlow Semi Condensed"/>
              </a:rPr>
              <a:t>a </a:t>
            </a:r>
            <a:r>
              <a:rPr lang="en" sz="1400">
                <a:solidFill>
                  <a:schemeClr val="tx1">
                    <a:lumMod val="50000"/>
                  </a:schemeClr>
                </a:solidFill>
              </a:rPr>
              <a:t>game. This leads to the best performance but can waste resources. </a:t>
            </a:r>
            <a:br>
              <a:rPr lang="en" sz="1400">
                <a:solidFill>
                  <a:schemeClr val="tx1">
                    <a:lumMod val="50000"/>
                  </a:schemeClr>
                </a:solidFill>
              </a:rPr>
            </a:br>
            <a:br>
              <a:rPr lang="en" sz="1400">
                <a:solidFill>
                  <a:schemeClr val="tx1">
                    <a:lumMod val="50000"/>
                  </a:schemeClr>
                </a:solidFill>
              </a:rPr>
            </a:br>
            <a:r>
              <a:rPr lang="en" sz="1400">
                <a:solidFill>
                  <a:schemeClr val="tx1">
                    <a:lumMod val="50000"/>
                  </a:schemeClr>
                </a:solidFill>
              </a:rPr>
              <a:t>With better GPU resource scheduling algorithms,</a:t>
            </a:r>
            <a:r>
              <a:rPr lang="en" sz="1400">
                <a:solidFill>
                  <a:schemeClr val="tx1">
                    <a:lumMod val="50000"/>
                  </a:schemeClr>
                </a:solidFill>
                <a:latin typeface="Barlow Semi Condensed"/>
                <a:ea typeface="Barlow Semi Condensed"/>
                <a:cs typeface="Barlow Semi Condensed"/>
                <a:sym typeface="Barlow Semi Condensed"/>
              </a:rPr>
              <a:t> </a:t>
            </a:r>
            <a:r>
              <a:rPr lang="en" sz="1400">
                <a:solidFill>
                  <a:schemeClr val="tx1">
                    <a:lumMod val="50000"/>
                  </a:schemeClr>
                </a:solidFill>
              </a:rPr>
              <a:t>if the game does not fully utilize </a:t>
            </a:r>
            <a:r>
              <a:rPr lang="en" sz="1400">
                <a:solidFill>
                  <a:schemeClr val="tx1">
                    <a:lumMod val="50000"/>
                  </a:schemeClr>
                </a:solidFill>
                <a:latin typeface="Barlow Semi Condensed"/>
                <a:ea typeface="Barlow Semi Condensed"/>
                <a:cs typeface="Barlow Semi Condensed"/>
                <a:sym typeface="Barlow Semi Condensed"/>
              </a:rPr>
              <a:t>that </a:t>
            </a:r>
            <a:r>
              <a:rPr lang="en" sz="1400">
                <a:solidFill>
                  <a:schemeClr val="tx1">
                    <a:lumMod val="50000"/>
                  </a:schemeClr>
                </a:solidFill>
              </a:rPr>
              <a:t>GPU it can be used to help run </a:t>
            </a:r>
            <a:r>
              <a:rPr lang="en" sz="1400">
                <a:solidFill>
                  <a:schemeClr val="tx1">
                    <a:lumMod val="50000"/>
                  </a:schemeClr>
                </a:solidFill>
                <a:latin typeface="Barlow Semi Condensed"/>
                <a:ea typeface="Barlow Semi Condensed"/>
                <a:cs typeface="Barlow Semi Condensed"/>
                <a:sym typeface="Barlow Semi Condensed"/>
              </a:rPr>
              <a:t>someone </a:t>
            </a:r>
            <a:r>
              <a:rPr lang="en" sz="1400">
                <a:solidFill>
                  <a:schemeClr val="tx1">
                    <a:lumMod val="50000"/>
                  </a:schemeClr>
                </a:solidFill>
              </a:rPr>
              <a:t>else’s game simultaneously. </a:t>
            </a:r>
            <a:br>
              <a:rPr lang="en" sz="1400">
                <a:solidFill>
                  <a:schemeClr val="tx1">
                    <a:lumMod val="50000"/>
                  </a:schemeClr>
                </a:solidFill>
              </a:rPr>
            </a:br>
            <a:br>
              <a:rPr lang="en" sz="1400">
                <a:solidFill>
                  <a:schemeClr val="tx1">
                    <a:lumMod val="50000"/>
                  </a:schemeClr>
                </a:solidFill>
              </a:rPr>
            </a:br>
            <a:r>
              <a:rPr lang="en" sz="1400">
                <a:solidFill>
                  <a:schemeClr val="tx1">
                    <a:lumMod val="50000"/>
                  </a:schemeClr>
                </a:solidFill>
              </a:rPr>
              <a:t>GPU virtualization was not used due to the inferior performance of the resource scheduling algorithm.</a:t>
            </a:r>
            <a:br>
              <a:rPr lang="en" sz="1400">
                <a:solidFill>
                  <a:schemeClr val="tx1">
                    <a:lumMod val="50000"/>
                  </a:schemeClr>
                </a:solidFill>
              </a:rPr>
            </a:br>
            <a:r>
              <a:rPr lang="en" sz="1400">
                <a:solidFill>
                  <a:schemeClr val="tx1">
                    <a:lumMod val="50000"/>
                  </a:schemeClr>
                </a:solidFill>
              </a:rPr>
              <a:t> </a:t>
            </a:r>
            <a:br>
              <a:rPr lang="en" sz="1400">
                <a:solidFill>
                  <a:schemeClr val="tx1">
                    <a:lumMod val="50000"/>
                  </a:schemeClr>
                </a:solidFill>
              </a:rPr>
            </a:br>
            <a:r>
              <a:rPr lang="en" sz="1400">
                <a:solidFill>
                  <a:schemeClr val="tx1">
                    <a:lumMod val="50000"/>
                  </a:schemeClr>
                </a:solidFill>
              </a:rPr>
              <a:t>New developments </a:t>
            </a:r>
            <a:r>
              <a:rPr lang="en" sz="1400">
                <a:solidFill>
                  <a:schemeClr val="tx1">
                    <a:lumMod val="50000"/>
                  </a:schemeClr>
                </a:solidFill>
                <a:latin typeface="Barlow Semi Condensed"/>
                <a:ea typeface="Barlow Semi Condensed"/>
                <a:cs typeface="Barlow Semi Condensed"/>
                <a:sym typeface="Barlow Semi Condensed"/>
              </a:rPr>
              <a:t> </a:t>
            </a:r>
            <a:r>
              <a:rPr lang="en" sz="1400" b="1">
                <a:solidFill>
                  <a:schemeClr val="tx1">
                    <a:lumMod val="50000"/>
                  </a:schemeClr>
                </a:solidFill>
              </a:rPr>
              <a:t>allow up to 90%</a:t>
            </a:r>
            <a:r>
              <a:rPr lang="en" sz="1400">
                <a:solidFill>
                  <a:schemeClr val="tx1">
                    <a:lumMod val="50000"/>
                  </a:schemeClr>
                </a:solidFill>
              </a:rPr>
              <a:t> of </a:t>
            </a:r>
            <a:r>
              <a:rPr lang="en" sz="1400">
                <a:solidFill>
                  <a:schemeClr val="tx1">
                    <a:lumMod val="50000"/>
                  </a:schemeClr>
                </a:solidFill>
                <a:latin typeface="Barlow Semi Condensed"/>
                <a:ea typeface="Barlow Semi Condensed"/>
                <a:cs typeface="Barlow Semi Condensed"/>
                <a:sym typeface="Barlow Semi Condensed"/>
              </a:rPr>
              <a:t>the </a:t>
            </a:r>
            <a:r>
              <a:rPr lang="en" sz="1400">
                <a:solidFill>
                  <a:schemeClr val="tx1">
                    <a:lumMod val="50000"/>
                  </a:schemeClr>
                </a:solidFill>
              </a:rPr>
              <a:t>GPUs original power to be utilized.</a:t>
            </a:r>
            <a:endParaRPr lang="en-US" sz="1400">
              <a:solidFill>
                <a:schemeClr val="tx1">
                  <a:lumMod val="50000"/>
                </a:schemeClr>
              </a:solidFill>
            </a:endParaRPr>
          </a:p>
        </p:txBody>
      </p:sp>
      <p:sp>
        <p:nvSpPr>
          <p:cNvPr id="4" name="TextBox 3">
            <a:extLst>
              <a:ext uri="{FF2B5EF4-FFF2-40B4-BE49-F238E27FC236}">
                <a16:creationId xmlns:a16="http://schemas.microsoft.com/office/drawing/2014/main" id="{FF6BF236-5BB5-1898-968D-AD4281EE093E}"/>
              </a:ext>
            </a:extLst>
          </p:cNvPr>
          <p:cNvSpPr txBox="1"/>
          <p:nvPr/>
        </p:nvSpPr>
        <p:spPr>
          <a:xfrm>
            <a:off x="6467452" y="1970051"/>
            <a:ext cx="267607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Barlow Semi Condensed Light"/>
              </a:rPr>
              <a:t>GPU Resource Sharing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25"/>
        <p:cNvGrpSpPr/>
        <p:nvPr/>
      </p:nvGrpSpPr>
      <p:grpSpPr>
        <a:xfrm>
          <a:off x="0" y="0"/>
          <a:ext cx="0" cy="0"/>
          <a:chOff x="0" y="0"/>
          <a:chExt cx="0" cy="0"/>
        </a:xfrm>
      </p:grpSpPr>
      <p:sp>
        <p:nvSpPr>
          <p:cNvPr id="2330" name="Google Shape;2330;p44"/>
          <p:cNvSpPr txBox="1">
            <a:spLocks noGrp="1"/>
          </p:cNvSpPr>
          <p:nvPr>
            <p:ph type="subTitle" idx="1"/>
          </p:nvPr>
        </p:nvSpPr>
        <p:spPr>
          <a:xfrm>
            <a:off x="1403387" y="1911678"/>
            <a:ext cx="3915680" cy="1841044"/>
          </a:xfrm>
          <a:prstGeom prst="rect">
            <a:avLst/>
          </a:prstGeom>
        </p:spPr>
        <p:txBody>
          <a:bodyPr spcFirstLastPara="1" wrap="square" lIns="91425" tIns="91425" rIns="91425" bIns="91425" anchor="t" anchorCtr="0">
            <a:noAutofit/>
          </a:bodyPr>
          <a:lstStyle/>
          <a:p>
            <a:pPr algn="just"/>
            <a:r>
              <a:rPr lang="en-US" sz="1400">
                <a:solidFill>
                  <a:srgbClr val="000000"/>
                </a:solidFill>
              </a:rPr>
              <a:t>Algorithms could be used to help predict a player's next inputs, which could overcome the impact of latency in cloud gaming applications. </a:t>
            </a:r>
            <a:br>
              <a:rPr lang="en-US" sz="1400"/>
            </a:br>
            <a:br>
              <a:rPr lang="en-US" sz="1400"/>
            </a:br>
            <a:r>
              <a:rPr lang="en-US" sz="1400">
                <a:solidFill>
                  <a:srgbClr val="000000"/>
                </a:solidFill>
              </a:rPr>
              <a:t>Stadia's head of engineering Majd Bakar foresaw the future possibility of using such a concept to " [reduce] latency to </a:t>
            </a:r>
            <a:r>
              <a:rPr lang="en-US" sz="1400">
                <a:solidFill>
                  <a:srgbClr val="000000"/>
                </a:solidFill>
                <a:latin typeface="Barlow Semi Condensed"/>
                <a:ea typeface="Barlow Semi Condensed"/>
                <a:cs typeface="Barlow Semi Condensed"/>
                <a:sym typeface="Barlow Semi Condensed"/>
              </a:rPr>
              <a:t>the </a:t>
            </a:r>
            <a:r>
              <a:rPr lang="en-US" sz="1400">
                <a:solidFill>
                  <a:srgbClr val="000000"/>
                </a:solidFill>
              </a:rPr>
              <a:t>point where it's basically nonexistent", referring to this concept as </a:t>
            </a:r>
            <a:r>
              <a:rPr lang="en-US" sz="1400" b="1">
                <a:solidFill>
                  <a:srgbClr val="000000"/>
                </a:solidFill>
              </a:rPr>
              <a:t>"Negative Latency"</a:t>
            </a:r>
            <a:r>
              <a:rPr lang="en-US" sz="1400">
                <a:solidFill>
                  <a:srgbClr val="000000"/>
                </a:solidFill>
              </a:rPr>
              <a:t>.</a:t>
            </a:r>
            <a:endParaRPr lang="en" sz="1400">
              <a:solidFill>
                <a:srgbClr val="000000"/>
              </a:solidFill>
            </a:endParaRPr>
          </a:p>
        </p:txBody>
      </p:sp>
      <p:sp>
        <p:nvSpPr>
          <p:cNvPr id="4" name="TextBox 3">
            <a:extLst>
              <a:ext uri="{FF2B5EF4-FFF2-40B4-BE49-F238E27FC236}">
                <a16:creationId xmlns:a16="http://schemas.microsoft.com/office/drawing/2014/main" id="{FF6BF236-5BB5-1898-968D-AD4281EE093E}"/>
              </a:ext>
            </a:extLst>
          </p:cNvPr>
          <p:cNvSpPr txBox="1"/>
          <p:nvPr/>
        </p:nvSpPr>
        <p:spPr>
          <a:xfrm>
            <a:off x="6383302" y="1909893"/>
            <a:ext cx="2376714"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latin typeface="Barlow Semi Condensed Light"/>
              </a:rPr>
              <a:t>Predictive Input</a:t>
            </a:r>
          </a:p>
        </p:txBody>
      </p:sp>
    </p:spTree>
    <p:extLst>
      <p:ext uri="{BB962C8B-B14F-4D97-AF65-F5344CB8AC3E}">
        <p14:creationId xmlns:p14="http://schemas.microsoft.com/office/powerpoint/2010/main" val="1826691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90"/>
        <p:cNvGrpSpPr/>
        <p:nvPr/>
      </p:nvGrpSpPr>
      <p:grpSpPr>
        <a:xfrm>
          <a:off x="0" y="0"/>
          <a:ext cx="0" cy="0"/>
          <a:chOff x="0" y="0"/>
          <a:chExt cx="0" cy="0"/>
        </a:xfrm>
      </p:grpSpPr>
      <p:sp>
        <p:nvSpPr>
          <p:cNvPr id="3191" name="Google Shape;3191;p56"/>
          <p:cNvSpPr txBox="1">
            <a:spLocks noGrp="1"/>
          </p:cNvSpPr>
          <p:nvPr>
            <p:ph type="title"/>
          </p:nvPr>
        </p:nvSpPr>
        <p:spPr>
          <a:xfrm>
            <a:off x="204296" y="1806000"/>
            <a:ext cx="3566100" cy="1362600"/>
          </a:xfrm>
          <a:prstGeom prst="rect">
            <a:avLst/>
          </a:prstGeom>
        </p:spPr>
        <p:txBody>
          <a:bodyPr spcFirstLastPara="1" wrap="square" lIns="91425" tIns="91425" rIns="91425" bIns="91425" anchor="t" anchorCtr="0">
            <a:noAutofit/>
          </a:bodyPr>
          <a:lstStyle/>
          <a:p>
            <a:r>
              <a:rPr lang="en"/>
              <a:t>Cloud Gaming Services</a:t>
            </a:r>
            <a:endParaRPr lang="en-US"/>
          </a:p>
        </p:txBody>
      </p:sp>
      <p:sp>
        <p:nvSpPr>
          <p:cNvPr id="2" name="Text Placeholder 1">
            <a:extLst>
              <a:ext uri="{FF2B5EF4-FFF2-40B4-BE49-F238E27FC236}">
                <a16:creationId xmlns:a16="http://schemas.microsoft.com/office/drawing/2014/main" id="{E763751D-5D3F-D98D-16E7-ABD44DCC9D1B}"/>
              </a:ext>
            </a:extLst>
          </p:cNvPr>
          <p:cNvSpPr>
            <a:spLocks noGrp="1"/>
          </p:cNvSpPr>
          <p:nvPr>
            <p:ph type="body" idx="1"/>
          </p:nvPr>
        </p:nvSpPr>
        <p:spPr>
          <a:xfrm>
            <a:off x="3424431" y="530993"/>
            <a:ext cx="5506146" cy="2443205"/>
          </a:xfrm>
        </p:spPr>
        <p:txBody>
          <a:bodyPr/>
          <a:lstStyle/>
          <a:p>
            <a:pPr marL="482600" indent="-342900">
              <a:buAutoNum type="arabicPeriod"/>
            </a:pPr>
            <a:r>
              <a:rPr lang="en-US" sz="1600" b="1"/>
              <a:t>Xbox Game Pass Ultimate ( best cloud gaming service overall )</a:t>
            </a:r>
            <a:br>
              <a:rPr lang="en-US" b="1"/>
            </a:br>
            <a:br>
              <a:rPr lang="en-US"/>
            </a:br>
            <a:r>
              <a:rPr lang="en-US" sz="1200"/>
              <a:t>Platforms: PC, Xbox One, Xbox Series X/S, mobile, Web browser, smart TV</a:t>
            </a:r>
            <a:br>
              <a:rPr lang="en-US" sz="1200"/>
            </a:br>
            <a:r>
              <a:rPr lang="en-US" sz="1200"/>
              <a:t>Resolution: Up to 1080p</a:t>
            </a:r>
            <a:br>
              <a:rPr lang="en-US" sz="1200"/>
            </a:br>
            <a:r>
              <a:rPr lang="en-US" sz="1200"/>
              <a:t>Network Requirements: 20 Mbps  / 10 Mbps </a:t>
            </a:r>
            <a:br>
              <a:rPr lang="en-US" sz="1200"/>
            </a:br>
            <a:r>
              <a:rPr lang="en-US" sz="1200"/>
              <a:t>Game Library: 450+ </a:t>
            </a:r>
            <a:br>
              <a:rPr lang="en-US" sz="1200"/>
            </a:br>
            <a:br>
              <a:rPr lang="en-US" sz="1200"/>
            </a:br>
            <a:r>
              <a:rPr lang="en-US" sz="1200"/>
              <a:t>Excellent game library</a:t>
            </a:r>
            <a:br>
              <a:rPr lang="en-US" sz="1200"/>
            </a:br>
            <a:r>
              <a:rPr lang="en-US" sz="1200"/>
              <a:t>Strong stable performance</a:t>
            </a:r>
            <a:br>
              <a:rPr lang="en-US" sz="1200"/>
            </a:br>
            <a:r>
              <a:rPr lang="en-US" sz="1200"/>
              <a:t>Variety of platforms</a:t>
            </a:r>
            <a:br>
              <a:rPr lang="en-US" sz="1200"/>
            </a:br>
            <a:r>
              <a:rPr lang="en-US" sz="1200"/>
              <a:t>Expensive monthly fee </a:t>
            </a:r>
            <a:br>
              <a:rPr lang="en-US" sz="1200"/>
            </a:br>
            <a:br>
              <a:rPr lang="en-US" sz="1200"/>
            </a:br>
            <a:r>
              <a:rPr lang="en-US" sz="1200"/>
              <a:t>Robust streaming option at no extra cost</a:t>
            </a:r>
            <a:br>
              <a:rPr lang="en-US" sz="1200"/>
            </a:br>
            <a:r>
              <a:rPr lang="en-US" sz="1200"/>
              <a:t>Streaming elements can pipe games to all manner of devices</a:t>
            </a:r>
            <a:br>
              <a:rPr lang="en-US"/>
            </a:br>
            <a:br>
              <a:rPr lang="en-US"/>
            </a:br>
            <a:endParaRPr lang="en-US"/>
          </a:p>
        </p:txBody>
      </p:sp>
      <p:pic>
        <p:nvPicPr>
          <p:cNvPr id="3" name="Picture 2" descr="Xbox Game Pass Ultimate Cloud Gaming [Videos] - IGN">
            <a:extLst>
              <a:ext uri="{FF2B5EF4-FFF2-40B4-BE49-F238E27FC236}">
                <a16:creationId xmlns:a16="http://schemas.microsoft.com/office/drawing/2014/main" id="{EA4C7956-09B9-A781-E559-84584CC123C1}"/>
              </a:ext>
            </a:extLst>
          </p:cNvPr>
          <p:cNvPicPr>
            <a:picLocks noChangeAspect="1"/>
          </p:cNvPicPr>
          <p:nvPr/>
        </p:nvPicPr>
        <p:blipFill>
          <a:blip r:embed="rId3"/>
          <a:stretch>
            <a:fillRect/>
          </a:stretch>
        </p:blipFill>
        <p:spPr>
          <a:xfrm>
            <a:off x="7054195" y="1749231"/>
            <a:ext cx="1133411" cy="1020046"/>
          </a:xfrm>
          <a:prstGeom prst="rect">
            <a:avLst/>
          </a:prstGeom>
        </p:spPr>
      </p:pic>
      <p:pic>
        <p:nvPicPr>
          <p:cNvPr id="4" name="Picture 3" descr="A black grid with white and blue check marks&#10;&#10;Description automatically generated">
            <a:extLst>
              <a:ext uri="{FF2B5EF4-FFF2-40B4-BE49-F238E27FC236}">
                <a16:creationId xmlns:a16="http://schemas.microsoft.com/office/drawing/2014/main" id="{9EF685F6-8A30-B012-D089-F62325C4A55F}"/>
              </a:ext>
            </a:extLst>
          </p:cNvPr>
          <p:cNvPicPr>
            <a:picLocks noChangeAspect="1"/>
          </p:cNvPicPr>
          <p:nvPr/>
        </p:nvPicPr>
        <p:blipFill>
          <a:blip r:embed="rId4"/>
          <a:stretch>
            <a:fillRect/>
          </a:stretch>
        </p:blipFill>
        <p:spPr>
          <a:xfrm>
            <a:off x="4018812" y="3654435"/>
            <a:ext cx="3915636" cy="101193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93"/>
        <p:cNvGrpSpPr/>
        <p:nvPr/>
      </p:nvGrpSpPr>
      <p:grpSpPr>
        <a:xfrm>
          <a:off x="0" y="0"/>
          <a:ext cx="0" cy="0"/>
          <a:chOff x="0" y="0"/>
          <a:chExt cx="0" cy="0"/>
        </a:xfrm>
      </p:grpSpPr>
      <p:sp>
        <p:nvSpPr>
          <p:cNvPr id="2" name="Subtitle 1">
            <a:extLst>
              <a:ext uri="{FF2B5EF4-FFF2-40B4-BE49-F238E27FC236}">
                <a16:creationId xmlns:a16="http://schemas.microsoft.com/office/drawing/2014/main" id="{AA50C349-D9A8-752C-35C3-C0DB0A4280AA}"/>
              </a:ext>
            </a:extLst>
          </p:cNvPr>
          <p:cNvSpPr>
            <a:spLocks noGrp="1"/>
          </p:cNvSpPr>
          <p:nvPr>
            <p:ph type="body" idx="1"/>
          </p:nvPr>
        </p:nvSpPr>
        <p:spPr>
          <a:xfrm>
            <a:off x="527798" y="968619"/>
            <a:ext cx="3817721" cy="4178617"/>
          </a:xfrm>
        </p:spPr>
        <p:txBody>
          <a:bodyPr/>
          <a:lstStyle/>
          <a:p>
            <a:r>
              <a:rPr lang="en-US" b="1"/>
              <a:t>2. Nvidia GeForce Now </a:t>
            </a:r>
            <a:br>
              <a:rPr lang="en-US" b="1"/>
            </a:br>
            <a:r>
              <a:rPr lang="en-US" b="1"/>
              <a:t>( Best budget cloud gaming service )</a:t>
            </a:r>
            <a:br>
              <a:rPr lang="en-US"/>
            </a:br>
            <a:br>
              <a:rPr lang="en-US"/>
            </a:br>
            <a:endParaRPr lang="en-US" b="1"/>
          </a:p>
          <a:p>
            <a:r>
              <a:rPr lang="en-US"/>
              <a:t>Platforms: PC, Mac, Chrome OS, Web browser, mobile, smart TV </a:t>
            </a:r>
            <a:br>
              <a:rPr lang="en-US"/>
            </a:br>
            <a:r>
              <a:rPr lang="en-US"/>
              <a:t>Resolution: Up to 4K </a:t>
            </a:r>
            <a:br>
              <a:rPr lang="en-US"/>
            </a:br>
            <a:r>
              <a:rPr lang="en-US"/>
              <a:t>Network Requirements: 45 Mbps (recommended) / 15 Mbps (minimum) </a:t>
            </a:r>
            <a:br>
              <a:rPr lang="en-US"/>
            </a:br>
            <a:r>
              <a:rPr lang="en-US" b="1"/>
              <a:t>Game Library: 1,500+ </a:t>
            </a:r>
            <a:r>
              <a:rPr lang="en-US"/>
              <a:t> </a:t>
            </a:r>
            <a:br>
              <a:rPr lang="en-US"/>
            </a:br>
            <a:br>
              <a:rPr lang="en-US"/>
            </a:br>
            <a:endParaRPr lang="en-US"/>
          </a:p>
          <a:p>
            <a:r>
              <a:rPr lang="en-US"/>
              <a:t>Works with games you own</a:t>
            </a:r>
            <a:br>
              <a:rPr lang="en-US"/>
            </a:br>
            <a:r>
              <a:rPr lang="en-US"/>
              <a:t>Competent free tier </a:t>
            </a:r>
            <a:br>
              <a:rPr lang="en-US"/>
            </a:br>
            <a:endParaRPr lang="en-US"/>
          </a:p>
          <a:p>
            <a:r>
              <a:rPr lang="en-US"/>
              <a:t>Uppermost tier is expensive</a:t>
            </a:r>
            <a:br>
              <a:rPr lang="en-US"/>
            </a:br>
            <a:r>
              <a:rPr lang="en-US"/>
              <a:t>Requires existing accounts and games</a:t>
            </a:r>
            <a:br>
              <a:rPr lang="en-US"/>
            </a:br>
            <a:br>
              <a:rPr lang="en-US"/>
            </a:br>
            <a:br>
              <a:rPr lang="en-US"/>
            </a:br>
            <a:br>
              <a:rPr lang="en-US"/>
            </a:br>
            <a:endParaRPr lang="en-US"/>
          </a:p>
        </p:txBody>
      </p:sp>
      <p:sp>
        <p:nvSpPr>
          <p:cNvPr id="3" name="Subtitle 2">
            <a:extLst>
              <a:ext uri="{FF2B5EF4-FFF2-40B4-BE49-F238E27FC236}">
                <a16:creationId xmlns:a16="http://schemas.microsoft.com/office/drawing/2014/main" id="{118A802B-9EAA-9D89-D088-EDA5CD5E31BE}"/>
              </a:ext>
            </a:extLst>
          </p:cNvPr>
          <p:cNvSpPr>
            <a:spLocks noGrp="1"/>
          </p:cNvSpPr>
          <p:nvPr>
            <p:ph type="body" idx="2"/>
          </p:nvPr>
        </p:nvSpPr>
        <p:spPr>
          <a:xfrm>
            <a:off x="4272963" y="968619"/>
            <a:ext cx="3912030" cy="4178617"/>
          </a:xfrm>
        </p:spPr>
        <p:txBody>
          <a:bodyPr/>
          <a:lstStyle/>
          <a:p>
            <a:pPr algn="r"/>
            <a:r>
              <a:rPr lang="en-US" b="1"/>
              <a:t>3. PlayStation Plus Premium </a:t>
            </a:r>
            <a:br>
              <a:rPr lang="en-US" b="1"/>
            </a:br>
            <a:r>
              <a:rPr lang="en-US" b="1"/>
              <a:t>( best cloud gaming service for PlayStation fans)</a:t>
            </a:r>
            <a:br>
              <a:rPr lang="en-US"/>
            </a:br>
            <a:br>
              <a:rPr lang="en-US"/>
            </a:br>
            <a:endParaRPr lang="en-US" b="1"/>
          </a:p>
          <a:p>
            <a:pPr algn="r"/>
            <a:r>
              <a:rPr lang="en-US" b="1"/>
              <a:t>Platforms: PC, PS4, PS5</a:t>
            </a:r>
            <a:r>
              <a:rPr lang="en-US"/>
              <a:t> </a:t>
            </a:r>
            <a:br>
              <a:rPr lang="en-US"/>
            </a:br>
            <a:r>
              <a:rPr lang="en-US"/>
              <a:t>Resolution: Up to 1080p </a:t>
            </a:r>
            <a:br>
              <a:rPr lang="en-US"/>
            </a:br>
            <a:r>
              <a:rPr lang="en-US"/>
              <a:t>Network Requirements: 15 Mbps  /</a:t>
            </a:r>
            <a:br>
              <a:rPr lang="en-US"/>
            </a:br>
            <a:r>
              <a:rPr lang="en-US"/>
              <a:t> 5 Mbps  </a:t>
            </a:r>
            <a:br>
              <a:rPr lang="en-US"/>
            </a:br>
            <a:r>
              <a:rPr lang="en-US"/>
              <a:t>Game Library: 300+ </a:t>
            </a:r>
            <a:br>
              <a:rPr lang="en-US"/>
            </a:br>
            <a:br>
              <a:rPr lang="en-US"/>
            </a:br>
            <a:endParaRPr lang="en-US"/>
          </a:p>
          <a:p>
            <a:pPr algn="r">
              <a:buClr>
                <a:srgbClr val="77C6FC"/>
              </a:buClr>
            </a:pPr>
            <a:r>
              <a:rPr lang="en-US"/>
              <a:t> Sony back catalog</a:t>
            </a:r>
            <a:br>
              <a:rPr lang="en-US"/>
            </a:br>
            <a:r>
              <a:rPr lang="en-US"/>
              <a:t> Works well on PS4 and PS5 consoles</a:t>
            </a:r>
            <a:br>
              <a:rPr lang="en-US"/>
            </a:br>
            <a:r>
              <a:rPr lang="en-US"/>
              <a:t> Low bandwidth requirements</a:t>
            </a:r>
            <a:br>
              <a:rPr lang="en-US"/>
            </a:br>
            <a:endParaRPr lang="en-US"/>
          </a:p>
          <a:p>
            <a:pPr algn="r"/>
            <a:r>
              <a:rPr lang="en-US"/>
              <a:t>PC app condition</a:t>
            </a:r>
            <a:br>
              <a:rPr lang="en-US"/>
            </a:br>
            <a:r>
              <a:rPr lang="en-US"/>
              <a:t>Tedious save transfer process</a:t>
            </a:r>
          </a:p>
        </p:txBody>
      </p:sp>
      <p:sp>
        <p:nvSpPr>
          <p:cNvPr id="2694" name="Google Shape;2694;p49"/>
          <p:cNvSpPr txBox="1">
            <a:spLocks noGrp="1"/>
          </p:cNvSpPr>
          <p:nvPr>
            <p:ph type="title"/>
          </p:nvPr>
        </p:nvSpPr>
        <p:spPr>
          <a:xfrm>
            <a:off x="2487770" y="97696"/>
            <a:ext cx="4170217" cy="576000"/>
          </a:xfrm>
          <a:prstGeom prst="rect">
            <a:avLst/>
          </a:prstGeom>
        </p:spPr>
        <p:txBody>
          <a:bodyPr spcFirstLastPara="1" wrap="square" lIns="91425" tIns="91425" rIns="91425" bIns="91425" anchor="t" anchorCtr="0">
            <a:noAutofit/>
          </a:bodyPr>
          <a:lstStyle/>
          <a:p>
            <a:r>
              <a:rPr lang="en"/>
              <a:t>More Cloud Gaming Services</a:t>
            </a:r>
            <a:endParaRPr/>
          </a:p>
        </p:txBody>
      </p:sp>
      <p:pic>
        <p:nvPicPr>
          <p:cNvPr id="9" name="Picture 8" descr="Image result for Nvidia GeForce Now">
            <a:extLst>
              <a:ext uri="{FF2B5EF4-FFF2-40B4-BE49-F238E27FC236}">
                <a16:creationId xmlns:a16="http://schemas.microsoft.com/office/drawing/2014/main" id="{049EFEBF-0A31-7554-AC10-1AEAA062E592}"/>
              </a:ext>
            </a:extLst>
          </p:cNvPr>
          <p:cNvPicPr>
            <a:picLocks noChangeAspect="1"/>
          </p:cNvPicPr>
          <p:nvPr/>
        </p:nvPicPr>
        <p:blipFill>
          <a:blip r:embed="rId3"/>
          <a:stretch>
            <a:fillRect/>
          </a:stretch>
        </p:blipFill>
        <p:spPr>
          <a:xfrm>
            <a:off x="2899358" y="2654466"/>
            <a:ext cx="1314953" cy="100012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0" name="Picture 9" descr="Cos'è PlayStation Plus Premium, cosa ha a che vedere con PS5 e cosa ...">
            <a:extLst>
              <a:ext uri="{FF2B5EF4-FFF2-40B4-BE49-F238E27FC236}">
                <a16:creationId xmlns:a16="http://schemas.microsoft.com/office/drawing/2014/main" id="{2DFEC85C-15E0-77AB-3423-877A3BCEE16F}"/>
              </a:ext>
            </a:extLst>
          </p:cNvPr>
          <p:cNvPicPr>
            <a:picLocks noChangeAspect="1"/>
          </p:cNvPicPr>
          <p:nvPr/>
        </p:nvPicPr>
        <p:blipFill>
          <a:blip r:embed="rId4"/>
          <a:stretch>
            <a:fillRect/>
          </a:stretch>
        </p:blipFill>
        <p:spPr>
          <a:xfrm>
            <a:off x="4471235" y="2681842"/>
            <a:ext cx="1231733" cy="94537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06"/>
        <p:cNvGrpSpPr/>
        <p:nvPr/>
      </p:nvGrpSpPr>
      <p:grpSpPr>
        <a:xfrm>
          <a:off x="0" y="0"/>
          <a:ext cx="0" cy="0"/>
          <a:chOff x="0" y="0"/>
          <a:chExt cx="0" cy="0"/>
        </a:xfrm>
      </p:grpSpPr>
      <p:sp>
        <p:nvSpPr>
          <p:cNvPr id="2308" name="Google Shape;2308;p43"/>
          <p:cNvSpPr txBox="1">
            <a:spLocks noGrp="1"/>
          </p:cNvSpPr>
          <p:nvPr>
            <p:ph type="title"/>
          </p:nvPr>
        </p:nvSpPr>
        <p:spPr>
          <a:xfrm>
            <a:off x="1828299" y="211912"/>
            <a:ext cx="5496900" cy="572700"/>
          </a:xfrm>
          <a:prstGeom prst="rect">
            <a:avLst/>
          </a:prstGeom>
        </p:spPr>
        <p:txBody>
          <a:bodyPr spcFirstLastPara="1" wrap="square" lIns="91425" tIns="91425" rIns="91425" bIns="91425" anchor="t" anchorCtr="0">
            <a:noAutofit/>
          </a:bodyPr>
          <a:lstStyle/>
          <a:p>
            <a:r>
              <a:rPr lang="en"/>
              <a:t>Cloud Based Multiplayer Games</a:t>
            </a:r>
            <a:endParaRPr/>
          </a:p>
        </p:txBody>
      </p:sp>
      <p:sp>
        <p:nvSpPr>
          <p:cNvPr id="4" name="Google Shape;1891;p36">
            <a:extLst>
              <a:ext uri="{FF2B5EF4-FFF2-40B4-BE49-F238E27FC236}">
                <a16:creationId xmlns:a16="http://schemas.microsoft.com/office/drawing/2014/main" id="{F4D0B49D-7316-AC3A-C18D-CA41C6CDBACD}"/>
              </a:ext>
            </a:extLst>
          </p:cNvPr>
          <p:cNvSpPr txBox="1">
            <a:spLocks/>
          </p:cNvSpPr>
          <p:nvPr/>
        </p:nvSpPr>
        <p:spPr>
          <a:xfrm>
            <a:off x="695345" y="982087"/>
            <a:ext cx="5407956" cy="2609681"/>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solidFill>
                  <a:schemeClr val="accent3">
                    <a:lumMod val="25000"/>
                  </a:schemeClr>
                </a:solidFill>
              </a:rPr>
              <a:t>Following are some examples of Cloud Based Multiplayer Games:</a:t>
            </a:r>
            <a:br>
              <a:rPr lang="en-US">
                <a:solidFill>
                  <a:schemeClr val="accent3">
                    <a:lumMod val="25000"/>
                  </a:schemeClr>
                </a:solidFill>
              </a:rPr>
            </a:br>
            <a:endParaRPr lang="en-US">
              <a:solidFill>
                <a:schemeClr val="accent3">
                  <a:lumMod val="25000"/>
                </a:schemeClr>
              </a:solidFill>
            </a:endParaRPr>
          </a:p>
          <a:p>
            <a:pPr marL="628650" lvl="1" indent="-171450">
              <a:buFont typeface="Courier New"/>
              <a:buChar char="o"/>
            </a:pPr>
            <a:r>
              <a:rPr lang="en-US"/>
              <a:t>Fortnite</a:t>
            </a:r>
            <a:endParaRPr lang="en-US">
              <a:solidFill>
                <a:srgbClr val="034672"/>
              </a:solidFill>
            </a:endParaRPr>
          </a:p>
          <a:p>
            <a:pPr marL="628650" lvl="1" indent="-171450">
              <a:buFont typeface="Courier New"/>
              <a:buChar char="o"/>
            </a:pPr>
            <a:r>
              <a:rPr lang="en-US"/>
              <a:t>Apex Legends</a:t>
            </a:r>
          </a:p>
          <a:p>
            <a:pPr marL="628650" lvl="1" indent="-171450">
              <a:buFont typeface="Courier New"/>
              <a:buChar char="o"/>
            </a:pPr>
            <a:r>
              <a:rPr lang="en-US"/>
              <a:t>League of Legends (</a:t>
            </a:r>
            <a:r>
              <a:rPr lang="en-US" err="1"/>
              <a:t>LoL</a:t>
            </a:r>
            <a:r>
              <a:rPr lang="en-US"/>
              <a:t>)</a:t>
            </a:r>
            <a:endParaRPr lang="en-US">
              <a:solidFill>
                <a:srgbClr val="034672"/>
              </a:solidFill>
            </a:endParaRPr>
          </a:p>
          <a:p>
            <a:pPr marL="628650" lvl="1" indent="-171450">
              <a:buFont typeface="Courier New"/>
              <a:buChar char="o"/>
            </a:pPr>
            <a:r>
              <a:rPr lang="en-US"/>
              <a:t>Call of Duty: Warzone</a:t>
            </a:r>
            <a:endParaRPr lang="en-US">
              <a:solidFill>
                <a:srgbClr val="034672"/>
              </a:solidFill>
            </a:endParaRPr>
          </a:p>
          <a:p>
            <a:pPr marL="628650" lvl="1" indent="-171450">
              <a:buFont typeface="Courier New"/>
              <a:buChar char="o"/>
            </a:pPr>
            <a:r>
              <a:rPr lang="en-US"/>
              <a:t>Minecraft</a:t>
            </a:r>
          </a:p>
          <a:p>
            <a:pPr marL="628650" lvl="1" indent="-171450">
              <a:buFont typeface="Courier New"/>
              <a:buChar char="o"/>
            </a:pPr>
            <a:r>
              <a:rPr lang="en-US"/>
              <a:t>Rocket league</a:t>
            </a:r>
          </a:p>
          <a:p>
            <a:pPr marL="628650" lvl="1" indent="-171450">
              <a:buFont typeface="Courier New"/>
              <a:buChar char="o"/>
            </a:pPr>
            <a:r>
              <a:rPr lang="en-US"/>
              <a:t>Player Unknowns Battlegrounds (PUBG)</a:t>
            </a:r>
            <a:endParaRPr lang="en-US">
              <a:solidFill>
                <a:srgbClr val="034672"/>
              </a:solidFill>
            </a:endParaRPr>
          </a:p>
          <a:p>
            <a:pPr marL="628650" lvl="1" indent="-171450">
              <a:buFont typeface="Courier New"/>
              <a:buChar char="o"/>
            </a:pPr>
            <a:r>
              <a:rPr lang="en-US"/>
              <a:t>Rainbow Six </a:t>
            </a:r>
            <a:r>
              <a:rPr lang="en-US" err="1"/>
              <a:t>Seige</a:t>
            </a:r>
            <a:endParaRPr lang="en-US">
              <a:solidFill>
                <a:srgbClr val="034672"/>
              </a:solidFill>
            </a:endParaRPr>
          </a:p>
          <a:p>
            <a:pPr marL="628650" lvl="1" indent="-171450">
              <a:buFont typeface="Courier New"/>
              <a:buChar char="o"/>
            </a:pPr>
            <a:r>
              <a:rPr lang="en-US"/>
              <a:t>Overwatch</a:t>
            </a:r>
          </a:p>
          <a:p>
            <a:pPr marL="628650" lvl="1" indent="-171450">
              <a:buFont typeface="Courier New"/>
              <a:buChar char="o"/>
            </a:pPr>
            <a:r>
              <a:rPr lang="en-US"/>
              <a:t>World of Warcraft</a:t>
            </a:r>
            <a:br>
              <a:rPr lang="en-US" sz="1800"/>
            </a:br>
            <a:endParaRPr lang="en-US" sz="1800">
              <a:solidFill>
                <a:schemeClr val="accent3">
                  <a:lumMod val="25000"/>
                </a:schemeClr>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84"/>
        <p:cNvGrpSpPr/>
        <p:nvPr/>
      </p:nvGrpSpPr>
      <p:grpSpPr>
        <a:xfrm>
          <a:off x="0" y="0"/>
          <a:ext cx="0" cy="0"/>
          <a:chOff x="0" y="0"/>
          <a:chExt cx="0" cy="0"/>
        </a:xfrm>
      </p:grpSpPr>
      <p:sp>
        <p:nvSpPr>
          <p:cNvPr id="4" name="Google Shape;2224;p41">
            <a:extLst>
              <a:ext uri="{FF2B5EF4-FFF2-40B4-BE49-F238E27FC236}">
                <a16:creationId xmlns:a16="http://schemas.microsoft.com/office/drawing/2014/main" id="{BC8AF0A6-F11D-B2A6-436C-5E4C54742B3F}"/>
              </a:ext>
            </a:extLst>
          </p:cNvPr>
          <p:cNvSpPr txBox="1">
            <a:spLocks/>
          </p:cNvSpPr>
          <p:nvPr/>
        </p:nvSpPr>
        <p:spPr>
          <a:xfrm>
            <a:off x="2160707" y="220582"/>
            <a:ext cx="4809600" cy="576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1pPr>
            <a:lvl2pPr marR="0" lvl="1"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2pPr>
            <a:lvl3pPr marR="0" lvl="2"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3pPr>
            <a:lvl4pPr marR="0" lvl="3"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4pPr>
            <a:lvl5pPr marR="0" lvl="4"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5pPr>
            <a:lvl6pPr marR="0" lvl="5"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6pPr>
            <a:lvl7pPr marR="0" lvl="6"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7pPr>
            <a:lvl8pPr marR="0" lvl="7"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8pPr>
            <a:lvl9pPr marR="0" lvl="8"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9pPr>
          </a:lstStyle>
          <a:p>
            <a:r>
              <a:rPr lang="en" sz="3600" b="1"/>
              <a:t>Amazon's </a:t>
            </a:r>
            <a:r>
              <a:rPr lang="en" sz="3600" b="1" err="1"/>
              <a:t>GameLift</a:t>
            </a:r>
            <a:endParaRPr lang="en" sz="3600" b="1"/>
          </a:p>
        </p:txBody>
      </p:sp>
      <p:sp>
        <p:nvSpPr>
          <p:cNvPr id="7" name="Subtitle 17">
            <a:extLst>
              <a:ext uri="{FF2B5EF4-FFF2-40B4-BE49-F238E27FC236}">
                <a16:creationId xmlns:a16="http://schemas.microsoft.com/office/drawing/2014/main" id="{7F7A0287-091B-22C0-B981-129376E34E6F}"/>
              </a:ext>
            </a:extLst>
          </p:cNvPr>
          <p:cNvSpPr txBox="1">
            <a:spLocks/>
          </p:cNvSpPr>
          <p:nvPr/>
        </p:nvSpPr>
        <p:spPr>
          <a:xfrm>
            <a:off x="2734597" y="1203217"/>
            <a:ext cx="3548459" cy="232963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r>
              <a:rPr lang="en-US" sz="1400" b="1"/>
              <a:t>Amazon </a:t>
            </a:r>
            <a:r>
              <a:rPr lang="en-US" sz="1400" b="1" err="1"/>
              <a:t>GameLift</a:t>
            </a:r>
            <a:r>
              <a:rPr lang="en-US" sz="1400" b="1"/>
              <a:t> is a managed service offered by Amazon Web Services (AWS) that helps developers deploy, operate, and scale dedicated, low-cost servers in the cloud for session-based multiplayer games.  </a:t>
            </a:r>
            <a:endParaRPr lang="en-US" sz="1400"/>
          </a:p>
          <a:p>
            <a:br>
              <a:rPr lang="en-US" sz="1400" b="1"/>
            </a:br>
            <a:r>
              <a:rPr lang="en-US" sz="1400" b="1"/>
              <a:t>It's designed to simplify the process of setting up server infrastructure for multiplayer games, allowing game developers to focus more on creating engaging gaming experiences rather than managing server infrastructure.</a:t>
            </a:r>
            <a:endParaRPr lang="en-US" sz="1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23"/>
        <p:cNvGrpSpPr/>
        <p:nvPr/>
      </p:nvGrpSpPr>
      <p:grpSpPr>
        <a:xfrm>
          <a:off x="0" y="0"/>
          <a:ext cx="0" cy="0"/>
          <a:chOff x="0" y="0"/>
          <a:chExt cx="0" cy="0"/>
        </a:xfrm>
      </p:grpSpPr>
      <p:sp>
        <p:nvSpPr>
          <p:cNvPr id="18" name="Subtitle 17">
            <a:extLst>
              <a:ext uri="{FF2B5EF4-FFF2-40B4-BE49-F238E27FC236}">
                <a16:creationId xmlns:a16="http://schemas.microsoft.com/office/drawing/2014/main" id="{7018E09B-A9EC-D8B7-A895-24D87F42B690}"/>
              </a:ext>
            </a:extLst>
          </p:cNvPr>
          <p:cNvSpPr>
            <a:spLocks noGrp="1"/>
          </p:cNvSpPr>
          <p:nvPr>
            <p:ph type="subTitle" idx="1"/>
          </p:nvPr>
        </p:nvSpPr>
        <p:spPr>
          <a:xfrm>
            <a:off x="2019923" y="1369675"/>
            <a:ext cx="5476122" cy="2931217"/>
          </a:xfrm>
        </p:spPr>
        <p:txBody>
          <a:bodyPr/>
          <a:lstStyle/>
          <a:p>
            <a:pPr algn="l"/>
            <a:endParaRPr lang="en-US" sz="1200" b="1">
              <a:latin typeface="Segoe UI"/>
              <a:cs typeface="Segoe UI"/>
            </a:endParaRPr>
          </a:p>
          <a:p>
            <a:pPr marL="171450" lvl="3" indent="-171450">
              <a:buFont typeface="Arial"/>
              <a:buChar char="•"/>
            </a:pPr>
            <a:r>
              <a:rPr lang="en-US" sz="1200" b="1">
                <a:latin typeface="Segoe UI"/>
                <a:cs typeface="Segoe UI"/>
              </a:rPr>
              <a:t>Easy Setup: </a:t>
            </a:r>
            <a:r>
              <a:rPr lang="en-US" sz="1200" err="1">
                <a:latin typeface="Segoe UI"/>
                <a:cs typeface="Segoe UI"/>
              </a:rPr>
              <a:t>GameLift</a:t>
            </a:r>
            <a:r>
              <a:rPr lang="en-US" sz="1200">
                <a:solidFill>
                  <a:srgbClr val="494949"/>
                </a:solidFill>
                <a:latin typeface="Segoe UI"/>
                <a:cs typeface="Segoe UI"/>
              </a:rPr>
              <a:t> simplifies the process of setting up server infrastructure, saving developers time and </a:t>
            </a:r>
            <a:r>
              <a:rPr lang="en-US" sz="1200">
                <a:latin typeface="Segoe UI"/>
                <a:cs typeface="Segoe UI"/>
              </a:rPr>
              <a:t>effort</a:t>
            </a:r>
            <a:r>
              <a:rPr lang="en-US" sz="1200">
                <a:solidFill>
                  <a:srgbClr val="494949"/>
                </a:solidFill>
                <a:latin typeface="Segoe UI"/>
                <a:cs typeface="Segoe UI"/>
              </a:rPr>
              <a:t>.</a:t>
            </a:r>
          </a:p>
          <a:p>
            <a:pPr marL="171450" indent="-171450" algn="l">
              <a:buChar char="•"/>
            </a:pPr>
            <a:endParaRPr lang="en-US" sz="1200" b="1">
              <a:latin typeface="Segoe UI"/>
              <a:cs typeface="Segoe UI"/>
            </a:endParaRPr>
          </a:p>
          <a:p>
            <a:pPr marL="171450" indent="-171450" algn="l">
              <a:buChar char="•"/>
            </a:pPr>
            <a:r>
              <a:rPr lang="en-US" sz="1200" b="1">
                <a:latin typeface="Segoe UI"/>
                <a:cs typeface="Segoe UI"/>
              </a:rPr>
              <a:t>Scalability: </a:t>
            </a:r>
            <a:r>
              <a:rPr lang="en-US" sz="1200">
                <a:latin typeface="Segoe UI"/>
                <a:cs typeface="Segoe UI"/>
              </a:rPr>
              <a:t>With </a:t>
            </a:r>
            <a:r>
              <a:rPr lang="en-US" sz="1200" err="1">
                <a:latin typeface="Segoe UI"/>
                <a:cs typeface="Segoe UI"/>
              </a:rPr>
              <a:t>GameLift</a:t>
            </a:r>
            <a:r>
              <a:rPr lang="en-US" sz="1200">
                <a:latin typeface="Segoe UI"/>
                <a:cs typeface="Segoe UI"/>
              </a:rPr>
              <a:t>, developers don't need to worry about provisioning and managing servers manually. The service handles scaling up or down based on player demand automatically.</a:t>
            </a:r>
          </a:p>
          <a:p>
            <a:pPr marL="171450" indent="-171450" algn="l">
              <a:buChar char="•"/>
            </a:pPr>
            <a:endParaRPr lang="en-US" sz="1200">
              <a:latin typeface="Segoe UI"/>
              <a:cs typeface="Segoe UI"/>
            </a:endParaRPr>
          </a:p>
          <a:p>
            <a:pPr marL="171450" indent="-171450" algn="l">
              <a:buChar char="•"/>
            </a:pPr>
            <a:r>
              <a:rPr lang="en-US" sz="1200" b="1">
                <a:latin typeface="Segoe UI"/>
                <a:cs typeface="Segoe UI"/>
              </a:rPr>
              <a:t>Cost-Effective: </a:t>
            </a:r>
            <a:r>
              <a:rPr lang="en-US" sz="1200">
                <a:latin typeface="Segoe UI"/>
                <a:cs typeface="Segoe UI"/>
              </a:rPr>
              <a:t>GameLift offers a pay-as-you-go pricing model, so developers only pay for the resources they use, making it cost-effective, especially for smaller studios or indie developers.</a:t>
            </a:r>
          </a:p>
          <a:p>
            <a:pPr marL="171450" indent="-171450" algn="l">
              <a:buChar char="•"/>
            </a:pPr>
            <a:endParaRPr lang="en-US" sz="1200" b="1">
              <a:latin typeface="Segoe UI"/>
              <a:cs typeface="Segoe UI"/>
            </a:endParaRPr>
          </a:p>
          <a:p>
            <a:pPr marL="171450" indent="-171450" algn="l">
              <a:buChar char="•"/>
            </a:pPr>
            <a:r>
              <a:rPr lang="en-US" sz="1200" b="1">
                <a:latin typeface="Segoe UI"/>
                <a:cs typeface="Segoe UI"/>
              </a:rPr>
              <a:t>Security and Reliability: </a:t>
            </a:r>
            <a:r>
              <a:rPr lang="en-US" sz="1200">
                <a:latin typeface="Segoe UI"/>
                <a:cs typeface="Segoe UI"/>
              </a:rPr>
              <a:t>AWS provides robust security measures and a reliable infrastructure, ensuring that game servers are secure and available for players.</a:t>
            </a:r>
          </a:p>
          <a:p>
            <a:endParaRPr lang="en-US" b="1"/>
          </a:p>
        </p:txBody>
      </p:sp>
      <p:sp>
        <p:nvSpPr>
          <p:cNvPr id="2224" name="Google Shape;2224;p41"/>
          <p:cNvSpPr txBox="1">
            <a:spLocks noGrp="1"/>
          </p:cNvSpPr>
          <p:nvPr>
            <p:ph type="title"/>
          </p:nvPr>
        </p:nvSpPr>
        <p:spPr>
          <a:xfrm>
            <a:off x="3084536" y="252181"/>
            <a:ext cx="2974785" cy="576000"/>
          </a:xfrm>
          <a:prstGeom prst="rect">
            <a:avLst/>
          </a:prstGeom>
        </p:spPr>
        <p:txBody>
          <a:bodyPr spcFirstLastPara="1" wrap="square" lIns="91425" tIns="91425" rIns="91425" bIns="91425" anchor="t" anchorCtr="0">
            <a:noAutofit/>
          </a:bodyPr>
          <a:lstStyle/>
          <a:p>
            <a:r>
              <a:rPr lang="en" b="1"/>
              <a:t>Benefits of Amazon's </a:t>
            </a:r>
            <a:r>
              <a:rPr lang="en" b="1" err="1"/>
              <a:t>GameLift</a:t>
            </a:r>
          </a:p>
        </p:txBody>
      </p:sp>
    </p:spTree>
    <p:extLst>
      <p:ext uri="{BB962C8B-B14F-4D97-AF65-F5344CB8AC3E}">
        <p14:creationId xmlns:p14="http://schemas.microsoft.com/office/powerpoint/2010/main" val="25504564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8142CF1-189B-696E-2EDE-43587414BC36}"/>
              </a:ext>
            </a:extLst>
          </p:cNvPr>
          <p:cNvSpPr>
            <a:spLocks noGrp="1"/>
          </p:cNvSpPr>
          <p:nvPr>
            <p:ph type="subTitle" idx="1"/>
          </p:nvPr>
        </p:nvSpPr>
        <p:spPr>
          <a:xfrm>
            <a:off x="1152875" y="568253"/>
            <a:ext cx="6832408" cy="3359842"/>
          </a:xfrm>
        </p:spPr>
        <p:txBody>
          <a:bodyPr/>
          <a:lstStyle/>
          <a:p>
            <a:pPr algn="l"/>
            <a:r>
              <a:rPr lang="en-US" b="1" u="sng"/>
              <a:t>Step 1 )  Upload Game Build</a:t>
            </a:r>
            <a:br>
              <a:rPr lang="en-US"/>
            </a:br>
            <a:endParaRPr lang="en-US"/>
          </a:p>
          <a:p>
            <a:pPr algn="l"/>
            <a:r>
              <a:rPr lang="en-US" i="1"/>
              <a:t>A Build in </a:t>
            </a:r>
            <a:r>
              <a:rPr lang="en-US" i="1" err="1"/>
              <a:t>GameLift</a:t>
            </a:r>
            <a:r>
              <a:rPr lang="en-US" i="1"/>
              <a:t> refers to the compiled version of your game server code that you upload to </a:t>
            </a:r>
            <a:r>
              <a:rPr lang="en-US" i="1" err="1"/>
              <a:t>GameLift</a:t>
            </a:r>
            <a:r>
              <a:rPr lang="en-US" i="1"/>
              <a:t>. This build is then used to deploy game server instances. </a:t>
            </a:r>
            <a:br>
              <a:rPr lang="en-US" i="1"/>
            </a:br>
            <a:br>
              <a:rPr lang="en-US"/>
            </a:br>
            <a:r>
              <a:rPr lang="en-US"/>
              <a:t>This build package should contain:</a:t>
            </a:r>
            <a:br>
              <a:rPr lang="en-US"/>
            </a:br>
            <a:endParaRPr lang="en-US"/>
          </a:p>
          <a:p>
            <a:pPr marL="285750" indent="-285750" algn="l">
              <a:buChar char="•"/>
            </a:pPr>
            <a:r>
              <a:rPr lang="en-US"/>
              <a:t>The executable file for your game server</a:t>
            </a:r>
          </a:p>
          <a:p>
            <a:pPr marL="285750" indent="-285750" algn="l">
              <a:buChar char="•"/>
            </a:pPr>
            <a:r>
              <a:rPr lang="en-US"/>
              <a:t>Any dependencies like libraries or assets needed to run the server</a:t>
            </a:r>
          </a:p>
          <a:p>
            <a:pPr marL="285750" indent="-285750" algn="l">
              <a:buChar char="•"/>
            </a:pPr>
            <a:r>
              <a:rPr lang="en-US"/>
              <a:t>A script to launch the game server executable and any arguments</a:t>
            </a:r>
          </a:p>
          <a:p>
            <a:pPr marL="285750" indent="-285750" algn="l">
              <a:buChar char="•"/>
            </a:pPr>
            <a:r>
              <a:rPr lang="en-US"/>
              <a:t>Any configuration files the game server needs</a:t>
            </a:r>
          </a:p>
          <a:p>
            <a:pPr marL="285750" indent="-285750" algn="l">
              <a:buChar char="•"/>
            </a:pPr>
            <a:endParaRPr lang="en-US"/>
          </a:p>
          <a:p>
            <a:pPr algn="l"/>
            <a:endParaRPr lang="en-US"/>
          </a:p>
          <a:p>
            <a:pPr algn="l"/>
            <a:r>
              <a:rPr lang="en-US" i="1"/>
              <a:t>EC2 Instance:</a:t>
            </a:r>
          </a:p>
          <a:p>
            <a:pPr algn="l"/>
            <a:r>
              <a:rPr lang="en-US" i="1"/>
              <a:t>An EC2 instance in </a:t>
            </a:r>
            <a:r>
              <a:rPr lang="en-US" i="1" err="1"/>
              <a:t>GameLift</a:t>
            </a:r>
            <a:r>
              <a:rPr lang="en-US" i="1"/>
              <a:t> is a virtual server that runs the game server executable from your build. </a:t>
            </a:r>
          </a:p>
          <a:p>
            <a:pPr algn="l"/>
            <a:r>
              <a:rPr lang="en-US" i="1"/>
              <a:t>The build or script you uploaded is deployed to each EC2 instance in the fleet.</a:t>
            </a:r>
            <a:br>
              <a:rPr lang="en-US" i="1"/>
            </a:br>
            <a:br>
              <a:rPr lang="en-US" i="1"/>
            </a:br>
            <a:endParaRPr lang="en-US"/>
          </a:p>
        </p:txBody>
      </p:sp>
      <p:sp>
        <p:nvSpPr>
          <p:cNvPr id="3" name="Title 2">
            <a:extLst>
              <a:ext uri="{FF2B5EF4-FFF2-40B4-BE49-F238E27FC236}">
                <a16:creationId xmlns:a16="http://schemas.microsoft.com/office/drawing/2014/main" id="{C2143C3B-9BB4-0458-7EC5-53F6F56435FB}"/>
              </a:ext>
            </a:extLst>
          </p:cNvPr>
          <p:cNvSpPr>
            <a:spLocks noGrp="1"/>
          </p:cNvSpPr>
          <p:nvPr>
            <p:ph type="title"/>
          </p:nvPr>
        </p:nvSpPr>
        <p:spPr>
          <a:xfrm>
            <a:off x="2167128" y="-3489"/>
            <a:ext cx="4809600" cy="576000"/>
          </a:xfrm>
        </p:spPr>
        <p:txBody>
          <a:bodyPr/>
          <a:lstStyle/>
          <a:p>
            <a:r>
              <a:rPr lang="en-US" b="1"/>
              <a:t>Setting up </a:t>
            </a:r>
            <a:r>
              <a:rPr lang="en-US" b="1" err="1"/>
              <a:t>GameLift</a:t>
            </a:r>
          </a:p>
        </p:txBody>
      </p:sp>
    </p:spTree>
    <p:extLst>
      <p:ext uri="{BB962C8B-B14F-4D97-AF65-F5344CB8AC3E}">
        <p14:creationId xmlns:p14="http://schemas.microsoft.com/office/powerpoint/2010/main" val="39637323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8142CF1-189B-696E-2EDE-43587414BC36}"/>
              </a:ext>
            </a:extLst>
          </p:cNvPr>
          <p:cNvSpPr>
            <a:spLocks noGrp="1"/>
          </p:cNvSpPr>
          <p:nvPr>
            <p:ph type="subTitle" idx="1"/>
          </p:nvPr>
        </p:nvSpPr>
        <p:spPr>
          <a:xfrm>
            <a:off x="983339" y="567115"/>
            <a:ext cx="7185836" cy="3931342"/>
          </a:xfrm>
        </p:spPr>
        <p:txBody>
          <a:bodyPr/>
          <a:lstStyle/>
          <a:p>
            <a:pPr algn="l"/>
            <a:r>
              <a:rPr lang="en-US" b="1" u="sng"/>
              <a:t>Step 2 ) Create </a:t>
            </a:r>
            <a:r>
              <a:rPr lang="en-US" b="1" u="sng" err="1"/>
              <a:t>GameLift</a:t>
            </a:r>
            <a:r>
              <a:rPr lang="en-US" b="1" u="sng"/>
              <a:t> Fleet</a:t>
            </a:r>
            <a:br>
              <a:rPr lang="en-US" b="1" u="sng"/>
            </a:br>
            <a:endParaRPr lang="en-US"/>
          </a:p>
          <a:p>
            <a:pPr algn="l"/>
            <a:r>
              <a:rPr lang="en-US" i="1"/>
              <a:t>A fleet is a </a:t>
            </a:r>
            <a:r>
              <a:rPr lang="en-US" b="1" i="1"/>
              <a:t>set of EC2 instances</a:t>
            </a:r>
            <a:r>
              <a:rPr lang="en-US" i="1"/>
              <a:t> that host your game servers. Fleets are created using a specific build. Fleets can be thought of as groups of game servers that are ready to host game sessions.</a:t>
            </a:r>
          </a:p>
          <a:p>
            <a:pPr algn="l"/>
            <a:endParaRPr lang="en-US"/>
          </a:p>
          <a:p>
            <a:pPr algn="l"/>
            <a:r>
              <a:rPr lang="en-US"/>
              <a:t>When creating a fleet, you need to specify:</a:t>
            </a:r>
          </a:p>
          <a:p>
            <a:pPr algn="l"/>
            <a:endParaRPr lang="en-US"/>
          </a:p>
          <a:p>
            <a:pPr marL="285750" indent="-285750" algn="l">
              <a:buChar char="•"/>
            </a:pPr>
            <a:r>
              <a:rPr lang="en-US" u="sng"/>
              <a:t>Fleet name</a:t>
            </a:r>
            <a:r>
              <a:rPr lang="en-US"/>
              <a:t> — A unique identifier for the fleet.</a:t>
            </a:r>
          </a:p>
          <a:p>
            <a:pPr marL="285750" indent="-285750" algn="l">
              <a:buChar char="•"/>
            </a:pPr>
            <a:r>
              <a:rPr lang="en-US" u="sng"/>
              <a:t>Instance type</a:t>
            </a:r>
            <a:r>
              <a:rPr lang="en-US"/>
              <a:t> — The EC2 instance type to use </a:t>
            </a:r>
            <a:br>
              <a:rPr lang="en-US"/>
            </a:br>
            <a:r>
              <a:rPr lang="en-US"/>
              <a:t>for fleet instances.</a:t>
            </a:r>
            <a:br>
              <a:rPr lang="en-US"/>
            </a:br>
            <a:r>
              <a:rPr lang="en-US"/>
              <a:t>Select based on CPU/memory needs.</a:t>
            </a:r>
          </a:p>
          <a:p>
            <a:pPr marL="285750" indent="-285750" algn="l">
              <a:buChar char="•"/>
            </a:pPr>
            <a:r>
              <a:rPr lang="en-US" u="sng"/>
              <a:t>Min/max fleet size</a:t>
            </a:r>
            <a:r>
              <a:rPr lang="en-US"/>
              <a:t> — The minimum and maximum </a:t>
            </a:r>
            <a:br>
              <a:rPr lang="en-US"/>
            </a:br>
            <a:r>
              <a:rPr lang="en-US"/>
              <a:t>number of instances to scale between.</a:t>
            </a:r>
          </a:p>
          <a:p>
            <a:pPr marL="285750" indent="-285750" algn="l">
              <a:buChar char="•"/>
            </a:pPr>
            <a:r>
              <a:rPr lang="en-US" u="sng"/>
              <a:t>Build ID</a:t>
            </a:r>
            <a:r>
              <a:rPr lang="en-US"/>
              <a:t> — The S3 location of the game server build </a:t>
            </a:r>
            <a:br>
              <a:rPr lang="en-US"/>
            </a:br>
            <a:r>
              <a:rPr lang="en-US"/>
              <a:t>package to deploy.</a:t>
            </a:r>
          </a:p>
          <a:p>
            <a:pPr marL="285750" indent="-285750" algn="l">
              <a:buChar char="•"/>
            </a:pPr>
            <a:r>
              <a:rPr lang="en-US" u="sng"/>
              <a:t>Location(s) </a:t>
            </a:r>
            <a:r>
              <a:rPr lang="en-US"/>
              <a:t>– to deploy instances to.</a:t>
            </a:r>
          </a:p>
          <a:p>
            <a:pPr marL="285750" indent="-285750" algn="l">
              <a:buChar char="•"/>
            </a:pPr>
            <a:r>
              <a:rPr lang="en-US" u="sng"/>
              <a:t>Runtime configuration</a:t>
            </a:r>
            <a:r>
              <a:rPr lang="en-US"/>
              <a:t> — Commands to launch the </a:t>
            </a:r>
            <a:br>
              <a:rPr lang="en-US"/>
            </a:br>
            <a:r>
              <a:rPr lang="en-US"/>
              <a:t>game executable on fleet instances.</a:t>
            </a:r>
          </a:p>
          <a:p>
            <a:pPr marL="285750" indent="-285750" algn="l">
              <a:buChar char="•"/>
            </a:pPr>
            <a:r>
              <a:rPr lang="en-US" u="sng"/>
              <a:t>Permissions </a:t>
            </a:r>
            <a:r>
              <a:rPr lang="en-US"/>
              <a:t>— Allow inbound traffic on game ports.</a:t>
            </a:r>
          </a:p>
        </p:txBody>
      </p:sp>
      <p:sp>
        <p:nvSpPr>
          <p:cNvPr id="3" name="Title 2">
            <a:extLst>
              <a:ext uri="{FF2B5EF4-FFF2-40B4-BE49-F238E27FC236}">
                <a16:creationId xmlns:a16="http://schemas.microsoft.com/office/drawing/2014/main" id="{C2143C3B-9BB4-0458-7EC5-53F6F56435FB}"/>
              </a:ext>
            </a:extLst>
          </p:cNvPr>
          <p:cNvSpPr>
            <a:spLocks noGrp="1"/>
          </p:cNvSpPr>
          <p:nvPr>
            <p:ph type="title"/>
          </p:nvPr>
        </p:nvSpPr>
        <p:spPr>
          <a:xfrm>
            <a:off x="2167128" y="-3489"/>
            <a:ext cx="4809600" cy="576000"/>
          </a:xfrm>
        </p:spPr>
        <p:txBody>
          <a:bodyPr/>
          <a:lstStyle/>
          <a:p>
            <a:r>
              <a:rPr lang="en-US" b="1"/>
              <a:t>Setting up </a:t>
            </a:r>
            <a:r>
              <a:rPr lang="en-US" b="1" err="1"/>
              <a:t>GameLift</a:t>
            </a:r>
            <a:endParaRPr lang="en-US" b="1">
              <a:solidFill>
                <a:srgbClr val="000000"/>
              </a:solidFill>
            </a:endParaRPr>
          </a:p>
          <a:p>
            <a:endParaRPr lang="en-US" b="1"/>
          </a:p>
        </p:txBody>
      </p:sp>
      <p:pic>
        <p:nvPicPr>
          <p:cNvPr id="4" name="Picture 3" descr="A screenshot of a computer&#10;&#10;Description automatically generated">
            <a:extLst>
              <a:ext uri="{FF2B5EF4-FFF2-40B4-BE49-F238E27FC236}">
                <a16:creationId xmlns:a16="http://schemas.microsoft.com/office/drawing/2014/main" id="{9968B992-4D49-AAD9-B13A-1A2BE47E5EA2}"/>
              </a:ext>
            </a:extLst>
          </p:cNvPr>
          <p:cNvPicPr>
            <a:picLocks noChangeAspect="1"/>
          </p:cNvPicPr>
          <p:nvPr/>
        </p:nvPicPr>
        <p:blipFill>
          <a:blip r:embed="rId2"/>
          <a:stretch>
            <a:fillRect/>
          </a:stretch>
        </p:blipFill>
        <p:spPr>
          <a:xfrm>
            <a:off x="5318072" y="2571750"/>
            <a:ext cx="3711519" cy="2571749"/>
          </a:xfrm>
          <a:prstGeom prst="rect">
            <a:avLst/>
          </a:prstGeom>
        </p:spPr>
      </p:pic>
    </p:spTree>
    <p:extLst>
      <p:ext uri="{BB962C8B-B14F-4D97-AF65-F5344CB8AC3E}">
        <p14:creationId xmlns:p14="http://schemas.microsoft.com/office/powerpoint/2010/main" val="35105512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8142CF1-189B-696E-2EDE-43587414BC36}"/>
              </a:ext>
            </a:extLst>
          </p:cNvPr>
          <p:cNvSpPr>
            <a:spLocks noGrp="1"/>
          </p:cNvSpPr>
          <p:nvPr>
            <p:ph type="subTitle" idx="1"/>
          </p:nvPr>
        </p:nvSpPr>
        <p:spPr>
          <a:xfrm>
            <a:off x="1031231" y="474170"/>
            <a:ext cx="6307622" cy="4469988"/>
          </a:xfrm>
        </p:spPr>
        <p:txBody>
          <a:bodyPr/>
          <a:lstStyle/>
          <a:p>
            <a:pPr algn="l"/>
            <a:r>
              <a:rPr lang="en-US" b="1" u="sng"/>
              <a:t>Step 3) Configure Game Queue Setting</a:t>
            </a:r>
            <a:br>
              <a:rPr lang="en-US" b="1" u="sng"/>
            </a:br>
            <a:endParaRPr lang="en-US"/>
          </a:p>
          <a:p>
            <a:pPr algn="l"/>
            <a:r>
              <a:rPr lang="en-US" i="1"/>
              <a:t>A </a:t>
            </a:r>
            <a:r>
              <a:rPr lang="en-US" i="1" err="1"/>
              <a:t>GameLift</a:t>
            </a:r>
            <a:r>
              <a:rPr lang="en-US" i="1"/>
              <a:t> queue is a mechanism that </a:t>
            </a:r>
            <a:r>
              <a:rPr lang="en-US" b="1" i="1"/>
              <a:t>directs</a:t>
            </a:r>
            <a:r>
              <a:rPr lang="en-US" i="1"/>
              <a:t> incoming player session requests to the most suitable game server instances across multiple fleets and regions using several  factors .</a:t>
            </a:r>
          </a:p>
          <a:p>
            <a:pPr algn="l"/>
            <a:br>
              <a:rPr lang="en-US"/>
            </a:br>
            <a:r>
              <a:rPr lang="en-US" b="1"/>
              <a:t>Need?</a:t>
            </a:r>
          </a:p>
          <a:p>
            <a:pPr algn="l"/>
            <a:r>
              <a:rPr lang="en-US"/>
              <a:t>Our game's player population might have groups of players who shouldn't play together. Like if you publish your game in two languages each language should have it's own game</a:t>
            </a:r>
          </a:p>
          <a:p>
            <a:pPr algn="l"/>
            <a:r>
              <a:rPr lang="en-US"/>
              <a:t>Servers.</a:t>
            </a:r>
            <a:br>
              <a:rPr lang="en-US"/>
            </a:br>
            <a:endParaRPr lang="en-US"/>
          </a:p>
          <a:p>
            <a:pPr algn="l"/>
            <a:r>
              <a:rPr lang="en-US"/>
              <a:t>Some common ways to scope queues include:</a:t>
            </a:r>
            <a:br>
              <a:rPr lang="en-US"/>
            </a:br>
            <a:endParaRPr lang="en-US"/>
          </a:p>
          <a:p>
            <a:pPr algn="l"/>
            <a:r>
              <a:rPr lang="en-US"/>
              <a:t>•</a:t>
            </a:r>
            <a:r>
              <a:rPr lang="en-US" b="1"/>
              <a:t> By geographic locations:</a:t>
            </a:r>
            <a:r>
              <a:rPr lang="en-US"/>
              <a:t> When deploying your game servers in multiple geographic areas, you might build queues for players in each location to reduce player latency.</a:t>
            </a:r>
          </a:p>
          <a:p>
            <a:pPr algn="l"/>
            <a:r>
              <a:rPr lang="en-US"/>
              <a:t>• </a:t>
            </a:r>
            <a:r>
              <a:rPr lang="en-US" b="1"/>
              <a:t>By build or script variations:</a:t>
            </a:r>
            <a:r>
              <a:rPr lang="en-US"/>
              <a:t> If you have more than one variation of your game server, you might be supporting player groups that can't play in the same game sessions. For example, game server builds or scripts might support different languages or device types.</a:t>
            </a:r>
          </a:p>
          <a:p>
            <a:pPr algn="l"/>
            <a:r>
              <a:rPr lang="en-US"/>
              <a:t>• </a:t>
            </a:r>
            <a:r>
              <a:rPr lang="en-US" b="1"/>
              <a:t>By event types: </a:t>
            </a:r>
            <a:r>
              <a:rPr lang="en-US"/>
              <a:t>You might create a special queue to manage games for participants in</a:t>
            </a:r>
          </a:p>
          <a:p>
            <a:pPr algn="l"/>
            <a:r>
              <a:rPr lang="en-US"/>
              <a:t>tournaments or other special events.</a:t>
            </a:r>
          </a:p>
        </p:txBody>
      </p:sp>
      <p:sp>
        <p:nvSpPr>
          <p:cNvPr id="3" name="Title 2">
            <a:extLst>
              <a:ext uri="{FF2B5EF4-FFF2-40B4-BE49-F238E27FC236}">
                <a16:creationId xmlns:a16="http://schemas.microsoft.com/office/drawing/2014/main" id="{C2143C3B-9BB4-0458-7EC5-53F6F56435FB}"/>
              </a:ext>
            </a:extLst>
          </p:cNvPr>
          <p:cNvSpPr>
            <a:spLocks noGrp="1"/>
          </p:cNvSpPr>
          <p:nvPr>
            <p:ph type="title"/>
          </p:nvPr>
        </p:nvSpPr>
        <p:spPr>
          <a:xfrm>
            <a:off x="2167128" y="-3033"/>
            <a:ext cx="4809600" cy="576000"/>
          </a:xfrm>
        </p:spPr>
        <p:txBody>
          <a:bodyPr/>
          <a:lstStyle/>
          <a:p>
            <a:r>
              <a:rPr lang="en-US" b="1"/>
              <a:t>Setting up </a:t>
            </a:r>
            <a:r>
              <a:rPr lang="en-US" b="1" err="1"/>
              <a:t>GameLift</a:t>
            </a:r>
            <a:endParaRPr lang="en-US" b="1">
              <a:solidFill>
                <a:srgbClr val="000000"/>
              </a:solidFill>
            </a:endParaRPr>
          </a:p>
          <a:p>
            <a:endParaRPr lang="en-US" b="1"/>
          </a:p>
        </p:txBody>
      </p:sp>
      <p:pic>
        <p:nvPicPr>
          <p:cNvPr id="4" name="Picture 3" descr="A screenshot of a phone&#10;&#10;Description automatically generated">
            <a:extLst>
              <a:ext uri="{FF2B5EF4-FFF2-40B4-BE49-F238E27FC236}">
                <a16:creationId xmlns:a16="http://schemas.microsoft.com/office/drawing/2014/main" id="{E70C96C3-E5DD-09E0-C1BA-861F02DA0996}"/>
              </a:ext>
            </a:extLst>
          </p:cNvPr>
          <p:cNvPicPr>
            <a:picLocks noChangeAspect="1"/>
          </p:cNvPicPr>
          <p:nvPr/>
        </p:nvPicPr>
        <p:blipFill>
          <a:blip r:embed="rId2"/>
          <a:stretch>
            <a:fillRect/>
          </a:stretch>
        </p:blipFill>
        <p:spPr>
          <a:xfrm>
            <a:off x="7346022" y="73376"/>
            <a:ext cx="1797978" cy="4998344"/>
          </a:xfrm>
          <a:prstGeom prst="rect">
            <a:avLst/>
          </a:prstGeom>
        </p:spPr>
      </p:pic>
    </p:spTree>
    <p:extLst>
      <p:ext uri="{BB962C8B-B14F-4D97-AF65-F5344CB8AC3E}">
        <p14:creationId xmlns:p14="http://schemas.microsoft.com/office/powerpoint/2010/main" val="7630608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8142CF1-189B-696E-2EDE-43587414BC36}"/>
              </a:ext>
            </a:extLst>
          </p:cNvPr>
          <p:cNvSpPr>
            <a:spLocks noGrp="1"/>
          </p:cNvSpPr>
          <p:nvPr>
            <p:ph type="subTitle" idx="1"/>
          </p:nvPr>
        </p:nvSpPr>
        <p:spPr>
          <a:xfrm>
            <a:off x="1204602" y="573039"/>
            <a:ext cx="6727132" cy="4344927"/>
          </a:xfrm>
        </p:spPr>
        <p:txBody>
          <a:bodyPr/>
          <a:lstStyle/>
          <a:p>
            <a:pPr algn="l"/>
            <a:r>
              <a:rPr lang="en-US" b="1" u="sng"/>
              <a:t>Step 4)  Assign aliases </a:t>
            </a:r>
            <a:br>
              <a:rPr lang="en-US" b="1" u="sng"/>
            </a:br>
            <a:r>
              <a:rPr lang="en-US"/>
              <a:t> </a:t>
            </a:r>
            <a:br>
              <a:rPr lang="en-US"/>
            </a:br>
            <a:r>
              <a:rPr lang="en-US" i="1"/>
              <a:t>Aliases </a:t>
            </a:r>
            <a:r>
              <a:rPr lang="en-US" b="1" i="1"/>
              <a:t>abstract</a:t>
            </a:r>
            <a:r>
              <a:rPr lang="en-US" i="1"/>
              <a:t> fleet identities, making periodic fleet replacement efficient by seamlessly switching player traffic from one fleet to another by changing the alias's target location.</a:t>
            </a:r>
            <a:br>
              <a:rPr lang="en-US" i="1"/>
            </a:br>
            <a:br>
              <a:rPr lang="en-US"/>
            </a:br>
            <a:r>
              <a:rPr lang="en-US"/>
              <a:t>In Game using Queues switching fleets is a simple matter of creating a new fleet, adding it to the queue, and removing the old fleet, none of which is visible to players. </a:t>
            </a:r>
            <a:br>
              <a:rPr lang="en-US"/>
            </a:br>
            <a:br>
              <a:rPr lang="en-US"/>
            </a:br>
            <a:br>
              <a:rPr lang="en-US"/>
            </a:br>
            <a:endParaRPr lang="en-US"/>
          </a:p>
          <a:p>
            <a:pPr algn="l"/>
            <a:r>
              <a:rPr lang="en-US"/>
              <a:t>In contrast, game clients that don't use queues must specify which fleet to use when communicating with the Amazon </a:t>
            </a:r>
            <a:r>
              <a:rPr lang="en-US" err="1"/>
              <a:t>GameLift</a:t>
            </a:r>
            <a:r>
              <a:rPr lang="en-US"/>
              <a:t> service. Without aliases, a fleet switch requires updates to your game code and possibly distribution of an updated game clients to players.</a:t>
            </a:r>
            <a:br>
              <a:rPr lang="en-US"/>
            </a:br>
            <a:br>
              <a:rPr lang="en-US"/>
            </a:br>
            <a:br>
              <a:rPr lang="en-US"/>
            </a:br>
            <a:endParaRPr lang="en-US"/>
          </a:p>
          <a:p>
            <a:pPr algn="l"/>
            <a:endParaRPr lang="en-US"/>
          </a:p>
          <a:p>
            <a:pPr algn="l"/>
            <a:endParaRPr lang="en-US"/>
          </a:p>
        </p:txBody>
      </p:sp>
      <p:sp>
        <p:nvSpPr>
          <p:cNvPr id="3" name="Title 2">
            <a:extLst>
              <a:ext uri="{FF2B5EF4-FFF2-40B4-BE49-F238E27FC236}">
                <a16:creationId xmlns:a16="http://schemas.microsoft.com/office/drawing/2014/main" id="{C2143C3B-9BB4-0458-7EC5-53F6F56435FB}"/>
              </a:ext>
            </a:extLst>
          </p:cNvPr>
          <p:cNvSpPr>
            <a:spLocks noGrp="1"/>
          </p:cNvSpPr>
          <p:nvPr>
            <p:ph type="title"/>
          </p:nvPr>
        </p:nvSpPr>
        <p:spPr>
          <a:xfrm>
            <a:off x="2158469" y="-983"/>
            <a:ext cx="4809600" cy="576000"/>
          </a:xfrm>
        </p:spPr>
        <p:txBody>
          <a:bodyPr/>
          <a:lstStyle/>
          <a:p>
            <a:r>
              <a:rPr lang="en-US" b="1"/>
              <a:t>Setting up </a:t>
            </a:r>
            <a:r>
              <a:rPr lang="en-US" b="1" err="1"/>
              <a:t>GameLift</a:t>
            </a:r>
            <a:endParaRPr lang="en-US" b="1">
              <a:solidFill>
                <a:srgbClr val="000000"/>
              </a:solidFill>
            </a:endParaRPr>
          </a:p>
          <a:p>
            <a:endParaRPr lang="en-US" b="1"/>
          </a:p>
        </p:txBody>
      </p:sp>
      <p:pic>
        <p:nvPicPr>
          <p:cNvPr id="6" name="Picture 5" descr="A diagram of a flowchart&#10;&#10;Description automatically generated">
            <a:extLst>
              <a:ext uri="{FF2B5EF4-FFF2-40B4-BE49-F238E27FC236}">
                <a16:creationId xmlns:a16="http://schemas.microsoft.com/office/drawing/2014/main" id="{3378B44B-8824-EAD8-F958-15DEA215A4CA}"/>
              </a:ext>
            </a:extLst>
          </p:cNvPr>
          <p:cNvPicPr>
            <a:picLocks noChangeAspect="1"/>
          </p:cNvPicPr>
          <p:nvPr/>
        </p:nvPicPr>
        <p:blipFill rotWithShape="1">
          <a:blip r:embed="rId2"/>
          <a:srcRect r="176" b="84677"/>
          <a:stretch/>
        </p:blipFill>
        <p:spPr>
          <a:xfrm>
            <a:off x="2366460" y="2339595"/>
            <a:ext cx="4253173" cy="286749"/>
          </a:xfrm>
          <a:prstGeom prst="rect">
            <a:avLst/>
          </a:prstGeom>
          <a:ln>
            <a:solidFill>
              <a:schemeClr val="tx1"/>
            </a:solidFill>
          </a:ln>
        </p:spPr>
      </p:pic>
      <p:pic>
        <p:nvPicPr>
          <p:cNvPr id="9" name="Picture 8" descr="A diagram of a flowchart&#10;&#10;Description automatically generated">
            <a:extLst>
              <a:ext uri="{FF2B5EF4-FFF2-40B4-BE49-F238E27FC236}">
                <a16:creationId xmlns:a16="http://schemas.microsoft.com/office/drawing/2014/main" id="{957C48FD-3246-31B2-F37C-89B2C17DC38E}"/>
              </a:ext>
            </a:extLst>
          </p:cNvPr>
          <p:cNvPicPr>
            <a:picLocks noChangeAspect="1"/>
          </p:cNvPicPr>
          <p:nvPr/>
        </p:nvPicPr>
        <p:blipFill rotWithShape="1">
          <a:blip r:embed="rId2"/>
          <a:srcRect t="35887" r="176" b="-403"/>
          <a:stretch/>
        </p:blipFill>
        <p:spPr>
          <a:xfrm>
            <a:off x="2366460" y="3852884"/>
            <a:ext cx="4253173" cy="1207367"/>
          </a:xfrm>
          <a:prstGeom prst="rect">
            <a:avLst/>
          </a:prstGeom>
          <a:ln>
            <a:solidFill>
              <a:schemeClr val="tx1"/>
            </a:solidFill>
          </a:ln>
        </p:spPr>
      </p:pic>
    </p:spTree>
    <p:extLst>
      <p:ext uri="{BB962C8B-B14F-4D97-AF65-F5344CB8AC3E}">
        <p14:creationId xmlns:p14="http://schemas.microsoft.com/office/powerpoint/2010/main" val="28717752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game&#10;&#10;Description automatically generated">
            <a:extLst>
              <a:ext uri="{FF2B5EF4-FFF2-40B4-BE49-F238E27FC236}">
                <a16:creationId xmlns:a16="http://schemas.microsoft.com/office/drawing/2014/main" id="{AB1DA22F-FB68-3D7A-D39D-633A081A9A3C}"/>
              </a:ext>
            </a:extLst>
          </p:cNvPr>
          <p:cNvPicPr>
            <a:picLocks noChangeAspect="1"/>
          </p:cNvPicPr>
          <p:nvPr/>
        </p:nvPicPr>
        <p:blipFill>
          <a:blip r:embed="rId2"/>
          <a:stretch>
            <a:fillRect/>
          </a:stretch>
        </p:blipFill>
        <p:spPr>
          <a:xfrm>
            <a:off x="1204803" y="571500"/>
            <a:ext cx="6726875" cy="4511843"/>
          </a:xfrm>
          <a:prstGeom prst="rect">
            <a:avLst/>
          </a:prstGeom>
        </p:spPr>
      </p:pic>
      <p:sp>
        <p:nvSpPr>
          <p:cNvPr id="6" name="Title 2">
            <a:extLst>
              <a:ext uri="{FF2B5EF4-FFF2-40B4-BE49-F238E27FC236}">
                <a16:creationId xmlns:a16="http://schemas.microsoft.com/office/drawing/2014/main" id="{4AA6A033-00FB-4058-6247-5446B41F6205}"/>
              </a:ext>
            </a:extLst>
          </p:cNvPr>
          <p:cNvSpPr>
            <a:spLocks noGrp="1"/>
          </p:cNvSpPr>
          <p:nvPr>
            <p:ph type="title"/>
          </p:nvPr>
        </p:nvSpPr>
        <p:spPr>
          <a:xfrm>
            <a:off x="2158469" y="-983"/>
            <a:ext cx="4809600" cy="576000"/>
          </a:xfrm>
        </p:spPr>
        <p:txBody>
          <a:bodyPr/>
          <a:lstStyle/>
          <a:p>
            <a:r>
              <a:rPr lang="en-US"/>
              <a:t>Setting up </a:t>
            </a:r>
            <a:r>
              <a:rPr lang="en-US" err="1"/>
              <a:t>GameLift</a:t>
            </a:r>
            <a:endParaRPr lang="en-US" err="1">
              <a:solidFill>
                <a:srgbClr val="000000"/>
              </a:solidFill>
            </a:endParaRPr>
          </a:p>
          <a:p>
            <a:endParaRPr lang="en-US"/>
          </a:p>
        </p:txBody>
      </p:sp>
    </p:spTree>
    <p:extLst>
      <p:ext uri="{BB962C8B-B14F-4D97-AF65-F5344CB8AC3E}">
        <p14:creationId xmlns:p14="http://schemas.microsoft.com/office/powerpoint/2010/main" val="38567728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7"/>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122108" y="1329203"/>
            <a:ext cx="3117465"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AutoNum type="arabicPeriod"/>
            </a:pPr>
            <a:r>
              <a:rPr lang="en-US" sz="1200"/>
              <a:t>Game client requests an Amazon Cognito identity from a Cognito Identity Pool. </a:t>
            </a:r>
            <a:br>
              <a:rPr lang="en-US" sz="1200"/>
            </a:br>
            <a:r>
              <a:rPr lang="en-US" sz="1200"/>
              <a:t>Optionally, this can be connected to external identity providers such as Google, Apple, Xbox Live, and Steam identities</a:t>
            </a:r>
            <a:endParaRPr lang="en-US"/>
          </a:p>
          <a:p>
            <a:pPr marL="228600" indent="-228600">
              <a:buAutoNum type="arabicPeriod"/>
            </a:pPr>
            <a:endParaRPr lang="en-US" sz="1200"/>
          </a:p>
          <a:p>
            <a:pPr marL="228600" indent="-228600">
              <a:buAutoNum type="arabicPeriod"/>
            </a:pPr>
            <a:r>
              <a:rPr lang="en-US" sz="1200"/>
              <a:t>The game client receives temporary access credentials and requests a game session through  an API hosted with AWS API Gateway by signing the request with these credentials.</a:t>
            </a:r>
          </a:p>
          <a:p>
            <a:pPr marL="228600" indent="-228600">
              <a:buAutoNum type="arabicPeriod"/>
            </a:pPr>
            <a:endParaRPr lang="en-US" sz="1200"/>
          </a:p>
        </p:txBody>
      </p:sp>
    </p:spTree>
    <p:extLst>
      <p:ext uri="{BB962C8B-B14F-4D97-AF65-F5344CB8AC3E}">
        <p14:creationId xmlns:p14="http://schemas.microsoft.com/office/powerpoint/2010/main" val="38092116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7"/>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219864" y="1695164"/>
            <a:ext cx="359694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3. API Gateway invokes an AWS Lambda function.</a:t>
            </a:r>
            <a:endParaRPr lang="en-US"/>
          </a:p>
          <a:p>
            <a:endParaRPr lang="en-US" sz="1200"/>
          </a:p>
          <a:p>
            <a:r>
              <a:rPr lang="en-US" sz="1200"/>
              <a:t>4. The Lambda function requests player data from the Amazon DynamoDB NoSQL table. </a:t>
            </a:r>
            <a:br>
              <a:rPr lang="en-US" sz="1200"/>
            </a:br>
            <a:r>
              <a:rPr lang="en-US" sz="1200"/>
              <a:t>The Cognito identity can be used to securely request the correct player data, as the authenticated identity is provided in the request  context data.</a:t>
            </a:r>
            <a:endParaRPr lang="en-US"/>
          </a:p>
        </p:txBody>
      </p:sp>
    </p:spTree>
    <p:extLst>
      <p:ext uri="{BB962C8B-B14F-4D97-AF65-F5344CB8AC3E}">
        <p14:creationId xmlns:p14="http://schemas.microsoft.com/office/powerpoint/2010/main" val="40352567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8"/>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274292" y="1038082"/>
            <a:ext cx="288328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5. With the correct player data for any additional information, like player skill level, the Lambda function requests a match through </a:t>
            </a:r>
            <a:r>
              <a:rPr lang="en-US" sz="1200" err="1"/>
              <a:t>FlexMatch</a:t>
            </a:r>
            <a:r>
              <a:rPr lang="en-US" sz="1200"/>
              <a:t> matchmaking. </a:t>
            </a:r>
            <a:br>
              <a:rPr lang="en-US" sz="1200"/>
            </a:br>
            <a:br>
              <a:rPr lang="en-US" sz="1200"/>
            </a:br>
            <a:r>
              <a:rPr lang="en-US" sz="1200" err="1"/>
              <a:t>FlexMatch</a:t>
            </a:r>
            <a:r>
              <a:rPr lang="en-US" sz="1200"/>
              <a:t> allows you to define matchmaking configuration with JSON-based configuration documents. The game client can send latency data against the different Regions in addition to allowing latency-based matchmaking</a:t>
            </a:r>
            <a:endParaRPr lang="en-US"/>
          </a:p>
        </p:txBody>
      </p:sp>
      <p:pic>
        <p:nvPicPr>
          <p:cNvPr id="4" name="Picture 3" descr="A diagram of a software system&#10;&#10;Description automatically generated">
            <a:extLst>
              <a:ext uri="{FF2B5EF4-FFF2-40B4-BE49-F238E27FC236}">
                <a16:creationId xmlns:a16="http://schemas.microsoft.com/office/drawing/2014/main" id="{277C0B7F-13EA-F614-38DD-BE17659312CD}"/>
              </a:ext>
            </a:extLst>
          </p:cNvPr>
          <p:cNvPicPr>
            <a:picLocks noChangeAspect="1"/>
          </p:cNvPicPr>
          <p:nvPr/>
        </p:nvPicPr>
        <p:blipFill rotWithShape="1">
          <a:blip r:embed="rId3"/>
          <a:srcRect r="80622" b="55027"/>
          <a:stretch/>
        </p:blipFill>
        <p:spPr>
          <a:xfrm>
            <a:off x="885467" y="3348827"/>
            <a:ext cx="1313887" cy="1671231"/>
          </a:xfrm>
          <a:prstGeom prst="rect">
            <a:avLst/>
          </a:prstGeom>
        </p:spPr>
      </p:pic>
    </p:spTree>
    <p:extLst>
      <p:ext uri="{BB962C8B-B14F-4D97-AF65-F5344CB8AC3E}">
        <p14:creationId xmlns:p14="http://schemas.microsoft.com/office/powerpoint/2010/main" val="10064181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7"/>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544287" y="1156607"/>
            <a:ext cx="2898320"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6. Once </a:t>
            </a:r>
            <a:r>
              <a:rPr lang="en-US" sz="1200" err="1"/>
              <a:t>FlexMatch</a:t>
            </a:r>
            <a:r>
              <a:rPr lang="en-US" sz="1200"/>
              <a:t> has matched a suitable group of players with proper latency to a Region, it will request a game session placement through a </a:t>
            </a:r>
            <a:r>
              <a:rPr lang="en-US" sz="1200" err="1"/>
              <a:t>GameLift</a:t>
            </a:r>
            <a:r>
              <a:rPr lang="en-US" sz="1200"/>
              <a:t> queue that has fleets with one or more Regional locations registered to it.</a:t>
            </a:r>
            <a:endParaRPr lang="en-US"/>
          </a:p>
          <a:p>
            <a:endParaRPr lang="en-US" sz="1200"/>
          </a:p>
          <a:p>
            <a:r>
              <a:rPr lang="en-US" sz="1200"/>
              <a:t>7. Once the session is placed on one of the fleets, an event notification is sent to an Amazon SNS</a:t>
            </a:r>
            <a:endParaRPr lang="en-US"/>
          </a:p>
        </p:txBody>
      </p:sp>
      <p:pic>
        <p:nvPicPr>
          <p:cNvPr id="4" name="Picture 3" descr="A diagram of a process&#10;&#10;Description automatically generated">
            <a:extLst>
              <a:ext uri="{FF2B5EF4-FFF2-40B4-BE49-F238E27FC236}">
                <a16:creationId xmlns:a16="http://schemas.microsoft.com/office/drawing/2014/main" id="{F167FF3D-9C02-AEB8-9B55-8A0F9C65C0AD}"/>
              </a:ext>
            </a:extLst>
          </p:cNvPr>
          <p:cNvPicPr>
            <a:picLocks noChangeAspect="1"/>
          </p:cNvPicPr>
          <p:nvPr/>
        </p:nvPicPr>
        <p:blipFill>
          <a:blip r:embed="rId3"/>
          <a:stretch>
            <a:fillRect/>
          </a:stretch>
        </p:blipFill>
        <p:spPr>
          <a:xfrm>
            <a:off x="306161" y="3336303"/>
            <a:ext cx="3374572" cy="1192323"/>
          </a:xfrm>
          <a:prstGeom prst="rect">
            <a:avLst/>
          </a:prstGeom>
        </p:spPr>
      </p:pic>
    </p:spTree>
    <p:extLst>
      <p:ext uri="{BB962C8B-B14F-4D97-AF65-F5344CB8AC3E}">
        <p14:creationId xmlns:p14="http://schemas.microsoft.com/office/powerpoint/2010/main" val="7937825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7"/>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435430" y="1156607"/>
            <a:ext cx="2898320"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8. A Lambda function will receive the SNS event and process it. </a:t>
            </a:r>
            <a:endParaRPr lang="en-US"/>
          </a:p>
          <a:p>
            <a:endParaRPr lang="en-US" sz="1200"/>
          </a:p>
          <a:p>
            <a:r>
              <a:rPr lang="en-US" sz="1200"/>
              <a:t>9. If the ticket is a </a:t>
            </a:r>
            <a:r>
              <a:rPr lang="en-US" sz="1200" err="1"/>
              <a:t>MatchmakingSucceeded</a:t>
            </a:r>
            <a:r>
              <a:rPr lang="en-US" sz="1200"/>
              <a:t> event, the Lambda function writes the result to DynamoDB with the server port and IP. A time-to-live (TTL) value is used to make sure the tickets are deleted from DynamoDB when they are no longer needed</a:t>
            </a:r>
            <a:endParaRPr lang="en-US"/>
          </a:p>
        </p:txBody>
      </p:sp>
      <p:pic>
        <p:nvPicPr>
          <p:cNvPr id="4" name="Picture 3" descr="A diagram of a process&#10;&#10;Description automatically generated">
            <a:extLst>
              <a:ext uri="{FF2B5EF4-FFF2-40B4-BE49-F238E27FC236}">
                <a16:creationId xmlns:a16="http://schemas.microsoft.com/office/drawing/2014/main" id="{29ED7EC2-6355-8355-9096-A327A9D24792}"/>
              </a:ext>
            </a:extLst>
          </p:cNvPr>
          <p:cNvPicPr>
            <a:picLocks noChangeAspect="1"/>
          </p:cNvPicPr>
          <p:nvPr/>
        </p:nvPicPr>
        <p:blipFill>
          <a:blip r:embed="rId3"/>
          <a:stretch>
            <a:fillRect/>
          </a:stretch>
        </p:blipFill>
        <p:spPr>
          <a:xfrm>
            <a:off x="306161" y="3336303"/>
            <a:ext cx="3374572" cy="1192323"/>
          </a:xfrm>
          <a:prstGeom prst="rect">
            <a:avLst/>
          </a:prstGeom>
        </p:spPr>
      </p:pic>
    </p:spTree>
    <p:extLst>
      <p:ext uri="{BB962C8B-B14F-4D97-AF65-F5344CB8AC3E}">
        <p14:creationId xmlns:p14="http://schemas.microsoft.com/office/powerpoint/2010/main" val="5580135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7"/>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462644" y="1694089"/>
            <a:ext cx="289832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10. The game client makes a signed request to API Gateway to check the status of the matchmaking ticket on a specific interval. </a:t>
            </a:r>
            <a:endParaRPr lang="en-US"/>
          </a:p>
          <a:p>
            <a:endParaRPr lang="en-US" sz="1200"/>
          </a:p>
          <a:p>
            <a:r>
              <a:rPr lang="en-US" sz="1200"/>
              <a:t>11. A Lambda function for checking the matchmaking ticket status is invoked by API Gateway</a:t>
            </a:r>
            <a:endParaRPr lang="en-US"/>
          </a:p>
        </p:txBody>
      </p:sp>
    </p:spTree>
    <p:extLst>
      <p:ext uri="{BB962C8B-B14F-4D97-AF65-F5344CB8AC3E}">
        <p14:creationId xmlns:p14="http://schemas.microsoft.com/office/powerpoint/2010/main" val="34806298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7"/>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258537" y="1319893"/>
            <a:ext cx="3245302"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12. From DynamoDB, the Lambda function checks if the ticket has already succeeded. In case it has, it will send the IP, port, and player session ID back to the client. Otherwise, it will send a response that the match is not yet ready. </a:t>
            </a:r>
            <a:endParaRPr lang="en-US"/>
          </a:p>
          <a:p>
            <a:endParaRPr lang="en-US" sz="1200"/>
          </a:p>
          <a:p>
            <a:r>
              <a:rPr lang="en-US" sz="1200"/>
              <a:t>13. The game client will connect to the game server using Transmission Control Protocol (TCP) or User Datagram Protocol (UDP) by using the port and IP provided by the backend. It will also send the player session ID to the game server, which can validate it using the </a:t>
            </a:r>
            <a:r>
              <a:rPr lang="en-US" sz="1200" err="1"/>
              <a:t>GameLift</a:t>
            </a:r>
            <a:r>
              <a:rPr lang="en-US" sz="1200"/>
              <a:t> Server SDK.</a:t>
            </a:r>
            <a:endParaRPr lang="en-US"/>
          </a:p>
        </p:txBody>
      </p:sp>
    </p:spTree>
    <p:extLst>
      <p:ext uri="{BB962C8B-B14F-4D97-AF65-F5344CB8AC3E}">
        <p14:creationId xmlns:p14="http://schemas.microsoft.com/office/powerpoint/2010/main" val="517361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C99CF4C-9F57-1294-97A4-AB90E75A03EC}"/>
              </a:ext>
            </a:extLst>
          </p:cNvPr>
          <p:cNvSpPr>
            <a:spLocks noGrp="1"/>
          </p:cNvSpPr>
          <p:nvPr>
            <p:ph type="subTitle" idx="1"/>
          </p:nvPr>
        </p:nvSpPr>
        <p:spPr>
          <a:xfrm>
            <a:off x="1109742" y="489866"/>
            <a:ext cx="7887629" cy="2645467"/>
          </a:xfrm>
        </p:spPr>
        <p:txBody>
          <a:bodyPr/>
          <a:lstStyle/>
          <a:p>
            <a:pPr algn="l">
              <a:lnSpc>
                <a:spcPct val="150000"/>
              </a:lnSpc>
            </a:pPr>
            <a:r>
              <a:rPr lang="en-IN" sz="800" b="0">
                <a:solidFill>
                  <a:srgbClr val="7A3E9D"/>
                </a:solidFill>
                <a:effectLst/>
                <a:latin typeface="Consolas"/>
              </a:rPr>
              <a:t>int</a:t>
            </a:r>
            <a:r>
              <a:rPr lang="en-IN" sz="800" b="0">
                <a:solidFill>
                  <a:srgbClr val="333333"/>
                </a:solidFill>
                <a:effectLst/>
                <a:latin typeface="Consolas"/>
              </a:rPr>
              <a:t> </a:t>
            </a:r>
            <a:r>
              <a:rPr lang="en-IN" sz="800" b="1">
                <a:solidFill>
                  <a:srgbClr val="AA3731"/>
                </a:solidFill>
                <a:effectLst/>
                <a:latin typeface="Consolas"/>
              </a:rPr>
              <a:t>main</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i="1">
                <a:solidFill>
                  <a:srgbClr val="AAAAAA"/>
                </a:solidFill>
                <a:effectLst/>
                <a:latin typeface="Consolas" panose="020B0609020204030204" pitchFamily="49" charset="0"/>
              </a:rPr>
              <a:t>    // Create a credentials provider with the Cognito credentials to sign the requests</a:t>
            </a:r>
            <a:endParaRPr lang="en-IN" sz="800" b="0">
              <a:solidFill>
                <a:srgbClr val="333333"/>
              </a:solidFill>
              <a:effectLst/>
              <a:latin typeface="Consolas" panose="020B0609020204030204" pitchFamily="49" charset="0"/>
            </a:endParaRPr>
          </a:p>
          <a:p>
            <a:pPr algn="l">
              <a:lnSpc>
                <a:spcPct val="150000"/>
              </a:lnSpc>
            </a:pPr>
            <a:r>
              <a:rPr lang="en-IN" sz="800" b="0">
                <a:solidFill>
                  <a:srgbClr val="333333"/>
                </a:solidFill>
                <a:effectLst/>
                <a:latin typeface="Consolas"/>
              </a:rPr>
              <a:t>    </a:t>
            </a:r>
            <a:r>
              <a:rPr lang="en-IN" sz="800" b="0">
                <a:solidFill>
                  <a:srgbClr val="7A3E9D"/>
                </a:solidFill>
                <a:effectLst/>
                <a:latin typeface="Consolas"/>
              </a:rPr>
              <a:t>auto</a:t>
            </a:r>
            <a:r>
              <a:rPr lang="en-IN" sz="800" b="0">
                <a:solidFill>
                  <a:srgbClr val="333333"/>
                </a:solidFill>
                <a:effectLst/>
                <a:latin typeface="Consolas"/>
              </a:rPr>
              <a:t> </a:t>
            </a:r>
            <a:r>
              <a:rPr lang="en-IN" sz="800" b="0" err="1">
                <a:solidFill>
                  <a:srgbClr val="333333"/>
                </a:solidFill>
                <a:effectLst/>
                <a:latin typeface="Consolas"/>
              </a:rPr>
              <a:t>credentialsProvider</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a:t>
            </a:r>
            <a:r>
              <a:rPr lang="en-IN" sz="800" b="1">
                <a:solidFill>
                  <a:srgbClr val="7A3E9D"/>
                </a:solidFill>
                <a:effectLst/>
                <a:latin typeface="Consolas"/>
              </a:rPr>
              <a:t>Aws</a:t>
            </a:r>
            <a:r>
              <a:rPr lang="en-IN" sz="800" b="0">
                <a:solidFill>
                  <a:srgbClr val="777777"/>
                </a:solidFill>
                <a:effectLst/>
                <a:latin typeface="Consolas"/>
              </a:rPr>
              <a:t>::</a:t>
            </a:r>
            <a:r>
              <a:rPr lang="en-IN" sz="800" b="1" err="1">
                <a:solidFill>
                  <a:srgbClr val="AA3731"/>
                </a:solidFill>
                <a:effectLst/>
                <a:latin typeface="Consolas"/>
              </a:rPr>
              <a:t>MakeShared</a:t>
            </a:r>
            <a:r>
              <a:rPr lang="en-IN" sz="800" b="0">
                <a:solidFill>
                  <a:srgbClr val="777777"/>
                </a:solidFill>
                <a:effectLst/>
                <a:latin typeface="Consolas"/>
              </a:rPr>
              <a:t>&lt;</a:t>
            </a:r>
            <a:r>
              <a:rPr lang="en-IN" sz="800" b="1">
                <a:solidFill>
                  <a:srgbClr val="7A3E9D"/>
                </a:solidFill>
                <a:effectLst/>
                <a:latin typeface="Consolas"/>
              </a:rPr>
              <a:t>Aws</a:t>
            </a:r>
            <a:r>
              <a:rPr lang="en-IN" sz="800" b="0">
                <a:solidFill>
                  <a:srgbClr val="777777"/>
                </a:solidFill>
                <a:effectLst/>
                <a:latin typeface="Consolas"/>
              </a:rPr>
              <a:t>::</a:t>
            </a:r>
            <a:r>
              <a:rPr lang="en-IN" sz="800" b="1">
                <a:solidFill>
                  <a:srgbClr val="7A3E9D"/>
                </a:solidFill>
                <a:effectLst/>
                <a:latin typeface="Consolas"/>
              </a:rPr>
              <a:t>Auth</a:t>
            </a:r>
            <a:r>
              <a:rPr lang="en-IN" sz="800" b="0">
                <a:solidFill>
                  <a:srgbClr val="777777"/>
                </a:solidFill>
                <a:effectLst/>
                <a:latin typeface="Consolas"/>
              </a:rPr>
              <a:t>::</a:t>
            </a:r>
            <a:r>
              <a:rPr lang="en-IN" sz="800" b="1" err="1">
                <a:solidFill>
                  <a:srgbClr val="7A3E9D"/>
                </a:solidFill>
                <a:effectLst/>
                <a:latin typeface="Consolas"/>
              </a:rPr>
              <a:t>SimpleAWSCredentialsProvider</a:t>
            </a:r>
            <a:r>
              <a:rPr lang="en-IN" sz="800" b="0">
                <a:solidFill>
                  <a:srgbClr val="777777"/>
                </a:solidFill>
                <a:effectLst/>
                <a:latin typeface="Consolas"/>
              </a:rPr>
              <a:t>&gt;("</a:t>
            </a:r>
            <a:r>
              <a:rPr lang="en-IN" sz="800" b="0" err="1">
                <a:solidFill>
                  <a:srgbClr val="448C27"/>
                </a:solidFill>
                <a:effectLst/>
                <a:latin typeface="Consolas"/>
              </a:rPr>
              <a:t>api</a:t>
            </a:r>
            <a:r>
              <a:rPr lang="en-IN" sz="800" b="0">
                <a:solidFill>
                  <a:srgbClr val="448C27"/>
                </a:solidFill>
                <a:effectLst/>
                <a:latin typeface="Consolas"/>
              </a:rPr>
              <a:t>-gateway-client</a:t>
            </a:r>
            <a:r>
              <a:rPr lang="en-IN" sz="800" b="0">
                <a:solidFill>
                  <a:srgbClr val="777777"/>
                </a:solidFill>
                <a:effectLst/>
                <a:latin typeface="Consolas"/>
              </a:rPr>
              <a:t>",</a:t>
            </a:r>
            <a:r>
              <a:rPr lang="en-IN" sz="800" b="0">
                <a:solidFill>
                  <a:srgbClr val="333333"/>
                </a:solidFill>
                <a:effectLst/>
                <a:latin typeface="Consolas"/>
              </a:rPr>
              <a:t> </a:t>
            </a:r>
            <a:r>
              <a:rPr lang="en-IN" sz="800" b="0" err="1">
                <a:solidFill>
                  <a:srgbClr val="7A3E9D"/>
                </a:solidFill>
                <a:effectLst/>
                <a:latin typeface="Consolas"/>
              </a:rPr>
              <a:t>credentials</a:t>
            </a:r>
            <a:r>
              <a:rPr lang="en-IN" sz="800" b="0" err="1">
                <a:solidFill>
                  <a:srgbClr val="777777"/>
                </a:solidFill>
                <a:effectLst/>
                <a:latin typeface="Consolas"/>
              </a:rPr>
              <a:t>.</a:t>
            </a:r>
            <a:r>
              <a:rPr lang="en-IN" sz="800" b="1" err="1">
                <a:solidFill>
                  <a:srgbClr val="AA3731"/>
                </a:solidFill>
                <a:effectLst/>
                <a:latin typeface="Consolas"/>
              </a:rPr>
              <a:t>GetAccessKeyId</a:t>
            </a:r>
            <a:r>
              <a:rPr lang="en-IN" sz="800" b="0">
                <a:solidFill>
                  <a:srgbClr val="777777"/>
                </a:solidFill>
                <a:effectLst/>
                <a:latin typeface="Consolas"/>
              </a:rPr>
              <a:t>(),</a:t>
            </a:r>
            <a:r>
              <a:rPr lang="en-IN" sz="800" b="0">
                <a:solidFill>
                  <a:srgbClr val="333333"/>
                </a:solidFill>
                <a:effectLst/>
                <a:latin typeface="Consolas"/>
              </a:rPr>
              <a:t> </a:t>
            </a:r>
            <a:r>
              <a:rPr lang="en-IN" sz="800" b="0" err="1">
                <a:solidFill>
                  <a:srgbClr val="7A3E9D"/>
                </a:solidFill>
                <a:effectLst/>
                <a:latin typeface="Consolas"/>
              </a:rPr>
              <a:t>credentials</a:t>
            </a:r>
            <a:r>
              <a:rPr lang="en-IN" sz="800" b="0" err="1">
                <a:solidFill>
                  <a:srgbClr val="777777"/>
                </a:solidFill>
                <a:effectLst/>
                <a:latin typeface="Consolas"/>
              </a:rPr>
              <a:t>.</a:t>
            </a:r>
            <a:r>
              <a:rPr lang="en-IN" sz="800" b="1" err="1">
                <a:solidFill>
                  <a:srgbClr val="AA3731"/>
                </a:solidFill>
                <a:effectLst/>
                <a:latin typeface="Consolas"/>
              </a:rPr>
              <a:t>GetSecretKey</a:t>
            </a:r>
            <a:r>
              <a:rPr lang="en-IN" sz="800" b="0">
                <a:solidFill>
                  <a:srgbClr val="777777"/>
                </a:solidFill>
                <a:effectLst/>
                <a:latin typeface="Consolas"/>
              </a:rPr>
              <a:t>(),</a:t>
            </a:r>
            <a:r>
              <a:rPr lang="en-IN" sz="800" b="0">
                <a:solidFill>
                  <a:srgbClr val="333333"/>
                </a:solidFill>
                <a:effectLst/>
                <a:latin typeface="Consolas"/>
              </a:rPr>
              <a:t> </a:t>
            </a:r>
            <a:r>
              <a:rPr lang="en-IN" sz="800" b="0" err="1">
                <a:solidFill>
                  <a:srgbClr val="7A3E9D"/>
                </a:solidFill>
                <a:effectLst/>
                <a:latin typeface="Consolas"/>
              </a:rPr>
              <a:t>credentials</a:t>
            </a:r>
            <a:r>
              <a:rPr lang="en-IN" sz="800" b="0" err="1">
                <a:solidFill>
                  <a:srgbClr val="777777"/>
                </a:solidFill>
                <a:effectLst/>
                <a:latin typeface="Consolas"/>
              </a:rPr>
              <a:t>.</a:t>
            </a:r>
            <a:r>
              <a:rPr lang="en-IN" sz="800" b="1" err="1">
                <a:solidFill>
                  <a:srgbClr val="AA3731"/>
                </a:solidFill>
                <a:effectLst/>
                <a:latin typeface="Consolas"/>
              </a:rPr>
              <a:t>GetSessionToken</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b="0">
                <a:solidFill>
                  <a:srgbClr val="7A3E9D"/>
                </a:solidFill>
                <a:effectLst/>
                <a:latin typeface="Consolas"/>
              </a:rPr>
              <a:t>auto</a:t>
            </a:r>
            <a:r>
              <a:rPr lang="en-IN" sz="800" b="0">
                <a:solidFill>
                  <a:srgbClr val="333333"/>
                </a:solidFill>
                <a:effectLst/>
                <a:latin typeface="Consolas"/>
              </a:rPr>
              <a:t> </a:t>
            </a:r>
            <a:r>
              <a:rPr lang="en-IN" sz="800" b="0" err="1">
                <a:solidFill>
                  <a:srgbClr val="333333"/>
                </a:solidFill>
                <a:effectLst/>
                <a:latin typeface="Consolas"/>
              </a:rPr>
              <a:t>requestSigner</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a:t>
            </a:r>
            <a:r>
              <a:rPr lang="en-IN" sz="800" b="1" err="1">
                <a:solidFill>
                  <a:srgbClr val="AA3731"/>
                </a:solidFill>
                <a:effectLst/>
                <a:latin typeface="Consolas"/>
              </a:rPr>
              <a:t>MakeShared</a:t>
            </a:r>
            <a:r>
              <a:rPr lang="en-IN" sz="800" b="0">
                <a:solidFill>
                  <a:srgbClr val="777777"/>
                </a:solidFill>
                <a:effectLst/>
                <a:latin typeface="Consolas"/>
              </a:rPr>
              <a:t>&lt;</a:t>
            </a:r>
            <a:r>
              <a:rPr lang="en-IN" sz="800" b="1">
                <a:solidFill>
                  <a:srgbClr val="7A3E9D"/>
                </a:solidFill>
                <a:effectLst/>
                <a:latin typeface="Consolas"/>
              </a:rPr>
              <a:t>AWSAuthV4Signer</a:t>
            </a:r>
            <a:r>
              <a:rPr lang="en-IN" sz="800" b="0">
                <a:solidFill>
                  <a:srgbClr val="777777"/>
                </a:solidFill>
                <a:effectLst/>
                <a:latin typeface="Consolas"/>
              </a:rPr>
              <a:t>&gt;("",</a:t>
            </a:r>
            <a:r>
              <a:rPr lang="en-IN" sz="800" b="0">
                <a:solidFill>
                  <a:srgbClr val="333333"/>
                </a:solidFill>
                <a:effectLst/>
                <a:latin typeface="Consolas"/>
              </a:rPr>
              <a:t> </a:t>
            </a:r>
            <a:r>
              <a:rPr lang="en-IN" sz="800" b="0" err="1">
                <a:solidFill>
                  <a:srgbClr val="333333"/>
                </a:solidFill>
                <a:effectLst/>
                <a:latin typeface="Consolas"/>
              </a:rPr>
              <a:t>credentialsProvider</a:t>
            </a:r>
            <a:r>
              <a:rPr lang="en-IN" sz="800" b="0">
                <a:solidFill>
                  <a:srgbClr val="777777"/>
                </a:solidFill>
                <a:effectLst/>
                <a:latin typeface="Consolas"/>
              </a:rPr>
              <a:t>,</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448C27"/>
                </a:solidFill>
                <a:effectLst/>
                <a:latin typeface="Consolas"/>
              </a:rPr>
              <a:t>execute-</a:t>
            </a:r>
            <a:r>
              <a:rPr lang="en-IN" sz="800" b="0" err="1">
                <a:solidFill>
                  <a:srgbClr val="448C27"/>
                </a:solidFill>
                <a:effectLst/>
                <a:latin typeface="Consolas"/>
              </a:rPr>
              <a:t>api</a:t>
            </a:r>
            <a:r>
              <a:rPr lang="en-IN" sz="800" b="0">
                <a:solidFill>
                  <a:srgbClr val="777777"/>
                </a:solidFill>
                <a:effectLst/>
                <a:latin typeface="Consolas"/>
              </a:rPr>
              <a:t>",</a:t>
            </a:r>
            <a:r>
              <a:rPr lang="en-IN" sz="800" b="0">
                <a:solidFill>
                  <a:srgbClr val="333333"/>
                </a:solidFill>
                <a:effectLst/>
                <a:latin typeface="Consolas"/>
              </a:rPr>
              <a:t> </a:t>
            </a:r>
            <a:r>
              <a:rPr lang="en-IN" sz="800" b="0" err="1">
                <a:solidFill>
                  <a:srgbClr val="333333"/>
                </a:solidFill>
                <a:effectLst/>
                <a:latin typeface="Consolas"/>
              </a:rPr>
              <a:t>regionString</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a:solidFill>
                  <a:srgbClr val="333333"/>
                </a:solidFill>
                <a:latin typeface="Consolas"/>
              </a:rPr>
              <a:t> </a:t>
            </a:r>
          </a:p>
          <a:p>
            <a:pPr algn="l">
              <a:lnSpc>
                <a:spcPct val="150000"/>
              </a:lnSpc>
            </a:pPr>
            <a:r>
              <a:rPr lang="en-IN" sz="800" i="1">
                <a:solidFill>
                  <a:srgbClr val="AAAAAA"/>
                </a:solidFill>
                <a:latin typeface="Consolas"/>
              </a:rPr>
              <a:t>   </a:t>
            </a:r>
            <a:r>
              <a:rPr lang="en-IN" sz="800" b="0" i="1">
                <a:solidFill>
                  <a:srgbClr val="AAAAAA"/>
                </a:solidFill>
                <a:effectLst/>
                <a:latin typeface="Consolas"/>
              </a:rPr>
              <a:t> // Create and sign the HTTP request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b="0">
                <a:solidFill>
                  <a:srgbClr val="7A3E9D"/>
                </a:solidFill>
                <a:effectLst/>
                <a:latin typeface="Consolas"/>
              </a:rPr>
              <a:t>auto</a:t>
            </a:r>
            <a:r>
              <a:rPr lang="en-IN" sz="800" b="0">
                <a:solidFill>
                  <a:srgbClr val="333333"/>
                </a:solidFill>
                <a:effectLst/>
                <a:latin typeface="Consolas"/>
              </a:rPr>
              <a:t> </a:t>
            </a:r>
            <a:r>
              <a:rPr lang="en-IN" sz="800" b="0" err="1">
                <a:solidFill>
                  <a:srgbClr val="333333"/>
                </a:solidFill>
                <a:effectLst/>
                <a:latin typeface="Consolas"/>
              </a:rPr>
              <a:t>getGameSessionRequest</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a:t>
            </a:r>
            <a:r>
              <a:rPr lang="en-IN" sz="800" b="1" err="1">
                <a:solidFill>
                  <a:srgbClr val="AA3731"/>
                </a:solidFill>
                <a:effectLst/>
                <a:latin typeface="Consolas"/>
              </a:rPr>
              <a:t>CreateHttpRequest</a:t>
            </a:r>
            <a:r>
              <a:rPr lang="en-IN" sz="800" b="0">
                <a:solidFill>
                  <a:srgbClr val="777777"/>
                </a:solidFill>
                <a:effectLst/>
                <a:latin typeface="Consolas"/>
              </a:rPr>
              <a:t>(</a:t>
            </a:r>
            <a:r>
              <a:rPr lang="en-IN" sz="800" b="1">
                <a:solidFill>
                  <a:srgbClr val="AA3731"/>
                </a:solidFill>
                <a:effectLst/>
                <a:latin typeface="Consolas"/>
              </a:rPr>
              <a:t>URI</a:t>
            </a:r>
            <a:r>
              <a:rPr lang="en-IN" sz="800" b="0">
                <a:solidFill>
                  <a:srgbClr val="777777"/>
                </a:solidFill>
                <a:effectLst/>
                <a:latin typeface="Consolas"/>
              </a:rPr>
              <a:t>(</a:t>
            </a:r>
            <a:r>
              <a:rPr lang="en-IN" sz="800" b="0" err="1">
                <a:solidFill>
                  <a:srgbClr val="333333"/>
                </a:solidFill>
                <a:effectLst/>
                <a:latin typeface="Consolas"/>
              </a:rPr>
              <a:t>backendApiUrl</a:t>
            </a:r>
            <a:r>
              <a:rPr lang="en-IN" sz="800" b="0">
                <a:solidFill>
                  <a:srgbClr val="333333"/>
                </a:solidFill>
                <a:effectLst/>
                <a:latin typeface="Consolas"/>
              </a:rPr>
              <a:t> </a:t>
            </a:r>
            <a:r>
              <a:rPr lang="en-IN" sz="800" b="0">
                <a:solidFill>
                  <a:srgbClr val="777777"/>
                </a:solidFill>
                <a:effectLst/>
                <a:latin typeface="Consolas"/>
              </a:rPr>
              <a:t>+"</a:t>
            </a:r>
            <a:r>
              <a:rPr lang="en-IN" sz="800" b="0" err="1">
                <a:solidFill>
                  <a:srgbClr val="448C27"/>
                </a:solidFill>
                <a:effectLst/>
                <a:latin typeface="Consolas"/>
              </a:rPr>
              <a:t>requestmatchmaking?latencies</a:t>
            </a:r>
            <a:r>
              <a:rPr lang="en-IN" sz="800" b="0">
                <a:solidFill>
                  <a:srgbClr val="448C27"/>
                </a:solidFill>
                <a:effectLst/>
                <a:latin typeface="Consolas"/>
              </a:rPr>
              <a:t>=</a:t>
            </a:r>
            <a:r>
              <a:rPr lang="en-IN" sz="800" b="0">
                <a:solidFill>
                  <a:srgbClr val="777777"/>
                </a:solidFill>
                <a:effectLst/>
                <a:latin typeface="Consolas"/>
              </a:rPr>
              <a:t>"</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latencies</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b="1" err="1">
                <a:solidFill>
                  <a:srgbClr val="7A3E9D"/>
                </a:solidFill>
                <a:effectLst/>
                <a:latin typeface="Consolas"/>
              </a:rPr>
              <a:t>HttpMethod</a:t>
            </a:r>
            <a:r>
              <a:rPr lang="en-IN" sz="800" b="0">
                <a:solidFill>
                  <a:srgbClr val="777777"/>
                </a:solidFill>
                <a:effectLst/>
                <a:latin typeface="Consolas"/>
              </a:rPr>
              <a:t>::</a:t>
            </a:r>
            <a:r>
              <a:rPr lang="en-IN" sz="800" b="0">
                <a:solidFill>
                  <a:srgbClr val="333333"/>
                </a:solidFill>
                <a:effectLst/>
                <a:latin typeface="Consolas"/>
              </a:rPr>
              <a:t>HTTP_GET</a:t>
            </a:r>
            <a:r>
              <a:rPr lang="en-IN" sz="800" b="0">
                <a:solidFill>
                  <a:srgbClr val="777777"/>
                </a:solidFill>
                <a:effectLst/>
                <a:latin typeface="Consolas"/>
              </a:rPr>
              <a:t>,</a:t>
            </a:r>
            <a:r>
              <a:rPr lang="en-IN" sz="800" b="0">
                <a:solidFill>
                  <a:srgbClr val="333333"/>
                </a:solidFill>
                <a:effectLst/>
                <a:latin typeface="Consolas"/>
              </a:rPr>
              <a:t> </a:t>
            </a:r>
            <a:r>
              <a:rPr lang="en-IN" sz="800" b="1">
                <a:solidFill>
                  <a:srgbClr val="7A3E9D"/>
                </a:solidFill>
                <a:effectLst/>
                <a:latin typeface="Consolas"/>
              </a:rPr>
              <a:t>Aws</a:t>
            </a:r>
            <a:r>
              <a:rPr lang="en-IN" sz="800" b="0">
                <a:solidFill>
                  <a:srgbClr val="777777"/>
                </a:solidFill>
                <a:effectLst/>
                <a:latin typeface="Consolas"/>
              </a:rPr>
              <a:t>::</a:t>
            </a:r>
            <a:r>
              <a:rPr lang="en-IN" sz="800" b="1">
                <a:solidFill>
                  <a:srgbClr val="7A3E9D"/>
                </a:solidFill>
                <a:effectLst/>
                <a:latin typeface="Consolas"/>
              </a:rPr>
              <a:t>Utils</a:t>
            </a:r>
            <a:r>
              <a:rPr lang="en-IN" sz="800" b="0">
                <a:solidFill>
                  <a:srgbClr val="777777"/>
                </a:solidFill>
                <a:effectLst/>
                <a:latin typeface="Consolas"/>
              </a:rPr>
              <a:t>::</a:t>
            </a:r>
            <a:r>
              <a:rPr lang="en-IN" sz="800" b="1">
                <a:solidFill>
                  <a:srgbClr val="7A3E9D"/>
                </a:solidFill>
                <a:effectLst/>
                <a:latin typeface="Consolas"/>
              </a:rPr>
              <a:t>Stream</a:t>
            </a:r>
            <a:r>
              <a:rPr lang="en-IN" sz="800" b="0">
                <a:solidFill>
                  <a:srgbClr val="777777"/>
                </a:solidFill>
                <a:effectLst/>
                <a:latin typeface="Consolas"/>
              </a:rPr>
              <a:t>::</a:t>
            </a:r>
            <a:r>
              <a:rPr lang="en-IN" sz="800" b="0" err="1">
                <a:solidFill>
                  <a:srgbClr val="333333"/>
                </a:solidFill>
                <a:effectLst/>
                <a:latin typeface="Consolas"/>
              </a:rPr>
              <a:t>DefaultResponseStreamFactoryMethod</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b="0" err="1">
                <a:solidFill>
                  <a:srgbClr val="7A3E9D"/>
                </a:solidFill>
                <a:effectLst/>
                <a:latin typeface="Consolas"/>
              </a:rPr>
              <a:t>requestSigner</a:t>
            </a:r>
            <a:r>
              <a:rPr lang="en-IN" sz="800" b="0">
                <a:solidFill>
                  <a:srgbClr val="777777"/>
                </a:solidFill>
                <a:effectLst/>
                <a:latin typeface="Consolas"/>
              </a:rPr>
              <a:t>-&gt;</a:t>
            </a:r>
            <a:r>
              <a:rPr lang="en-IN" sz="800" b="1" err="1">
                <a:solidFill>
                  <a:srgbClr val="AA3731"/>
                </a:solidFill>
                <a:effectLst/>
                <a:latin typeface="Consolas"/>
              </a:rPr>
              <a:t>SignRequest</a:t>
            </a:r>
            <a:r>
              <a:rPr lang="en-IN" sz="800" b="0">
                <a:solidFill>
                  <a:srgbClr val="777777"/>
                </a:solidFill>
                <a:effectLst/>
                <a:latin typeface="Consolas"/>
              </a:rPr>
              <a:t>(*</a:t>
            </a:r>
            <a:r>
              <a:rPr lang="en-IN" sz="800" b="0" err="1">
                <a:solidFill>
                  <a:srgbClr val="333333"/>
                </a:solidFill>
                <a:effectLst/>
                <a:latin typeface="Consolas"/>
              </a:rPr>
              <a:t>getGameSessionRequest</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a:solidFill>
                  <a:srgbClr val="333333"/>
                </a:solidFill>
                <a:latin typeface="Consolas"/>
              </a:rPr>
              <a:t> </a:t>
            </a:r>
            <a:endParaRPr lang="en-IN" sz="800" b="0">
              <a:solidFill>
                <a:srgbClr val="333333"/>
              </a:solidFill>
              <a:effectLst/>
              <a:latin typeface="Consolas" panose="020B0609020204030204" pitchFamily="49" charset="0"/>
            </a:endParaRPr>
          </a:p>
          <a:p>
            <a:pPr algn="l">
              <a:lnSpc>
                <a:spcPct val="150000"/>
              </a:lnSpc>
            </a:pPr>
            <a:r>
              <a:rPr lang="en-IN" sz="800" b="0">
                <a:solidFill>
                  <a:srgbClr val="333333"/>
                </a:solidFill>
                <a:effectLst/>
                <a:latin typeface="Consolas"/>
              </a:rPr>
              <a:t>    </a:t>
            </a:r>
            <a:r>
              <a:rPr lang="en-IN" sz="800" b="1">
                <a:solidFill>
                  <a:srgbClr val="7A3E9D"/>
                </a:solidFill>
                <a:effectLst/>
                <a:latin typeface="Consolas"/>
              </a:rPr>
              <a:t>std</a:t>
            </a:r>
            <a:r>
              <a:rPr lang="en-IN" sz="800" b="0">
                <a:solidFill>
                  <a:srgbClr val="777777"/>
                </a:solidFill>
                <a:effectLst/>
                <a:latin typeface="Consolas"/>
              </a:rPr>
              <a:t>::</a:t>
            </a:r>
            <a:r>
              <a:rPr lang="en-IN" sz="800" b="0" err="1">
                <a:solidFill>
                  <a:srgbClr val="333333"/>
                </a:solidFill>
                <a:effectLst/>
                <a:latin typeface="Consolas"/>
              </a:rPr>
              <a:t>cout</a:t>
            </a:r>
            <a:r>
              <a:rPr lang="en-IN" sz="800" b="0">
                <a:solidFill>
                  <a:srgbClr val="333333"/>
                </a:solidFill>
                <a:effectLst/>
                <a:latin typeface="Consolas"/>
              </a:rPr>
              <a:t> </a:t>
            </a:r>
            <a:r>
              <a:rPr lang="en-IN" sz="800" b="0">
                <a:solidFill>
                  <a:srgbClr val="777777"/>
                </a:solidFill>
                <a:effectLst/>
                <a:latin typeface="Consolas"/>
              </a:rPr>
              <a:t>&lt;&lt;</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448C27"/>
                </a:solidFill>
                <a:effectLst/>
                <a:latin typeface="Consolas"/>
              </a:rPr>
              <a:t>requesting matchmaking...</a:t>
            </a:r>
            <a:r>
              <a:rPr lang="en-IN" sz="800" b="0">
                <a:solidFill>
                  <a:srgbClr val="777777"/>
                </a:solidFill>
                <a:effectLst/>
                <a:latin typeface="Consolas"/>
              </a:rPr>
              <a:t>\n\n";</a:t>
            </a:r>
            <a:endParaRPr lang="en-IN" sz="800" b="0">
              <a:solidFill>
                <a:srgbClr val="333333"/>
              </a:solidFill>
              <a:effectLst/>
              <a:latin typeface="Consolas"/>
            </a:endParaRPr>
          </a:p>
          <a:p>
            <a:pPr algn="l">
              <a:lnSpc>
                <a:spcPct val="150000"/>
              </a:lnSpc>
            </a:pPr>
            <a:r>
              <a:rPr lang="en-IN" sz="800" b="0" i="1">
                <a:solidFill>
                  <a:srgbClr val="AAAAAA"/>
                </a:solidFill>
                <a:effectLst/>
                <a:latin typeface="Consolas" panose="020B0609020204030204" pitchFamily="49" charset="0"/>
              </a:rPr>
              <a:t>    // make the HTTP request</a:t>
            </a:r>
            <a:endParaRPr lang="en-IN" sz="800" b="0">
              <a:solidFill>
                <a:srgbClr val="333333"/>
              </a:solidFill>
              <a:effectLst/>
              <a:latin typeface="Consolas" panose="020B0609020204030204" pitchFamily="49" charset="0"/>
            </a:endParaRPr>
          </a:p>
          <a:p>
            <a:pPr algn="l">
              <a:lnSpc>
                <a:spcPct val="150000"/>
              </a:lnSpc>
            </a:pPr>
            <a:r>
              <a:rPr lang="en-IN" sz="800" b="0">
                <a:solidFill>
                  <a:srgbClr val="333333"/>
                </a:solidFill>
                <a:effectLst/>
                <a:latin typeface="Consolas"/>
              </a:rPr>
              <a:t>    </a:t>
            </a:r>
            <a:r>
              <a:rPr lang="en-IN" sz="800" b="0">
                <a:solidFill>
                  <a:srgbClr val="7A3E9D"/>
                </a:solidFill>
                <a:effectLst/>
                <a:latin typeface="Consolas"/>
              </a:rPr>
              <a:t>auto</a:t>
            </a:r>
            <a:r>
              <a:rPr lang="en-IN" sz="800" b="0">
                <a:solidFill>
                  <a:srgbClr val="333333"/>
                </a:solidFill>
                <a:effectLst/>
                <a:latin typeface="Consolas"/>
              </a:rPr>
              <a:t> </a:t>
            </a:r>
            <a:r>
              <a:rPr lang="en-IN" sz="800" b="0" err="1">
                <a:solidFill>
                  <a:srgbClr val="333333"/>
                </a:solidFill>
                <a:effectLst/>
                <a:latin typeface="Consolas"/>
              </a:rPr>
              <a:t>httpClient</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a:t>
            </a:r>
            <a:r>
              <a:rPr lang="en-IN" sz="800" b="1" err="1">
                <a:solidFill>
                  <a:srgbClr val="AA3731"/>
                </a:solidFill>
                <a:effectLst/>
                <a:latin typeface="Consolas"/>
              </a:rPr>
              <a:t>CreateHttpClient</a:t>
            </a:r>
            <a:r>
              <a:rPr lang="en-IN" sz="800" b="0">
                <a:solidFill>
                  <a:srgbClr val="777777"/>
                </a:solidFill>
                <a:effectLst/>
                <a:latin typeface="Consolas"/>
              </a:rPr>
              <a:t>(</a:t>
            </a:r>
            <a:r>
              <a:rPr lang="en-IN" sz="800" b="0" err="1">
                <a:solidFill>
                  <a:srgbClr val="333333"/>
                </a:solidFill>
                <a:effectLst/>
                <a:latin typeface="Consolas"/>
              </a:rPr>
              <a:t>clientConfiguration</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b="0">
                <a:solidFill>
                  <a:srgbClr val="7A3E9D"/>
                </a:solidFill>
                <a:effectLst/>
                <a:latin typeface="Consolas"/>
              </a:rPr>
              <a:t>auto</a:t>
            </a:r>
            <a:r>
              <a:rPr lang="en-IN" sz="800" b="0">
                <a:solidFill>
                  <a:srgbClr val="333333"/>
                </a:solidFill>
                <a:effectLst/>
                <a:latin typeface="Consolas"/>
              </a:rPr>
              <a:t> </a:t>
            </a:r>
            <a:r>
              <a:rPr lang="en-IN" sz="800" b="0" err="1">
                <a:solidFill>
                  <a:srgbClr val="333333"/>
                </a:solidFill>
                <a:effectLst/>
                <a:latin typeface="Consolas"/>
              </a:rPr>
              <a:t>requestMatchmakingResponse</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a:t>
            </a:r>
            <a:r>
              <a:rPr lang="en-IN" sz="800" b="0" err="1">
                <a:solidFill>
                  <a:srgbClr val="7A3E9D"/>
                </a:solidFill>
                <a:effectLst/>
                <a:latin typeface="Consolas"/>
              </a:rPr>
              <a:t>httpClient</a:t>
            </a:r>
            <a:r>
              <a:rPr lang="en-IN" sz="800" b="0">
                <a:solidFill>
                  <a:srgbClr val="777777"/>
                </a:solidFill>
                <a:effectLst/>
                <a:latin typeface="Consolas"/>
              </a:rPr>
              <a:t>-&gt;</a:t>
            </a:r>
            <a:r>
              <a:rPr lang="en-IN" sz="800" b="1" err="1">
                <a:solidFill>
                  <a:srgbClr val="AA3731"/>
                </a:solidFill>
                <a:effectLst/>
                <a:latin typeface="Consolas"/>
              </a:rPr>
              <a:t>MakeRequest</a:t>
            </a:r>
            <a:r>
              <a:rPr lang="en-IN" sz="800" b="0">
                <a:solidFill>
                  <a:srgbClr val="777777"/>
                </a:solidFill>
                <a:effectLst/>
                <a:latin typeface="Consolas"/>
              </a:rPr>
              <a:t>(</a:t>
            </a:r>
            <a:r>
              <a:rPr lang="en-IN" sz="800" b="0" err="1">
                <a:solidFill>
                  <a:srgbClr val="333333"/>
                </a:solidFill>
                <a:effectLst/>
                <a:latin typeface="Consolas"/>
              </a:rPr>
              <a:t>getGameSessionRequest</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b="1">
                <a:solidFill>
                  <a:srgbClr val="7A3E9D"/>
                </a:solidFill>
                <a:effectLst/>
                <a:latin typeface="Consolas"/>
              </a:rPr>
              <a:t>std</a:t>
            </a:r>
            <a:r>
              <a:rPr lang="en-IN" sz="800" b="0">
                <a:solidFill>
                  <a:srgbClr val="777777"/>
                </a:solidFill>
                <a:effectLst/>
                <a:latin typeface="Consolas"/>
              </a:rPr>
              <a:t>::</a:t>
            </a:r>
            <a:r>
              <a:rPr lang="en-IN" sz="800" b="0" err="1">
                <a:solidFill>
                  <a:srgbClr val="333333"/>
                </a:solidFill>
                <a:effectLst/>
                <a:latin typeface="Consolas"/>
              </a:rPr>
              <a:t>stringstream</a:t>
            </a:r>
            <a:r>
              <a:rPr lang="en-IN" sz="800" b="0">
                <a:solidFill>
                  <a:srgbClr val="333333"/>
                </a:solidFill>
                <a:effectLst/>
                <a:latin typeface="Consolas"/>
              </a:rPr>
              <a:t> ss</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ss </a:t>
            </a:r>
            <a:r>
              <a:rPr lang="en-IN" sz="800" b="0">
                <a:solidFill>
                  <a:srgbClr val="777777"/>
                </a:solidFill>
                <a:effectLst/>
                <a:latin typeface="Consolas"/>
              </a:rPr>
              <a:t>&lt;&lt;</a:t>
            </a:r>
            <a:r>
              <a:rPr lang="en-IN" sz="800" b="0">
                <a:solidFill>
                  <a:srgbClr val="333333"/>
                </a:solidFill>
                <a:effectLst/>
                <a:latin typeface="Consolas"/>
              </a:rPr>
              <a:t> </a:t>
            </a:r>
            <a:r>
              <a:rPr lang="en-IN" sz="800" b="0" err="1">
                <a:solidFill>
                  <a:srgbClr val="7A3E9D"/>
                </a:solidFill>
                <a:effectLst/>
                <a:latin typeface="Consolas"/>
              </a:rPr>
              <a:t>requestMatchmakingResponse</a:t>
            </a:r>
            <a:r>
              <a:rPr lang="en-IN" sz="800" b="0">
                <a:solidFill>
                  <a:srgbClr val="777777"/>
                </a:solidFill>
                <a:effectLst/>
                <a:latin typeface="Consolas"/>
              </a:rPr>
              <a:t>-&gt;</a:t>
            </a:r>
            <a:r>
              <a:rPr lang="en-IN" sz="800" b="1" err="1">
                <a:solidFill>
                  <a:srgbClr val="AA3731"/>
                </a:solidFill>
                <a:effectLst/>
                <a:latin typeface="Consolas"/>
              </a:rPr>
              <a:t>GetResponseBody</a:t>
            </a:r>
            <a:r>
              <a:rPr lang="en-IN" sz="800" b="0">
                <a:solidFill>
                  <a:srgbClr val="777777"/>
                </a:solidFill>
                <a:effectLst/>
                <a:latin typeface="Consolas"/>
              </a:rPr>
              <a:t>().</a:t>
            </a:r>
            <a:r>
              <a:rPr lang="en-IN" sz="800" b="1" err="1">
                <a:solidFill>
                  <a:srgbClr val="AA3731"/>
                </a:solidFill>
                <a:effectLst/>
                <a:latin typeface="Consolas"/>
              </a:rPr>
              <a:t>rdbuf</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b="1">
                <a:solidFill>
                  <a:srgbClr val="7A3E9D"/>
                </a:solidFill>
                <a:effectLst/>
                <a:latin typeface="Consolas"/>
              </a:rPr>
              <a:t>std</a:t>
            </a:r>
            <a:r>
              <a:rPr lang="en-IN" sz="800" b="0">
                <a:solidFill>
                  <a:srgbClr val="777777"/>
                </a:solidFill>
                <a:effectLst/>
                <a:latin typeface="Consolas"/>
              </a:rPr>
              <a:t>::</a:t>
            </a:r>
            <a:r>
              <a:rPr lang="en-IN" sz="800" b="0" err="1">
                <a:solidFill>
                  <a:srgbClr val="333333"/>
                </a:solidFill>
                <a:effectLst/>
                <a:latin typeface="Consolas"/>
              </a:rPr>
              <a:t>cout</a:t>
            </a:r>
            <a:r>
              <a:rPr lang="en-IN" sz="800" b="0">
                <a:solidFill>
                  <a:srgbClr val="333333"/>
                </a:solidFill>
                <a:effectLst/>
                <a:latin typeface="Consolas"/>
              </a:rPr>
              <a:t> </a:t>
            </a:r>
            <a:r>
              <a:rPr lang="en-IN" sz="800" b="0">
                <a:solidFill>
                  <a:srgbClr val="777777"/>
                </a:solidFill>
                <a:effectLst/>
                <a:latin typeface="Consolas"/>
              </a:rPr>
              <a:t>&lt;&lt;</a:t>
            </a:r>
            <a:r>
              <a:rPr lang="en-IN" sz="800" b="0">
                <a:solidFill>
                  <a:srgbClr val="333333"/>
                </a:solidFill>
                <a:effectLst/>
                <a:latin typeface="Consolas"/>
              </a:rPr>
              <a:t> </a:t>
            </a:r>
            <a:r>
              <a:rPr lang="en-IN" sz="800" b="0" err="1">
                <a:solidFill>
                  <a:srgbClr val="7A3E9D"/>
                </a:solidFill>
                <a:effectLst/>
                <a:latin typeface="Consolas"/>
              </a:rPr>
              <a:t>ss</a:t>
            </a:r>
            <a:r>
              <a:rPr lang="en-IN" sz="800" b="0" err="1">
                <a:solidFill>
                  <a:srgbClr val="777777"/>
                </a:solidFill>
                <a:effectLst/>
                <a:latin typeface="Consolas"/>
              </a:rPr>
              <a:t>.</a:t>
            </a:r>
            <a:r>
              <a:rPr lang="en-IN" sz="800" b="1" err="1">
                <a:solidFill>
                  <a:srgbClr val="AA3731"/>
                </a:solidFill>
                <a:effectLst/>
                <a:latin typeface="Consolas"/>
              </a:rPr>
              <a:t>str</a:t>
            </a:r>
            <a:r>
              <a:rPr lang="en-IN" sz="800" b="0">
                <a:solidFill>
                  <a:srgbClr val="777777"/>
                </a:solidFill>
                <a:effectLst/>
                <a:latin typeface="Consolas"/>
              </a:rPr>
              <a:t>()</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a:t>
            </a:r>
            <a:r>
              <a:rPr lang="en-IN" sz="800" b="0">
                <a:solidFill>
                  <a:srgbClr val="777777"/>
                </a:solidFill>
                <a:effectLst/>
                <a:latin typeface="Consolas"/>
              </a:rPr>
              <a:t>"\n\n";</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b="0" err="1">
                <a:solidFill>
                  <a:srgbClr val="333333"/>
                </a:solidFill>
                <a:effectLst/>
                <a:latin typeface="Consolas"/>
              </a:rPr>
              <a:t>JsonValue</a:t>
            </a:r>
            <a:r>
              <a:rPr lang="en-IN" sz="800" b="0">
                <a:solidFill>
                  <a:srgbClr val="333333"/>
                </a:solidFill>
                <a:effectLst/>
                <a:latin typeface="Consolas"/>
              </a:rPr>
              <a:t> </a:t>
            </a:r>
            <a:r>
              <a:rPr lang="en-IN" sz="800" b="0" err="1">
                <a:solidFill>
                  <a:srgbClr val="333333"/>
                </a:solidFill>
                <a:effectLst/>
                <a:latin typeface="Consolas"/>
              </a:rPr>
              <a:t>matchMakingRequestJson</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a:t>
            </a:r>
            <a:r>
              <a:rPr lang="en-IN" sz="800" b="1" err="1">
                <a:solidFill>
                  <a:srgbClr val="AA3731"/>
                </a:solidFill>
                <a:effectLst/>
                <a:latin typeface="Consolas"/>
              </a:rPr>
              <a:t>JsonValue</a:t>
            </a:r>
            <a:r>
              <a:rPr lang="en-IN" sz="800" b="0">
                <a:solidFill>
                  <a:srgbClr val="777777"/>
                </a:solidFill>
                <a:effectLst/>
                <a:latin typeface="Consolas"/>
              </a:rPr>
              <a:t>(</a:t>
            </a:r>
            <a:r>
              <a:rPr lang="en-IN" sz="800" b="0" err="1">
                <a:solidFill>
                  <a:srgbClr val="7A3E9D"/>
                </a:solidFill>
                <a:effectLst/>
                <a:latin typeface="Consolas"/>
              </a:rPr>
              <a:t>ss</a:t>
            </a:r>
            <a:r>
              <a:rPr lang="en-IN" sz="800" b="0" err="1">
                <a:solidFill>
                  <a:srgbClr val="777777"/>
                </a:solidFill>
                <a:effectLst/>
                <a:latin typeface="Consolas"/>
              </a:rPr>
              <a:t>.</a:t>
            </a:r>
            <a:r>
              <a:rPr lang="en-IN" sz="800" b="1" err="1">
                <a:solidFill>
                  <a:srgbClr val="AA3731"/>
                </a:solidFill>
                <a:effectLst/>
                <a:latin typeface="Consolas"/>
              </a:rPr>
              <a:t>str</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String </a:t>
            </a:r>
            <a:r>
              <a:rPr lang="en-IN" sz="800" b="0" err="1">
                <a:solidFill>
                  <a:srgbClr val="333333"/>
                </a:solidFill>
                <a:effectLst/>
                <a:latin typeface="Consolas"/>
              </a:rPr>
              <a:t>ticketId</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333333"/>
                </a:solidFill>
                <a:effectLst/>
                <a:latin typeface="Consolas"/>
              </a:rPr>
              <a:t> </a:t>
            </a:r>
            <a:r>
              <a:rPr lang="en-IN" sz="800" b="0" err="1">
                <a:solidFill>
                  <a:srgbClr val="7A3E9D"/>
                </a:solidFill>
                <a:effectLst/>
                <a:latin typeface="Consolas"/>
              </a:rPr>
              <a:t>matchMakingRequestJson</a:t>
            </a:r>
            <a:r>
              <a:rPr lang="en-IN" sz="800" b="0" err="1">
                <a:solidFill>
                  <a:srgbClr val="777777"/>
                </a:solidFill>
                <a:effectLst/>
                <a:latin typeface="Consolas"/>
              </a:rPr>
              <a:t>.</a:t>
            </a:r>
            <a:r>
              <a:rPr lang="en-IN" sz="800" b="1" err="1">
                <a:solidFill>
                  <a:srgbClr val="AA3731"/>
                </a:solidFill>
                <a:effectLst/>
                <a:latin typeface="Consolas"/>
              </a:rPr>
              <a:t>View</a:t>
            </a:r>
            <a:r>
              <a:rPr lang="en-IN" sz="800" b="0">
                <a:solidFill>
                  <a:srgbClr val="777777"/>
                </a:solidFill>
                <a:effectLst/>
                <a:latin typeface="Consolas"/>
              </a:rPr>
              <a:t>().</a:t>
            </a:r>
            <a:r>
              <a:rPr lang="en-IN" sz="800" b="1" err="1">
                <a:solidFill>
                  <a:srgbClr val="AA3731"/>
                </a:solidFill>
                <a:effectLst/>
                <a:latin typeface="Consolas"/>
              </a:rPr>
              <a:t>GetString</a:t>
            </a:r>
            <a:r>
              <a:rPr lang="en-IN" sz="800" b="0">
                <a:solidFill>
                  <a:srgbClr val="777777"/>
                </a:solidFill>
                <a:effectLst/>
                <a:latin typeface="Consolas"/>
              </a:rPr>
              <a:t>("</a:t>
            </a:r>
            <a:r>
              <a:rPr lang="en-IN" sz="800" b="0" err="1">
                <a:solidFill>
                  <a:srgbClr val="448C27"/>
                </a:solidFill>
                <a:effectLst/>
                <a:latin typeface="Consolas"/>
              </a:rPr>
              <a:t>TicketId</a:t>
            </a:r>
            <a:r>
              <a:rPr lang="en-IN" sz="800" b="0">
                <a:solidFill>
                  <a:srgbClr val="777777"/>
                </a:solidFill>
                <a:effectLst/>
                <a:latin typeface="Consolas"/>
              </a:rPr>
              <a:t>");</a:t>
            </a:r>
            <a:endParaRPr lang="en-IN" sz="800" b="0">
              <a:solidFill>
                <a:srgbClr val="333333"/>
              </a:solidFill>
              <a:effectLst/>
              <a:latin typeface="Consolas"/>
            </a:endParaRPr>
          </a:p>
          <a:p>
            <a:pPr algn="l">
              <a:lnSpc>
                <a:spcPct val="150000"/>
              </a:lnSpc>
            </a:pPr>
            <a:r>
              <a:rPr lang="en-IN" sz="800" b="0">
                <a:solidFill>
                  <a:srgbClr val="333333"/>
                </a:solidFill>
                <a:effectLst/>
                <a:latin typeface="Consolas"/>
              </a:rPr>
              <a:t>    </a:t>
            </a:r>
            <a:r>
              <a:rPr lang="en-IN" sz="800" b="1">
                <a:solidFill>
                  <a:srgbClr val="7A3E9D"/>
                </a:solidFill>
                <a:effectLst/>
                <a:latin typeface="Consolas"/>
              </a:rPr>
              <a:t>std</a:t>
            </a:r>
            <a:r>
              <a:rPr lang="en-IN" sz="800" b="0">
                <a:solidFill>
                  <a:srgbClr val="777777"/>
                </a:solidFill>
                <a:effectLst/>
                <a:latin typeface="Consolas"/>
              </a:rPr>
              <a:t>::</a:t>
            </a:r>
            <a:r>
              <a:rPr lang="en-IN" sz="800" b="0" err="1">
                <a:solidFill>
                  <a:srgbClr val="333333"/>
                </a:solidFill>
                <a:effectLst/>
                <a:latin typeface="Consolas"/>
              </a:rPr>
              <a:t>cout</a:t>
            </a:r>
            <a:r>
              <a:rPr lang="en-IN" sz="800" b="0">
                <a:solidFill>
                  <a:srgbClr val="333333"/>
                </a:solidFill>
                <a:effectLst/>
                <a:latin typeface="Consolas"/>
              </a:rPr>
              <a:t> </a:t>
            </a:r>
            <a:r>
              <a:rPr lang="en-IN" sz="800" b="0">
                <a:solidFill>
                  <a:srgbClr val="777777"/>
                </a:solidFill>
                <a:effectLst/>
                <a:latin typeface="Consolas"/>
              </a:rPr>
              <a:t>&lt;&lt;</a:t>
            </a:r>
            <a:r>
              <a:rPr lang="en-IN" sz="800" b="0">
                <a:solidFill>
                  <a:srgbClr val="333333"/>
                </a:solidFill>
                <a:effectLst/>
                <a:latin typeface="Consolas"/>
              </a:rPr>
              <a:t> </a:t>
            </a:r>
            <a:r>
              <a:rPr lang="en-IN" sz="800" b="0">
                <a:solidFill>
                  <a:srgbClr val="777777"/>
                </a:solidFill>
                <a:effectLst/>
                <a:latin typeface="Consolas"/>
              </a:rPr>
              <a:t>"</a:t>
            </a:r>
            <a:r>
              <a:rPr lang="en-IN" sz="800" b="0">
                <a:solidFill>
                  <a:srgbClr val="448C27"/>
                </a:solidFill>
                <a:effectLst/>
                <a:latin typeface="Consolas"/>
              </a:rPr>
              <a:t>Got Ticket ID: </a:t>
            </a:r>
            <a:r>
              <a:rPr lang="en-IN" sz="800" b="0">
                <a:solidFill>
                  <a:srgbClr val="777777"/>
                </a:solidFill>
                <a:effectLst/>
                <a:latin typeface="Consolas"/>
              </a:rPr>
              <a:t>"</a:t>
            </a:r>
            <a:r>
              <a:rPr lang="en-IN" sz="800" b="0">
                <a:solidFill>
                  <a:srgbClr val="333333"/>
                </a:solidFill>
                <a:effectLst/>
                <a:latin typeface="Consolas"/>
              </a:rPr>
              <a:t> </a:t>
            </a:r>
            <a:r>
              <a:rPr lang="en-IN" sz="800" b="0">
                <a:solidFill>
                  <a:srgbClr val="777777"/>
                </a:solidFill>
                <a:effectLst/>
                <a:latin typeface="Consolas"/>
              </a:rPr>
              <a:t>&lt;&lt;</a:t>
            </a:r>
            <a:r>
              <a:rPr lang="en-IN" sz="800" b="0">
                <a:solidFill>
                  <a:srgbClr val="333333"/>
                </a:solidFill>
                <a:effectLst/>
                <a:latin typeface="Consolas"/>
              </a:rPr>
              <a:t> </a:t>
            </a:r>
            <a:r>
              <a:rPr lang="en-IN" sz="800" b="0" err="1">
                <a:solidFill>
                  <a:srgbClr val="333333"/>
                </a:solidFill>
                <a:effectLst/>
                <a:latin typeface="Consolas"/>
              </a:rPr>
              <a:t>ticketId</a:t>
            </a:r>
            <a:r>
              <a:rPr lang="en-IN" sz="800" b="0">
                <a:solidFill>
                  <a:srgbClr val="333333"/>
                </a:solidFill>
                <a:effectLst/>
                <a:latin typeface="Consolas"/>
              </a:rPr>
              <a:t> </a:t>
            </a:r>
            <a:r>
              <a:rPr lang="en-IN" sz="800" b="0">
                <a:solidFill>
                  <a:srgbClr val="777777"/>
                </a:solidFill>
                <a:effectLst/>
                <a:latin typeface="Consolas"/>
              </a:rPr>
              <a:t>&lt;&lt;</a:t>
            </a:r>
            <a:r>
              <a:rPr lang="en-IN" sz="800" b="0">
                <a:solidFill>
                  <a:srgbClr val="333333"/>
                </a:solidFill>
                <a:effectLst/>
                <a:latin typeface="Consolas"/>
              </a:rPr>
              <a:t> </a:t>
            </a:r>
            <a:r>
              <a:rPr lang="en-IN" sz="800" b="0">
                <a:solidFill>
                  <a:srgbClr val="777777"/>
                </a:solidFill>
                <a:effectLst/>
                <a:latin typeface="Consolas"/>
              </a:rPr>
              <a:t>"\n";</a:t>
            </a:r>
            <a:br>
              <a:rPr lang="en-IN" sz="800">
                <a:solidFill>
                  <a:srgbClr val="777777"/>
                </a:solidFill>
                <a:latin typeface="Consolas"/>
              </a:rPr>
            </a:br>
            <a:r>
              <a:rPr lang="en-IN" sz="800">
                <a:solidFill>
                  <a:srgbClr val="777777"/>
                </a:solidFill>
                <a:latin typeface="Consolas"/>
              </a:rPr>
              <a:t>    .</a:t>
            </a:r>
            <a:br>
              <a:rPr lang="en-IN" sz="800">
                <a:latin typeface="Consolas"/>
              </a:rPr>
            </a:br>
            <a:r>
              <a:rPr lang="en-IN" sz="800">
                <a:solidFill>
                  <a:srgbClr val="777777"/>
                </a:solidFill>
                <a:latin typeface="Consolas"/>
              </a:rPr>
              <a:t>    .</a:t>
            </a:r>
            <a:br>
              <a:rPr lang="en-IN" sz="800">
                <a:latin typeface="Consolas"/>
              </a:rPr>
            </a:br>
            <a:r>
              <a:rPr lang="en-IN" sz="800">
                <a:solidFill>
                  <a:srgbClr val="777777"/>
                </a:solidFill>
                <a:latin typeface="Consolas"/>
              </a:rPr>
              <a:t>    .</a:t>
            </a:r>
            <a:endParaRPr lang="en-IN" sz="800" b="0">
              <a:solidFill>
                <a:srgbClr val="777777"/>
              </a:solidFill>
              <a:effectLst/>
              <a:latin typeface="Consolas" panose="020B0609020204030204" pitchFamily="49" charset="0"/>
            </a:endParaRPr>
          </a:p>
          <a:p>
            <a:pPr algn="l">
              <a:lnSpc>
                <a:spcPct val="150000"/>
              </a:lnSpc>
            </a:pP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lnSpc>
                <a:spcPct val="150000"/>
              </a:lnSpc>
            </a:pPr>
            <a:endParaRPr lang="en-IN" sz="800" b="0">
              <a:solidFill>
                <a:srgbClr val="333333"/>
              </a:solidFill>
              <a:effectLst/>
              <a:latin typeface="Consolas" panose="020B0609020204030204" pitchFamily="49" charset="0"/>
            </a:endParaRPr>
          </a:p>
        </p:txBody>
      </p:sp>
      <p:sp>
        <p:nvSpPr>
          <p:cNvPr id="3" name="Title 2">
            <a:extLst>
              <a:ext uri="{FF2B5EF4-FFF2-40B4-BE49-F238E27FC236}">
                <a16:creationId xmlns:a16="http://schemas.microsoft.com/office/drawing/2014/main" id="{481DE989-A75E-8EFD-C13B-8451627A4517}"/>
              </a:ext>
            </a:extLst>
          </p:cNvPr>
          <p:cNvSpPr>
            <a:spLocks noGrp="1"/>
          </p:cNvSpPr>
          <p:nvPr>
            <p:ph type="title"/>
          </p:nvPr>
        </p:nvSpPr>
        <p:spPr>
          <a:xfrm>
            <a:off x="2167128" y="-3489"/>
            <a:ext cx="4809600" cy="576000"/>
          </a:xfrm>
        </p:spPr>
        <p:txBody>
          <a:bodyPr/>
          <a:lstStyle/>
          <a:p>
            <a:r>
              <a:rPr lang="en-US" sz="2000"/>
              <a:t>Code Snippet : Client</a:t>
            </a:r>
          </a:p>
        </p:txBody>
      </p:sp>
    </p:spTree>
    <p:extLst>
      <p:ext uri="{BB962C8B-B14F-4D97-AF65-F5344CB8AC3E}">
        <p14:creationId xmlns:p14="http://schemas.microsoft.com/office/powerpoint/2010/main" val="23446602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C99CF4C-9F57-1294-97A4-AB90E75A03EC}"/>
              </a:ext>
            </a:extLst>
          </p:cNvPr>
          <p:cNvSpPr>
            <a:spLocks noGrp="1"/>
          </p:cNvSpPr>
          <p:nvPr>
            <p:ph type="subTitle" idx="4294967295"/>
          </p:nvPr>
        </p:nvSpPr>
        <p:spPr>
          <a:xfrm>
            <a:off x="99060" y="752878"/>
            <a:ext cx="4313238" cy="2787650"/>
          </a:xfrm>
          <a:prstGeom prst="rect">
            <a:avLst/>
          </a:prstGeom>
        </p:spPr>
        <p:txBody>
          <a:bodyPr/>
          <a:lstStyle/>
          <a:p>
            <a:pPr algn="l"/>
            <a:r>
              <a:rPr lang="en-IN" sz="800" b="0" err="1">
                <a:solidFill>
                  <a:srgbClr val="7A3E9D"/>
                </a:solidFill>
                <a:effectLst/>
                <a:latin typeface="Consolas" panose="020B0609020204030204" pitchFamily="49" charset="0"/>
              </a:rPr>
              <a:t>const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AWS</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1">
                <a:solidFill>
                  <a:srgbClr val="AA3731"/>
                </a:solidFill>
                <a:effectLst/>
                <a:latin typeface="Consolas" panose="020B0609020204030204" pitchFamily="49" charset="0"/>
              </a:rPr>
              <a:t>require</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aws-sdk</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err="1">
                <a:solidFill>
                  <a:srgbClr val="7A3E9D"/>
                </a:solidFill>
                <a:effectLst/>
                <a:latin typeface="Consolas" panose="020B0609020204030204" pitchFamily="49" charset="0"/>
              </a:rPr>
              <a:t>const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GameLift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new</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AWS</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GameLift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region</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process</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env</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AWS_REGION</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err="1">
                <a:solidFill>
                  <a:srgbClr val="7A3E9D"/>
                </a:solidFill>
                <a:effectLst/>
                <a:latin typeface="Consolas" panose="020B0609020204030204" pitchFamily="49" charset="0"/>
              </a:rPr>
              <a:t>const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matchmakingConfigurationName</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ExampleGameConfiguration</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err="1">
                <a:solidFill>
                  <a:srgbClr val="7A3E9D"/>
                </a:solidFill>
                <a:effectLst/>
                <a:latin typeface="Consolas" panose="020B0609020204030204" pitchFamily="49" charset="0"/>
              </a:rPr>
              <a:t>exports</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requestMatchMaking</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async</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event</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=&gt;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let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response</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playerSkill</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null</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ddb</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new</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AWS</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DynamoDB</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apiVersion</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2012-08-10</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endParaRPr lang="en-IN" sz="800" b="0">
              <a:solidFill>
                <a:srgbClr val="333333"/>
              </a:solidFill>
              <a:effectLst/>
              <a:latin typeface="Consolas" panose="020B0609020204030204" pitchFamily="49" charset="0"/>
            </a:endParaRPr>
          </a:p>
          <a:p>
            <a:pPr algn="l"/>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 1. Get the player data from DynamoDB</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params</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TableName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GameLiftExamplePlayerData</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Key</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ID</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event</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requestContext</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identity</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cognitoIdentityId</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await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ddb</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getItem</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params</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promise</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then</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data</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=&gt;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if</a:t>
            </a:r>
            <a:r>
              <a:rPr lang="en-IN" sz="800" b="0">
                <a:solidFill>
                  <a:srgbClr val="333333"/>
                </a:solidFill>
                <a:effectLst/>
                <a:latin typeface="Consolas" panose="020B0609020204030204" pitchFamily="49" charset="0"/>
              </a:rPr>
              <a:t>(</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Item</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null</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&amp;&amp;</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Item</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Skill</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null</a:t>
            </a:r>
            <a:r>
              <a:rPr lang="en-IN" sz="800" b="0">
                <a:solidFill>
                  <a:srgbClr val="333333"/>
                </a:solidFill>
                <a:effectLst/>
                <a:latin typeface="Consolas" panose="020B0609020204030204" pitchFamily="49" charset="0"/>
              </a:rPr>
              <a:t>)</a:t>
            </a: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console</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log</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Success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Item</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Skill</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N</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playerSkill</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1" err="1">
                <a:solidFill>
                  <a:srgbClr val="AA3731"/>
                </a:solidFill>
                <a:effectLst/>
                <a:latin typeface="Consolas" panose="020B0609020204030204" pitchFamily="49" charset="0"/>
              </a:rPr>
              <a:t>parseInt</a:t>
            </a:r>
            <a:r>
              <a:rPr lang="en-IN" sz="800" b="0">
                <a:solidFill>
                  <a:srgbClr val="333333"/>
                </a:solidFill>
                <a:effectLst/>
                <a:latin typeface="Consolas" panose="020B0609020204030204" pitchFamily="49" charset="0"/>
              </a:rPr>
              <a:t>(</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Item</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Skill</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N</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else</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console</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log</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Player skill Data doesn't exist yet, will create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catch</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err</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=&gt;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console</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log</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Couldn't access player data in DynamoDB: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err</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a:solidFill>
                <a:srgbClr val="333333"/>
              </a:solidFill>
              <a:latin typeface="Consolas" panose="020B0609020204030204" pitchFamily="49" charset="0"/>
            </a:endParaRPr>
          </a:p>
          <a:p>
            <a:pPr algn="l"/>
            <a:endParaRPr lang="en-IN" sz="800" b="0">
              <a:solidFill>
                <a:srgbClr val="333333"/>
              </a:solidFill>
              <a:effectLst/>
              <a:latin typeface="Consolas" panose="020B0609020204030204" pitchFamily="49" charset="0"/>
            </a:endParaRPr>
          </a:p>
        </p:txBody>
      </p:sp>
      <p:sp>
        <p:nvSpPr>
          <p:cNvPr id="5" name="TextBox 4">
            <a:extLst>
              <a:ext uri="{FF2B5EF4-FFF2-40B4-BE49-F238E27FC236}">
                <a16:creationId xmlns:a16="http://schemas.microsoft.com/office/drawing/2014/main" id="{9E5DA0BA-8193-2B4F-ACC6-ACF664CDFE30}"/>
              </a:ext>
            </a:extLst>
          </p:cNvPr>
          <p:cNvSpPr txBox="1"/>
          <p:nvPr/>
        </p:nvSpPr>
        <p:spPr>
          <a:xfrm>
            <a:off x="4328478" y="752878"/>
            <a:ext cx="4572000" cy="4401205"/>
          </a:xfrm>
          <a:prstGeom prst="rect">
            <a:avLst/>
          </a:prstGeom>
          <a:noFill/>
        </p:spPr>
        <p:txBody>
          <a:bodyPr wrap="square">
            <a:spAutoFit/>
          </a:bodyPr>
          <a:lstStyle/>
          <a:p>
            <a:r>
              <a:rPr lang="en-IN" sz="800" i="1">
                <a:solidFill>
                  <a:srgbClr val="AAAAAA"/>
                </a:solidFill>
                <a:latin typeface="Consolas" panose="020B0609020204030204" pitchFamily="49" charset="0"/>
              </a:rPr>
              <a:t>    </a:t>
            </a:r>
            <a:r>
              <a:rPr lang="en-IN" sz="800" b="0" i="1">
                <a:solidFill>
                  <a:srgbClr val="AAAAAA"/>
                </a:solidFill>
                <a:effectLst/>
                <a:latin typeface="Consolas" panose="020B0609020204030204" pitchFamily="49" charset="0"/>
              </a:rPr>
              <a:t>// 2. Create player data if it doesn't exist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if</a:t>
            </a:r>
            <a:r>
              <a:rPr lang="en-IN" sz="800" b="0">
                <a:solidFill>
                  <a:srgbClr val="333333"/>
                </a:solidFill>
                <a:effectLst/>
                <a:latin typeface="Consolas" panose="020B0609020204030204" pitchFamily="49" charset="0"/>
              </a:rPr>
              <a:t>(</a:t>
            </a:r>
            <a:r>
              <a:rPr lang="en-IN" sz="800" b="0" err="1">
                <a:solidFill>
                  <a:srgbClr val="7A3E9D"/>
                </a:solidFill>
                <a:effectLst/>
                <a:latin typeface="Consolas" panose="020B0609020204030204" pitchFamily="49" charset="0"/>
              </a:rPr>
              <a:t>playerSkill</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null</a:t>
            </a:r>
            <a:r>
              <a:rPr lang="en-IN" sz="800" b="0">
                <a:solidFill>
                  <a:srgbClr val="333333"/>
                </a:solidFill>
                <a:effectLst/>
                <a:latin typeface="Consolas" panose="020B0609020204030204" pitchFamily="49" charset="0"/>
              </a:rPr>
              <a:t>)</a:t>
            </a: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playerSkill</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10</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i="1">
                <a:solidFill>
                  <a:srgbClr val="AAAAAA"/>
                </a:solidFill>
                <a:effectLst/>
                <a:latin typeface="Consolas" panose="020B0609020204030204" pitchFamily="49" charset="0"/>
              </a:rPr>
              <a:t>//The initial skill level</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params</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 </a:t>
            </a:r>
            <a:r>
              <a:rPr lang="en-IN" sz="800" b="0" err="1">
                <a:solidFill>
                  <a:srgbClr val="7A3E9D"/>
                </a:solidFill>
                <a:effectLst/>
                <a:latin typeface="Consolas" panose="020B0609020204030204" pitchFamily="49" charset="0"/>
              </a:rPr>
              <a:t>TableName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GameLiftExamplePlayerData</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lvl="1"/>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Item</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lvl="1"/>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ID</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event</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requestContext</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identity</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cognitoIdentityId</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lvl="1"/>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Skill</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N</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playerSkill</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toString</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lvl="1"/>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 Call DynamoDB to add the item(Player) to the table</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await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ddb</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putItem</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params</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promise</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then</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data</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=&gt;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console</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log</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Success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data</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catch</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err</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=&gt;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console</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log</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Error in put item:</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err</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 Use the player's Cognito Identity as the ID</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playerId</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event</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requestContext</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identity</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cognitoIdentityId</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 Get the latencies from query string</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latenciesString</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event</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queryStringParameters</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latencies</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latenciesList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latenciesString</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split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_</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regionLatencyMapping</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for</a:t>
            </a:r>
            <a:r>
              <a:rPr lang="en-IN" sz="800" b="0">
                <a:solidFill>
                  <a:srgbClr val="333333"/>
                </a:solidFill>
                <a:effectLst/>
                <a:latin typeface="Consolas" panose="020B0609020204030204" pitchFamily="49" charset="0"/>
              </a:rPr>
              <a:t>(</a:t>
            </a:r>
            <a:r>
              <a:rPr lang="en-IN" sz="800" b="0" err="1">
                <a:solidFill>
                  <a:srgbClr val="7A3E9D"/>
                </a:solidFill>
                <a:effectLst/>
                <a:latin typeface="Consolas" panose="020B0609020204030204" pitchFamily="49" charset="0"/>
              </a:rPr>
              <a:t>i</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0</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i</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&lt;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latenciesList</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length</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i</a:t>
            </a:r>
            <a:r>
              <a:rPr lang="en-IN" sz="800" b="0">
                <a:solidFill>
                  <a:srgbClr val="777777"/>
                </a:solidFill>
                <a:effectLst/>
                <a:latin typeface="Consolas" panose="020B0609020204030204" pitchFamily="49" charset="0"/>
              </a:rPr>
              <a:t>+=</a:t>
            </a:r>
            <a:r>
              <a:rPr lang="en-IN" sz="800" b="0">
                <a:solidFill>
                  <a:srgbClr val="9C5D27"/>
                </a:solidFill>
                <a:effectLst/>
                <a:latin typeface="Consolas" panose="020B0609020204030204" pitchFamily="49" charset="0"/>
              </a:rPr>
              <a:t>2</a:t>
            </a:r>
            <a:r>
              <a:rPr lang="en-IN" sz="800" b="0">
                <a:solidFill>
                  <a:srgbClr val="333333"/>
                </a:solidFill>
                <a:effectLst/>
                <a:latin typeface="Consolas" panose="020B0609020204030204" pitchFamily="49" charset="0"/>
              </a:rPr>
              <a:t>)</a:t>
            </a:r>
          </a:p>
          <a:p>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regionLatencyMapping</a:t>
            </a:r>
            <a:r>
              <a:rPr lang="en-IN" sz="800" b="0">
                <a:solidFill>
                  <a:srgbClr val="333333"/>
                </a:solidFill>
                <a:effectLst/>
                <a:latin typeface="Consolas" panose="020B0609020204030204" pitchFamily="49" charset="0"/>
              </a:rPr>
              <a:t>[</a:t>
            </a:r>
            <a:r>
              <a:rPr lang="en-IN" sz="800" b="0" err="1">
                <a:solidFill>
                  <a:srgbClr val="7A3E9D"/>
                </a:solidFill>
                <a:effectLst/>
                <a:latin typeface="Consolas" panose="020B0609020204030204" pitchFamily="49" charset="0"/>
              </a:rPr>
              <a:t>latenciesList</a:t>
            </a:r>
            <a:r>
              <a:rPr lang="en-IN" sz="800" b="0">
                <a:solidFill>
                  <a:srgbClr val="333333"/>
                </a:solidFill>
                <a:effectLst/>
                <a:latin typeface="Consolas" panose="020B0609020204030204" pitchFamily="49" charset="0"/>
              </a:rPr>
              <a:t>[</a:t>
            </a:r>
            <a:r>
              <a:rPr lang="en-IN" sz="800" b="0" err="1">
                <a:solidFill>
                  <a:srgbClr val="7A3E9D"/>
                </a:solidFill>
                <a:effectLst/>
                <a:latin typeface="Consolas" panose="020B0609020204030204" pitchFamily="49" charset="0"/>
              </a:rPr>
              <a:t>i</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latenciesList</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i</a:t>
            </a:r>
            <a:r>
              <a:rPr lang="en-IN" sz="800" b="0">
                <a:solidFill>
                  <a:srgbClr val="777777"/>
                </a:solidFill>
                <a:effectLst/>
                <a:latin typeface="Consolas" panose="020B0609020204030204" pitchFamily="49" charset="0"/>
              </a:rPr>
              <a:t>+</a:t>
            </a:r>
            <a:r>
              <a:rPr lang="en-IN" sz="800" b="0">
                <a:solidFill>
                  <a:srgbClr val="9C5D27"/>
                </a:solidFill>
                <a:effectLst/>
                <a:latin typeface="Consolas" panose="020B0609020204030204" pitchFamily="49" charset="0"/>
              </a:rPr>
              <a:t>1</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p>
          <a:p>
            <a:br>
              <a:rPr lang="en-IN" sz="800" b="0">
                <a:solidFill>
                  <a:srgbClr val="333333"/>
                </a:solidFill>
                <a:effectLst/>
                <a:latin typeface="Consolas" panose="020B0609020204030204" pitchFamily="49" charset="0"/>
              </a:rPr>
            </a:br>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//Params for the matchmaking request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params</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ConfigurationName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matchmakingConfigurationName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Players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 </a:t>
            </a: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LatencyInMs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regionLatencyMapping</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PlayerAttributes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a:solidFill>
                  <a:srgbClr val="333333"/>
                </a:solidFill>
                <a:latin typeface="Consolas" panose="020B0609020204030204" pitchFamily="49" charset="0"/>
              </a:rPr>
              <a:t> </a:t>
            </a:r>
            <a:r>
              <a:rPr lang="en-IN" sz="800" b="0">
                <a:solidFill>
                  <a:srgbClr val="7A3E9D"/>
                </a:solidFill>
                <a:effectLst/>
                <a:latin typeface="Consolas" panose="020B0609020204030204" pitchFamily="49" charset="0"/>
              </a:rPr>
              <a:t>skill</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a:solidFill>
                  <a:srgbClr val="333333"/>
                </a:solidFill>
                <a:latin typeface="Consolas" panose="020B0609020204030204" pitchFamily="49" charset="0"/>
              </a:rPr>
              <a:t> </a:t>
            </a:r>
            <a:r>
              <a:rPr lang="en-IN" sz="800" b="0">
                <a:solidFill>
                  <a:srgbClr val="7A3E9D"/>
                </a:solidFill>
                <a:effectLst/>
                <a:latin typeface="Consolas" panose="020B0609020204030204" pitchFamily="49" charset="0"/>
              </a:rPr>
              <a:t>N</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playerSkill</a:t>
            </a:r>
            <a:r>
              <a:rPr lang="en-IN" sz="800" b="0">
                <a:solidFill>
                  <a:srgbClr val="7A3E9D"/>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a:solidFill>
                  <a:srgbClr val="333333"/>
                </a:solidFill>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PlayerId</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playerId</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p:txBody>
      </p:sp>
      <p:sp>
        <p:nvSpPr>
          <p:cNvPr id="3" name="Title 2">
            <a:extLst>
              <a:ext uri="{FF2B5EF4-FFF2-40B4-BE49-F238E27FC236}">
                <a16:creationId xmlns:a16="http://schemas.microsoft.com/office/drawing/2014/main" id="{0333E60E-630B-0CF4-661D-F691A38AF510}"/>
              </a:ext>
            </a:extLst>
          </p:cNvPr>
          <p:cNvSpPr txBox="1">
            <a:spLocks/>
          </p:cNvSpPr>
          <p:nvPr/>
        </p:nvSpPr>
        <p:spPr>
          <a:xfrm>
            <a:off x="2167200" y="0"/>
            <a:ext cx="4809600" cy="5760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a:latin typeface="Fjalla One" panose="02000506040000020004" pitchFamily="2" charset="0"/>
              </a:rPr>
              <a:t>Code Snippet : Lambda </a:t>
            </a:r>
            <a:r>
              <a:rPr lang="en-US" sz="2000" err="1">
                <a:latin typeface="Fjalla One" panose="02000506040000020004" pitchFamily="2" charset="0"/>
              </a:rPr>
              <a:t>Fn</a:t>
            </a:r>
            <a:br>
              <a:rPr lang="en-US" sz="2000">
                <a:latin typeface="Fjalla One" panose="02000506040000020004" pitchFamily="2" charset="0"/>
              </a:rPr>
            </a:br>
            <a:r>
              <a:rPr lang="en-US" sz="2000">
                <a:latin typeface="Fjalla One" panose="02000506040000020004" pitchFamily="2" charset="0"/>
              </a:rPr>
              <a:t>(requestMatchMaking.js)</a:t>
            </a:r>
          </a:p>
        </p:txBody>
      </p:sp>
    </p:spTree>
    <p:extLst>
      <p:ext uri="{BB962C8B-B14F-4D97-AF65-F5344CB8AC3E}">
        <p14:creationId xmlns:p14="http://schemas.microsoft.com/office/powerpoint/2010/main" val="13672928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5DA0BA-8193-2B4F-ACC6-ACF664CDFE30}"/>
              </a:ext>
            </a:extLst>
          </p:cNvPr>
          <p:cNvSpPr txBox="1"/>
          <p:nvPr/>
        </p:nvSpPr>
        <p:spPr>
          <a:xfrm>
            <a:off x="2286000" y="668000"/>
            <a:ext cx="4572000" cy="4401205"/>
          </a:xfrm>
          <a:prstGeom prst="rect">
            <a:avLst/>
          </a:prstGeom>
          <a:noFill/>
        </p:spPr>
        <p:txBody>
          <a:bodyPr wrap="square">
            <a:spAutoFit/>
          </a:bodyPr>
          <a:lstStyle/>
          <a:p>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 3. Request matchmaking</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await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GameLift</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startMatchmaking</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params</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promise</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then</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data</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=&gt;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console</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log</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data</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response</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statusCode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200</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headers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body</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JSON</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stringify</a:t>
            </a:r>
            <a:r>
              <a:rPr lang="en-IN" sz="800" b="0">
                <a:solidFill>
                  <a:srgbClr val="333333"/>
                </a:solidFill>
                <a:effectLst/>
                <a:latin typeface="Consolas" panose="020B0609020204030204" pitchFamily="49" charset="0"/>
              </a:rPr>
              <a:t>(</a:t>
            </a:r>
          </a:p>
          <a:p>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MatchmakingTicket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isBase64Encoded</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false</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catch</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err</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=&gt;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console</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log</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err</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br>
              <a:rPr lang="en-IN" sz="800" b="0">
                <a:solidFill>
                  <a:srgbClr val="333333"/>
                </a:solidFill>
                <a:effectLst/>
                <a:latin typeface="Consolas" panose="020B0609020204030204" pitchFamily="49" charset="0"/>
              </a:rPr>
            </a:br>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//Return response if we got one</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if</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response</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null</a:t>
            </a:r>
            <a:r>
              <a:rPr lang="en-IN" sz="800" b="0">
                <a:solidFill>
                  <a:srgbClr val="333333"/>
                </a:solidFill>
                <a:effectLst/>
                <a:latin typeface="Consolas" panose="020B0609020204030204" pitchFamily="49" charset="0"/>
              </a:rPr>
              <a:t>)</a:t>
            </a: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return</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response</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br>
              <a:rPr lang="en-IN" sz="800" b="0">
                <a:solidFill>
                  <a:srgbClr val="333333"/>
                </a:solidFill>
                <a:effectLst/>
                <a:latin typeface="Consolas" panose="020B0609020204030204" pitchFamily="49" charset="0"/>
              </a:rPr>
            </a:br>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//Send error response if not successful</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response</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statusCode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500</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headers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body</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JSON</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stringify</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message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Unable to do matchmaking</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isBase64Encoded</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false</a:t>
            </a:r>
            <a:endParaRPr lang="en-IN" sz="800" b="0">
              <a:solidFill>
                <a:srgbClr val="333333"/>
              </a:solidFill>
              <a:effectLst/>
              <a:latin typeface="Consolas" panose="020B0609020204030204" pitchFamily="49" charset="0"/>
            </a:endParaRPr>
          </a:p>
          <a:p>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br>
              <a:rPr lang="en-IN" sz="800" b="0">
                <a:solidFill>
                  <a:srgbClr val="333333"/>
                </a:solidFill>
                <a:effectLst/>
                <a:latin typeface="Consolas" panose="020B0609020204030204" pitchFamily="49" charset="0"/>
              </a:rPr>
            </a:br>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return</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response</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p:txBody>
      </p:sp>
      <p:sp>
        <p:nvSpPr>
          <p:cNvPr id="4" name="TextBox 3">
            <a:extLst>
              <a:ext uri="{FF2B5EF4-FFF2-40B4-BE49-F238E27FC236}">
                <a16:creationId xmlns:a16="http://schemas.microsoft.com/office/drawing/2014/main" id="{1C6EBD7D-62E2-B91D-FB11-1078CDE88C9E}"/>
              </a:ext>
            </a:extLst>
          </p:cNvPr>
          <p:cNvSpPr txBox="1"/>
          <p:nvPr/>
        </p:nvSpPr>
        <p:spPr>
          <a:xfrm>
            <a:off x="2110740" y="0"/>
            <a:ext cx="4572000" cy="707886"/>
          </a:xfrm>
          <a:prstGeom prst="rect">
            <a:avLst/>
          </a:prstGeom>
          <a:noFill/>
        </p:spPr>
        <p:txBody>
          <a:bodyPr wrap="square">
            <a:spAutoFit/>
          </a:bodyPr>
          <a:lstStyle/>
          <a:p>
            <a:pPr algn="ctr"/>
            <a:r>
              <a:rPr lang="en-US" sz="2000">
                <a:latin typeface="Fjalla One" panose="02000506040000020004" pitchFamily="2" charset="0"/>
              </a:rPr>
              <a:t>Code Snippet : Lambda </a:t>
            </a:r>
            <a:r>
              <a:rPr lang="en-US" sz="2000" err="1">
                <a:latin typeface="Fjalla One" panose="02000506040000020004" pitchFamily="2" charset="0"/>
              </a:rPr>
              <a:t>Fn</a:t>
            </a:r>
            <a:r>
              <a:rPr lang="en-US" sz="2000">
                <a:latin typeface="Fjalla One" panose="02000506040000020004" pitchFamily="2" charset="0"/>
              </a:rPr>
              <a:t> </a:t>
            </a:r>
            <a:r>
              <a:rPr lang="en-US" sz="2000" err="1">
                <a:latin typeface="Fjalla One" panose="02000506040000020004" pitchFamily="2" charset="0"/>
              </a:rPr>
              <a:t>Contd</a:t>
            </a:r>
            <a:r>
              <a:rPr lang="en-US" sz="2000">
                <a:latin typeface="Fjalla One" panose="02000506040000020004" pitchFamily="2" charset="0"/>
              </a:rPr>
              <a:t>…</a:t>
            </a:r>
            <a:br>
              <a:rPr lang="en-US" sz="2000">
                <a:latin typeface="Fjalla One" panose="02000506040000020004" pitchFamily="2" charset="0"/>
              </a:rPr>
            </a:br>
            <a:r>
              <a:rPr lang="en-US" sz="2000">
                <a:latin typeface="Fjalla One" panose="02000506040000020004" pitchFamily="2" charset="0"/>
              </a:rPr>
              <a:t>(requestMatchMaking.js)</a:t>
            </a:r>
          </a:p>
        </p:txBody>
      </p:sp>
    </p:spTree>
    <p:extLst>
      <p:ext uri="{BB962C8B-B14F-4D97-AF65-F5344CB8AC3E}">
        <p14:creationId xmlns:p14="http://schemas.microsoft.com/office/powerpoint/2010/main" val="34914192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C99CF4C-9F57-1294-97A4-AB90E75A03EC}"/>
              </a:ext>
            </a:extLst>
          </p:cNvPr>
          <p:cNvSpPr>
            <a:spLocks noGrp="1"/>
          </p:cNvSpPr>
          <p:nvPr>
            <p:ph type="subTitle" idx="1"/>
          </p:nvPr>
        </p:nvSpPr>
        <p:spPr>
          <a:xfrm>
            <a:off x="929268" y="572512"/>
            <a:ext cx="8006576" cy="2788414"/>
          </a:xfrm>
        </p:spPr>
        <p:txBody>
          <a:bodyPr/>
          <a:lstStyle/>
          <a:p>
            <a:pPr algn="l"/>
            <a:r>
              <a:rPr lang="en-IN" sz="800" b="0">
                <a:solidFill>
                  <a:srgbClr val="7A3E9D"/>
                </a:solidFill>
                <a:effectLst/>
                <a:latin typeface="Consolas" panose="020B0609020204030204" pitchFamily="49" charset="0"/>
              </a:rPr>
              <a:t>int</a:t>
            </a:r>
            <a:r>
              <a:rPr lang="en-IN" sz="800" b="0">
                <a:solidFill>
                  <a:srgbClr val="333333"/>
                </a:solidFill>
                <a:effectLst/>
                <a:latin typeface="Consolas" panose="020B0609020204030204" pitchFamily="49" charset="0"/>
              </a:rPr>
              <a:t> </a:t>
            </a:r>
            <a:r>
              <a:rPr lang="en-IN" sz="800" b="1">
                <a:solidFill>
                  <a:srgbClr val="AA3731"/>
                </a:solidFill>
                <a:effectLst/>
                <a:latin typeface="Consolas" panose="020B0609020204030204" pitchFamily="49" charset="0"/>
              </a:rPr>
              <a:t>main</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p>
          <a:p>
            <a:pPr algn="l"/>
            <a:r>
              <a:rPr lang="en-IN" sz="800" b="0" i="1">
                <a:solidFill>
                  <a:srgbClr val="AAAAAA"/>
                </a:solidFill>
                <a:effectLst/>
                <a:latin typeface="Consolas" panose="020B0609020204030204" pitchFamily="49" charset="0"/>
              </a:rPr>
              <a:t>    .</a:t>
            </a:r>
            <a:br>
              <a:rPr lang="en-IN" sz="800" b="0" i="1">
                <a:solidFill>
                  <a:srgbClr val="AAAAAA"/>
                </a:solidFill>
                <a:effectLst/>
                <a:latin typeface="Consolas" panose="020B0609020204030204" pitchFamily="49" charset="0"/>
              </a:rPr>
            </a:br>
            <a:r>
              <a:rPr lang="en-IN" sz="800" b="0" i="1">
                <a:solidFill>
                  <a:srgbClr val="AAAAAA"/>
                </a:solidFill>
                <a:effectLst/>
                <a:latin typeface="Consolas" panose="020B0609020204030204" pitchFamily="49" charset="0"/>
              </a:rPr>
              <a:t>    .</a:t>
            </a:r>
            <a:br>
              <a:rPr lang="en-IN" sz="800" b="0" i="1">
                <a:solidFill>
                  <a:srgbClr val="AAAAAA"/>
                </a:solidFill>
                <a:effectLst/>
                <a:latin typeface="Consolas" panose="020B0609020204030204" pitchFamily="49" charset="0"/>
              </a:rPr>
            </a:br>
            <a:r>
              <a:rPr lang="en-IN" sz="800" b="0" i="1">
                <a:solidFill>
                  <a:srgbClr val="AAAAAA"/>
                </a:solidFill>
                <a:effectLst/>
                <a:latin typeface="Consolas" panose="020B0609020204030204" pitchFamily="49" charset="0"/>
              </a:rPr>
              <a:t>    .</a:t>
            </a:r>
            <a:br>
              <a:rPr lang="en-IN" sz="800" b="0" i="1">
                <a:solidFill>
                  <a:srgbClr val="AAAAAA"/>
                </a:solidFill>
                <a:effectLst/>
                <a:latin typeface="Consolas" panose="020B0609020204030204" pitchFamily="49" charset="0"/>
              </a:rPr>
            </a:br>
            <a:r>
              <a:rPr lang="en-IN" sz="800" b="0" i="1">
                <a:solidFill>
                  <a:srgbClr val="AAAAAA"/>
                </a:solidFill>
                <a:effectLst/>
                <a:latin typeface="Consolas" panose="020B0609020204030204" pitchFamily="49" charset="0"/>
              </a:rPr>
              <a:t>    // REQUEST MATCH STATUS UNTIL IT'S DONE</a:t>
            </a:r>
            <a:r>
              <a:rPr lang="en-IN" sz="800">
                <a:solidFill>
                  <a:srgbClr val="333333"/>
                </a:solidFill>
                <a:latin typeface="Consolas" panose="020B0609020204030204" pitchFamily="49" charset="0"/>
              </a:rPr>
              <a:t> , </a:t>
            </a:r>
            <a:r>
              <a:rPr lang="en-IN" sz="800" b="0" i="1">
                <a:solidFill>
                  <a:srgbClr val="AAAAAA"/>
                </a:solidFill>
                <a:effectLst/>
                <a:latin typeface="Consolas" panose="020B0609020204030204" pitchFamily="49" charset="0"/>
              </a:rPr>
              <a:t>We’ll try 10 times with a 2s interval.</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int</a:t>
            </a:r>
            <a:r>
              <a:rPr lang="en-IN" sz="800" b="0">
                <a:solidFill>
                  <a:srgbClr val="333333"/>
                </a:solidFill>
                <a:effectLst/>
                <a:latin typeface="Consolas" panose="020B0609020204030204" pitchFamily="49" charset="0"/>
              </a:rPr>
              <a:t> tries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0</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while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tries </a:t>
            </a:r>
            <a:r>
              <a:rPr lang="en-IN" sz="800" b="0">
                <a:solidFill>
                  <a:srgbClr val="777777"/>
                </a:solidFill>
                <a:effectLst/>
                <a:latin typeface="Consolas" panose="020B0609020204030204" pitchFamily="49" charset="0"/>
              </a:rPr>
              <a:t>&lt;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10</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i="1">
                <a:solidFill>
                  <a:srgbClr val="AAAAAA"/>
                </a:solidFill>
                <a:effectLst/>
                <a:latin typeface="Consolas" panose="020B0609020204030204" pitchFamily="49" charset="0"/>
              </a:rPr>
              <a:t>// Create and sign the HTTP request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auto</a:t>
            </a:r>
            <a:r>
              <a:rPr lang="en-IN" sz="800" b="0">
                <a:solidFill>
                  <a:srgbClr val="333333"/>
                </a:solidFill>
                <a:effectLst/>
                <a:latin typeface="Consolas" panose="020B0609020204030204" pitchFamily="49" charset="0"/>
              </a:rPr>
              <a:t> </a:t>
            </a:r>
            <a:r>
              <a:rPr lang="en-IN" sz="800" b="0" err="1">
                <a:solidFill>
                  <a:srgbClr val="333333"/>
                </a:solidFill>
                <a:effectLst/>
                <a:latin typeface="Consolas" panose="020B0609020204030204" pitchFamily="49" charset="0"/>
              </a:rPr>
              <a:t>getMatchStatusRequest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1" err="1">
                <a:solidFill>
                  <a:srgbClr val="AA3731"/>
                </a:solidFill>
                <a:effectLst/>
                <a:latin typeface="Consolas" panose="020B0609020204030204" pitchFamily="49" charset="0"/>
              </a:rPr>
              <a:t>CreateHttpRequest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URI</a:t>
            </a:r>
            <a:r>
              <a:rPr lang="en-IN" sz="800" b="0">
                <a:solidFill>
                  <a:srgbClr val="777777"/>
                </a:solidFill>
                <a:effectLst/>
                <a:latin typeface="Consolas" panose="020B0609020204030204" pitchFamily="49" charset="0"/>
              </a:rPr>
              <a:t>(</a:t>
            </a:r>
            <a:r>
              <a:rPr lang="en-IN" sz="800" b="0" err="1">
                <a:solidFill>
                  <a:srgbClr val="333333"/>
                </a:solidFill>
                <a:effectLst/>
                <a:latin typeface="Consolas" panose="020B0609020204030204" pitchFamily="49" charset="0"/>
              </a:rPr>
              <a:t>backendApiUrl</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requestmatchstatus?ticketId</a:t>
            </a:r>
            <a:r>
              <a:rPr lang="en-IN" sz="800" b="0">
                <a:solidFill>
                  <a:srgbClr val="448C27"/>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333333"/>
                </a:solidFill>
                <a:effectLst/>
                <a:latin typeface="Consolas" panose="020B0609020204030204" pitchFamily="49" charset="0"/>
              </a:rPr>
              <a:t>ticketId</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1" err="1">
                <a:solidFill>
                  <a:srgbClr val="7A3E9D"/>
                </a:solidFill>
                <a:effectLst/>
                <a:latin typeface="Consolas" panose="020B0609020204030204" pitchFamily="49" charset="0"/>
              </a:rPr>
              <a:t>HttpMethod</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HTTP_GET</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1">
                <a:solidFill>
                  <a:srgbClr val="7A3E9D"/>
                </a:solidFill>
                <a:effectLst/>
                <a:latin typeface="Consolas" panose="020B0609020204030204" pitchFamily="49" charset="0"/>
              </a:rPr>
              <a:t>Aws</a:t>
            </a:r>
            <a:r>
              <a:rPr lang="en-IN" sz="800" b="0">
                <a:solidFill>
                  <a:srgbClr val="777777"/>
                </a:solidFill>
                <a:effectLst/>
                <a:latin typeface="Consolas" panose="020B0609020204030204" pitchFamily="49" charset="0"/>
              </a:rPr>
              <a:t>::</a:t>
            </a:r>
            <a:r>
              <a:rPr lang="en-IN" sz="800" b="1">
                <a:solidFill>
                  <a:srgbClr val="7A3E9D"/>
                </a:solidFill>
                <a:effectLst/>
                <a:latin typeface="Consolas" panose="020B0609020204030204" pitchFamily="49" charset="0"/>
              </a:rPr>
              <a:t>Utils</a:t>
            </a:r>
            <a:r>
              <a:rPr lang="en-IN" sz="800" b="0">
                <a:solidFill>
                  <a:srgbClr val="777777"/>
                </a:solidFill>
                <a:effectLst/>
                <a:latin typeface="Consolas" panose="020B0609020204030204" pitchFamily="49" charset="0"/>
              </a:rPr>
              <a:t>::</a:t>
            </a:r>
            <a:r>
              <a:rPr lang="en-IN" sz="800" b="1">
                <a:solidFill>
                  <a:srgbClr val="7A3E9D"/>
                </a:solidFill>
                <a:effectLst/>
                <a:latin typeface="Consolas" panose="020B0609020204030204" pitchFamily="49" charset="0"/>
              </a:rPr>
              <a:t>Stream</a:t>
            </a:r>
            <a:r>
              <a:rPr lang="en-IN" sz="800" b="0">
                <a:solidFill>
                  <a:srgbClr val="777777"/>
                </a:solidFill>
                <a:effectLst/>
                <a:latin typeface="Consolas" panose="020B0609020204030204" pitchFamily="49" charset="0"/>
              </a:rPr>
              <a:t>::</a:t>
            </a:r>
            <a:r>
              <a:rPr lang="en-IN" sz="800" b="0" err="1">
                <a:solidFill>
                  <a:srgbClr val="333333"/>
                </a:solidFill>
                <a:effectLst/>
                <a:latin typeface="Consolas" panose="020B0609020204030204" pitchFamily="49" charset="0"/>
              </a:rPr>
              <a:t>DefaultResponseStreamFactoryMethod</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requestSigner</a:t>
            </a:r>
            <a:r>
              <a:rPr lang="en-IN" sz="800" b="0">
                <a:solidFill>
                  <a:srgbClr val="777777"/>
                </a:solidFill>
                <a:effectLst/>
                <a:latin typeface="Consolas" panose="020B0609020204030204" pitchFamily="49" charset="0"/>
              </a:rPr>
              <a:t>-&gt;</a:t>
            </a:r>
            <a:r>
              <a:rPr lang="en-IN" sz="800" b="1" err="1">
                <a:solidFill>
                  <a:srgbClr val="AA3731"/>
                </a:solidFill>
                <a:effectLst/>
                <a:latin typeface="Consolas" panose="020B0609020204030204" pitchFamily="49" charset="0"/>
              </a:rPr>
              <a:t>SignRequest</a:t>
            </a:r>
            <a:r>
              <a:rPr lang="en-IN" sz="800" b="0">
                <a:solidFill>
                  <a:srgbClr val="777777"/>
                </a:solidFill>
                <a:effectLst/>
                <a:latin typeface="Consolas" panose="020B0609020204030204" pitchFamily="49" charset="0"/>
              </a:rPr>
              <a:t>(*</a:t>
            </a:r>
            <a:r>
              <a:rPr lang="en-IN" sz="800" b="0" err="1">
                <a:solidFill>
                  <a:srgbClr val="333333"/>
                </a:solidFill>
                <a:effectLst/>
                <a:latin typeface="Consolas" panose="020B0609020204030204" pitchFamily="49" charset="0"/>
              </a:rPr>
              <a:t>getMatchStatusRequest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p>
          <a:p>
            <a:pPr algn="l"/>
            <a:r>
              <a:rPr lang="en-IN" sz="800" b="0">
                <a:solidFill>
                  <a:srgbClr val="333333"/>
                </a:solidFill>
                <a:effectLst/>
                <a:latin typeface="Consolas" panose="020B0609020204030204" pitchFamily="49" charset="0"/>
              </a:rPr>
              <a:t>        </a:t>
            </a:r>
            <a:r>
              <a:rPr lang="en-IN" sz="800" b="1">
                <a:solidFill>
                  <a:srgbClr val="7A3E9D"/>
                </a:solidFill>
                <a:effectLst/>
                <a:latin typeface="Consolas" panose="020B0609020204030204" pitchFamily="49" charset="0"/>
              </a:rPr>
              <a:t>std</a:t>
            </a:r>
            <a:r>
              <a:rPr lang="en-IN" sz="800" b="0">
                <a:solidFill>
                  <a:srgbClr val="777777"/>
                </a:solidFill>
                <a:effectLst/>
                <a:latin typeface="Consolas" panose="020B0609020204030204" pitchFamily="49" charset="0"/>
              </a:rPr>
              <a:t>::</a:t>
            </a:r>
            <a:r>
              <a:rPr lang="en-IN" sz="800" b="0" err="1">
                <a:solidFill>
                  <a:srgbClr val="333333"/>
                </a:solidFill>
                <a:effectLst/>
                <a:latin typeface="Consolas" panose="020B0609020204030204" pitchFamily="49" charset="0"/>
              </a:rPr>
              <a:t>cout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&lt;&lt;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requesting match status...</a:t>
            </a:r>
            <a:r>
              <a:rPr lang="en-IN" sz="800" b="0">
                <a:solidFill>
                  <a:srgbClr val="777777"/>
                </a:solidFill>
                <a:effectLst/>
                <a:latin typeface="Consolas" panose="020B0609020204030204" pitchFamily="49" charset="0"/>
              </a:rPr>
              <a:t>\n\n";</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auto</a:t>
            </a:r>
            <a:r>
              <a:rPr lang="en-IN" sz="800" b="0">
                <a:solidFill>
                  <a:srgbClr val="333333"/>
                </a:solidFill>
                <a:effectLst/>
                <a:latin typeface="Consolas" panose="020B0609020204030204" pitchFamily="49" charset="0"/>
              </a:rPr>
              <a:t> </a:t>
            </a:r>
            <a:r>
              <a:rPr lang="en-IN" sz="800" b="0" err="1">
                <a:solidFill>
                  <a:srgbClr val="333333"/>
                </a:solidFill>
                <a:effectLst/>
                <a:latin typeface="Consolas" panose="020B0609020204030204" pitchFamily="49" charset="0"/>
              </a:rPr>
              <a:t>requestMatchStatusResponse</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httpClient</a:t>
            </a:r>
            <a:r>
              <a:rPr lang="en-IN" sz="800" b="0">
                <a:solidFill>
                  <a:srgbClr val="777777"/>
                </a:solidFill>
                <a:effectLst/>
                <a:latin typeface="Consolas" panose="020B0609020204030204" pitchFamily="49" charset="0"/>
              </a:rPr>
              <a:t>-&gt;</a:t>
            </a:r>
            <a:r>
              <a:rPr lang="en-IN" sz="800" b="1" err="1">
                <a:solidFill>
                  <a:srgbClr val="AA3731"/>
                </a:solidFill>
                <a:effectLst/>
                <a:latin typeface="Consolas" panose="020B0609020204030204" pitchFamily="49" charset="0"/>
              </a:rPr>
              <a:t>MakeRequest</a:t>
            </a:r>
            <a:r>
              <a:rPr lang="en-IN" sz="800" b="0">
                <a:solidFill>
                  <a:srgbClr val="777777"/>
                </a:solidFill>
                <a:effectLst/>
                <a:latin typeface="Consolas" panose="020B0609020204030204" pitchFamily="49" charset="0"/>
              </a:rPr>
              <a:t>(</a:t>
            </a:r>
            <a:r>
              <a:rPr lang="en-IN" sz="800" b="0" err="1">
                <a:solidFill>
                  <a:srgbClr val="333333"/>
                </a:solidFill>
                <a:effectLst/>
                <a:latin typeface="Consolas" panose="020B0609020204030204" pitchFamily="49" charset="0"/>
              </a:rPr>
              <a:t>getMatchStatusRequest</a:t>
            </a:r>
            <a:r>
              <a:rPr lang="en-IN" sz="800" b="0">
                <a:solidFill>
                  <a:srgbClr val="777777"/>
                </a:solidFill>
                <a:effectLst/>
                <a:latin typeface="Consolas" panose="020B0609020204030204" pitchFamily="49" charset="0"/>
              </a:rPr>
              <a:t>);</a:t>
            </a:r>
            <a:r>
              <a:rPr lang="en-IN" sz="800" b="0" i="1">
                <a:solidFill>
                  <a:srgbClr val="AAAAAA"/>
                </a:solidFill>
                <a:effectLst/>
                <a:latin typeface="Consolas" panose="020B0609020204030204" pitchFamily="49" charset="0"/>
              </a:rPr>
              <a:t>// make the HTTP request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ss</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str</a:t>
            </a:r>
            <a:r>
              <a:rPr lang="en-IN" sz="800" b="0">
                <a:solidFill>
                  <a:srgbClr val="777777"/>
                </a:solidFill>
                <a:effectLst/>
                <a:latin typeface="Consolas" panose="020B0609020204030204" pitchFamily="49" charset="0"/>
              </a:rPr>
              <a:t>("");</a:t>
            </a:r>
            <a:r>
              <a:rPr lang="en-IN" sz="800" b="0" i="1">
                <a:solidFill>
                  <a:srgbClr val="AAAAAA"/>
                </a:solidFill>
                <a:effectLst/>
                <a:latin typeface="Consolas" panose="020B0609020204030204" pitchFamily="49" charset="0"/>
              </a:rPr>
              <a:t> //clear the string stream</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ss </a:t>
            </a:r>
            <a:r>
              <a:rPr lang="en-IN" sz="800" b="0">
                <a:solidFill>
                  <a:srgbClr val="777777"/>
                </a:solidFill>
                <a:effectLst/>
                <a:latin typeface="Consolas" panose="020B0609020204030204" pitchFamily="49" charset="0"/>
              </a:rPr>
              <a:t>&lt;&lt;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requestMatchStatusResponse</a:t>
            </a:r>
            <a:r>
              <a:rPr lang="en-IN" sz="800" b="0">
                <a:solidFill>
                  <a:srgbClr val="777777"/>
                </a:solidFill>
                <a:effectLst/>
                <a:latin typeface="Consolas" panose="020B0609020204030204" pitchFamily="49" charset="0"/>
              </a:rPr>
              <a:t>-&gt;</a:t>
            </a:r>
            <a:r>
              <a:rPr lang="en-IN" sz="800" b="1" err="1">
                <a:solidFill>
                  <a:srgbClr val="AA3731"/>
                </a:solidFill>
                <a:effectLst/>
                <a:latin typeface="Consolas" panose="020B0609020204030204" pitchFamily="49" charset="0"/>
              </a:rPr>
              <a:t>GetResponseBody</a:t>
            </a:r>
            <a:r>
              <a:rPr lang="en-IN" sz="800" b="0">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rdbuf</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p>
          <a:p>
            <a:pPr algn="l"/>
            <a:r>
              <a:rPr lang="en-IN" sz="800" b="0">
                <a:solidFill>
                  <a:srgbClr val="333333"/>
                </a:solidFill>
                <a:effectLst/>
                <a:latin typeface="Consolas" panose="020B0609020204030204" pitchFamily="49" charset="0"/>
              </a:rPr>
              <a:t>        </a:t>
            </a:r>
            <a:r>
              <a:rPr lang="en-IN" sz="800" b="0" err="1">
                <a:solidFill>
                  <a:srgbClr val="333333"/>
                </a:solidFill>
                <a:effectLst/>
                <a:latin typeface="Consolas" panose="020B0609020204030204" pitchFamily="49" charset="0"/>
              </a:rPr>
              <a:t>JsonValue</a:t>
            </a:r>
            <a:r>
              <a:rPr lang="en-IN" sz="800" b="0">
                <a:solidFill>
                  <a:srgbClr val="333333"/>
                </a:solidFill>
                <a:effectLst/>
                <a:latin typeface="Consolas" panose="020B0609020204030204" pitchFamily="49" charset="0"/>
              </a:rPr>
              <a:t> </a:t>
            </a:r>
            <a:r>
              <a:rPr lang="en-IN" sz="800" b="0" err="1">
                <a:solidFill>
                  <a:srgbClr val="333333"/>
                </a:solidFill>
                <a:effectLst/>
                <a:latin typeface="Consolas" panose="020B0609020204030204" pitchFamily="49" charset="0"/>
              </a:rPr>
              <a:t>matchStatusResponseJson</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1" err="1">
                <a:solidFill>
                  <a:srgbClr val="AA3731"/>
                </a:solidFill>
                <a:effectLst/>
                <a:latin typeface="Consolas" panose="020B0609020204030204" pitchFamily="49" charset="0"/>
              </a:rPr>
              <a:t>JsonValue</a:t>
            </a:r>
            <a:r>
              <a:rPr lang="en-IN" sz="800" b="0">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ss</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str</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String </a:t>
            </a:r>
            <a:r>
              <a:rPr lang="en-IN" sz="800" b="0" err="1">
                <a:solidFill>
                  <a:srgbClr val="333333"/>
                </a:solidFill>
                <a:effectLst/>
                <a:latin typeface="Consolas" panose="020B0609020204030204" pitchFamily="49" charset="0"/>
              </a:rPr>
              <a:t>playerSessionId</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matchStatusResponseJson</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View</a:t>
            </a:r>
            <a:r>
              <a:rPr lang="en-IN" sz="800" b="0">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GetString</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PlayerSessionId</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int</a:t>
            </a:r>
            <a:r>
              <a:rPr lang="en-IN" sz="800" b="0">
                <a:solidFill>
                  <a:srgbClr val="333333"/>
                </a:solidFill>
                <a:effectLst/>
                <a:latin typeface="Consolas" panose="020B0609020204030204" pitchFamily="49" charset="0"/>
              </a:rPr>
              <a:t> port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matchStatusResponseJson</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View</a:t>
            </a:r>
            <a:r>
              <a:rPr lang="en-IN" sz="800" b="0">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GetInteger</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Port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String </a:t>
            </a:r>
            <a:r>
              <a:rPr lang="en-IN" sz="800" b="0" err="1">
                <a:solidFill>
                  <a:srgbClr val="333333"/>
                </a:solidFill>
                <a:effectLst/>
                <a:latin typeface="Consolas" panose="020B0609020204030204" pitchFamily="49" charset="0"/>
              </a:rPr>
              <a:t>ip</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matchStatusResponseJson</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View</a:t>
            </a:r>
            <a:r>
              <a:rPr lang="en-IN" sz="800" b="0">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GetString</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IpAddress</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if</a:t>
            </a:r>
            <a:r>
              <a:rPr lang="en-IN" sz="800" b="0">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playerSessionId</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compare</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NotPlacedYet</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0</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1">
                <a:solidFill>
                  <a:srgbClr val="7A3E9D"/>
                </a:solidFill>
                <a:effectLst/>
                <a:latin typeface="Consolas" panose="020B0609020204030204" pitchFamily="49" charset="0"/>
              </a:rPr>
              <a:t>std</a:t>
            </a:r>
            <a:r>
              <a:rPr lang="en-IN" sz="800" b="0">
                <a:solidFill>
                  <a:srgbClr val="777777"/>
                </a:solidFill>
                <a:effectLst/>
                <a:latin typeface="Consolas" panose="020B0609020204030204" pitchFamily="49" charset="0"/>
              </a:rPr>
              <a:t>::</a:t>
            </a:r>
            <a:r>
              <a:rPr lang="en-IN" sz="800" b="0" err="1">
                <a:solidFill>
                  <a:srgbClr val="333333"/>
                </a:solidFill>
                <a:effectLst/>
                <a:latin typeface="Consolas" panose="020B0609020204030204" pitchFamily="49" charset="0"/>
              </a:rPr>
              <a:t>cout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&lt;&lt;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Not placed yet, try again in 2s</a:t>
            </a:r>
            <a:r>
              <a:rPr lang="en-IN" sz="800" b="0">
                <a:solidFill>
                  <a:srgbClr val="777777"/>
                </a:solidFill>
                <a:effectLst/>
                <a:latin typeface="Consolas" panose="020B0609020204030204" pitchFamily="49" charset="0"/>
              </a:rPr>
              <a:t>\n\n";</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else</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1">
                <a:solidFill>
                  <a:srgbClr val="7A3E9D"/>
                </a:solidFill>
                <a:effectLst/>
                <a:latin typeface="Consolas" panose="020B0609020204030204" pitchFamily="49" charset="0"/>
              </a:rPr>
              <a:t>std</a:t>
            </a:r>
            <a:r>
              <a:rPr lang="en-IN" sz="800" b="0">
                <a:solidFill>
                  <a:srgbClr val="777777"/>
                </a:solidFill>
                <a:effectLst/>
                <a:latin typeface="Consolas" panose="020B0609020204030204" pitchFamily="49" charset="0"/>
              </a:rPr>
              <a:t>::</a:t>
            </a:r>
            <a:r>
              <a:rPr lang="en-IN" sz="800" b="0" err="1">
                <a:solidFill>
                  <a:srgbClr val="333333"/>
                </a:solidFill>
                <a:effectLst/>
                <a:latin typeface="Consolas" panose="020B0609020204030204" pitchFamily="49" charset="0"/>
              </a:rPr>
              <a:t>cout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&lt;&lt;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Placement to session done! Connect to server and send player session ID</a:t>
            </a:r>
            <a:r>
              <a:rPr lang="en-IN" sz="800" b="0">
                <a:solidFill>
                  <a:srgbClr val="777777"/>
                </a:solidFill>
                <a:effectLst/>
                <a:latin typeface="Consolas" panose="020B0609020204030204" pitchFamily="49" charset="0"/>
              </a:rPr>
              <a:t>\n\n";</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int</a:t>
            </a:r>
            <a:r>
              <a:rPr lang="en-IN" sz="800" b="0">
                <a:solidFill>
                  <a:srgbClr val="333333"/>
                </a:solidFill>
                <a:effectLst/>
                <a:latin typeface="Consolas" panose="020B0609020204030204" pitchFamily="49" charset="0"/>
              </a:rPr>
              <a:t> success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1" err="1">
                <a:solidFill>
                  <a:srgbClr val="AA3731"/>
                </a:solidFill>
                <a:effectLst/>
                <a:latin typeface="Consolas" panose="020B0609020204030204" pitchFamily="49" charset="0"/>
              </a:rPr>
              <a:t>ConnectToServer</a:t>
            </a:r>
            <a:r>
              <a:rPr lang="en-IN" sz="800" b="0">
                <a:solidFill>
                  <a:srgbClr val="777777"/>
                </a:solidFill>
                <a:effectLst/>
                <a:latin typeface="Consolas" panose="020B0609020204030204" pitchFamily="49" charset="0"/>
              </a:rPr>
              <a:t>(</a:t>
            </a:r>
            <a:r>
              <a:rPr lang="en-IN" sz="800" b="0" err="1">
                <a:solidFill>
                  <a:srgbClr val="333333"/>
                </a:solidFill>
                <a:effectLst/>
                <a:latin typeface="Consolas" panose="020B0609020204030204" pitchFamily="49" charset="0"/>
              </a:rPr>
              <a:t>ip</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port</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333333"/>
                </a:solidFill>
                <a:effectLst/>
                <a:latin typeface="Consolas" panose="020B0609020204030204" pitchFamily="49" charset="0"/>
              </a:rPr>
              <a:t>playerSessionId</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break</a:t>
            </a:r>
            <a:r>
              <a:rPr lang="en-IN" sz="800" b="0">
                <a:solidFill>
                  <a:srgbClr val="777777"/>
                </a:solidFill>
                <a:effectLst/>
                <a:latin typeface="Consolas" panose="020B0609020204030204" pitchFamily="49" charset="0"/>
              </a:rPr>
              <a:t>;</a:t>
            </a:r>
            <a:r>
              <a:rPr lang="en-IN" sz="800" b="0" i="1">
                <a:solidFill>
                  <a:srgbClr val="AAAAAA"/>
                </a:solidFill>
                <a:effectLst/>
                <a:latin typeface="Consolas" panose="020B0609020204030204" pitchFamily="49" charset="0"/>
              </a:rPr>
              <a:t> // We're done, break out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tries</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if</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tries </a:t>
            </a:r>
            <a:r>
              <a:rPr lang="en-IN" sz="800" b="0">
                <a:solidFill>
                  <a:srgbClr val="777777"/>
                </a:solidFill>
                <a:effectLst/>
                <a:latin typeface="Consolas" panose="020B0609020204030204" pitchFamily="49" charset="0"/>
              </a:rPr>
              <a:t>&lt;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10</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1">
                <a:solidFill>
                  <a:srgbClr val="AA3731"/>
                </a:solidFill>
                <a:effectLst/>
                <a:latin typeface="Consolas" panose="020B0609020204030204" pitchFamily="49" charset="0"/>
              </a:rPr>
              <a:t>sleep</a:t>
            </a:r>
            <a:r>
              <a:rPr lang="en-IN" sz="800" b="0">
                <a:solidFill>
                  <a:srgbClr val="777777"/>
                </a:solidFill>
                <a:effectLst/>
                <a:latin typeface="Consolas" panose="020B0609020204030204" pitchFamily="49" charset="0"/>
              </a:rPr>
              <a:t>(</a:t>
            </a:r>
            <a:r>
              <a:rPr lang="en-IN" sz="800" b="0">
                <a:solidFill>
                  <a:srgbClr val="9C5D27"/>
                </a:solidFill>
                <a:effectLst/>
                <a:latin typeface="Consolas" panose="020B0609020204030204" pitchFamily="49" charset="0"/>
              </a:rPr>
              <a:t>2</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i="1">
                <a:solidFill>
                  <a:srgbClr val="AAAAAA"/>
                </a:solidFill>
                <a:effectLst/>
                <a:latin typeface="Consolas" panose="020B0609020204030204" pitchFamily="49" charset="0"/>
              </a:rPr>
              <a:t>    </a:t>
            </a:r>
            <a:r>
              <a:rPr lang="en-IN" sz="800" b="1">
                <a:solidFill>
                  <a:srgbClr val="7A3E9D"/>
                </a:solidFill>
                <a:effectLst/>
                <a:latin typeface="Consolas" panose="020B0609020204030204" pitchFamily="49" charset="0"/>
              </a:rPr>
              <a:t>Aws</a:t>
            </a:r>
            <a:r>
              <a:rPr lang="en-IN" sz="800" b="0">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ShutdownAPI</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options</a:t>
            </a:r>
            <a:r>
              <a:rPr lang="en-IN" sz="800" b="0">
                <a:solidFill>
                  <a:srgbClr val="777777"/>
                </a:solidFill>
                <a:effectLst/>
                <a:latin typeface="Consolas" panose="020B0609020204030204" pitchFamily="49" charset="0"/>
              </a:rPr>
              <a:t>);</a:t>
            </a:r>
            <a:r>
              <a:rPr lang="en-IN" sz="800" b="0" i="1">
                <a:solidFill>
                  <a:srgbClr val="AAAAAA"/>
                </a:solidFill>
                <a:effectLst/>
                <a:latin typeface="Consolas" panose="020B0609020204030204" pitchFamily="49" charset="0"/>
              </a:rPr>
              <a:t> //Shutdown the AWS SDK</a:t>
            </a:r>
            <a:r>
              <a:rPr lang="en-IN" sz="800" b="0">
                <a:solidFill>
                  <a:srgbClr val="333333"/>
                </a:solidFill>
                <a:effectLst/>
                <a:latin typeface="Consolas" panose="020B0609020204030204" pitchFamily="49" charset="0"/>
              </a:rPr>
              <a:t>    </a:t>
            </a: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return</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0</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endParaRPr lang="en-IN" sz="800" b="0">
              <a:solidFill>
                <a:srgbClr val="333333"/>
              </a:solidFill>
              <a:effectLst/>
              <a:latin typeface="Consolas" panose="020B0609020204030204" pitchFamily="49" charset="0"/>
            </a:endParaRPr>
          </a:p>
        </p:txBody>
      </p:sp>
      <p:sp>
        <p:nvSpPr>
          <p:cNvPr id="4" name="Title 2">
            <a:extLst>
              <a:ext uri="{FF2B5EF4-FFF2-40B4-BE49-F238E27FC236}">
                <a16:creationId xmlns:a16="http://schemas.microsoft.com/office/drawing/2014/main" id="{5B6407CE-A106-EDB3-8A6C-299A88A0DA21}"/>
              </a:ext>
            </a:extLst>
          </p:cNvPr>
          <p:cNvSpPr>
            <a:spLocks noGrp="1"/>
          </p:cNvSpPr>
          <p:nvPr>
            <p:ph type="title"/>
          </p:nvPr>
        </p:nvSpPr>
        <p:spPr>
          <a:xfrm>
            <a:off x="2166938" y="-3175"/>
            <a:ext cx="4810125" cy="576263"/>
          </a:xfrm>
        </p:spPr>
        <p:txBody>
          <a:bodyPr/>
          <a:lstStyle/>
          <a:p>
            <a:r>
              <a:rPr lang="en-US" sz="2400"/>
              <a:t>Code Snippet : Client </a:t>
            </a:r>
            <a:r>
              <a:rPr lang="en-US" sz="2400" err="1"/>
              <a:t>Contd</a:t>
            </a:r>
            <a:r>
              <a:rPr lang="en-US" sz="2400"/>
              <a:t>…</a:t>
            </a:r>
          </a:p>
        </p:txBody>
      </p:sp>
    </p:spTree>
    <p:extLst>
      <p:ext uri="{BB962C8B-B14F-4D97-AF65-F5344CB8AC3E}">
        <p14:creationId xmlns:p14="http://schemas.microsoft.com/office/powerpoint/2010/main" val="27999425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C99CF4C-9F57-1294-97A4-AB90E75A03EC}"/>
              </a:ext>
            </a:extLst>
          </p:cNvPr>
          <p:cNvSpPr>
            <a:spLocks noGrp="1"/>
          </p:cNvSpPr>
          <p:nvPr>
            <p:ph type="subTitle" idx="4294967295"/>
          </p:nvPr>
        </p:nvSpPr>
        <p:spPr>
          <a:xfrm>
            <a:off x="133667" y="724714"/>
            <a:ext cx="3984625" cy="2787650"/>
          </a:xfrm>
          <a:prstGeom prst="rect">
            <a:avLst/>
          </a:prstGeom>
        </p:spPr>
        <p:txBody>
          <a:bodyPr/>
          <a:lstStyle/>
          <a:p>
            <a:pPr algn="l"/>
            <a:r>
              <a:rPr lang="en-IN" sz="800" b="0" err="1">
                <a:solidFill>
                  <a:srgbClr val="7A3E9D"/>
                </a:solidFill>
                <a:effectLst/>
                <a:latin typeface="Consolas" panose="020B0609020204030204" pitchFamily="49" charset="0"/>
              </a:rPr>
              <a:t>const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AWS</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1">
                <a:solidFill>
                  <a:srgbClr val="AA3731"/>
                </a:solidFill>
                <a:effectLst/>
                <a:latin typeface="Consolas" panose="020B0609020204030204" pitchFamily="49" charset="0"/>
              </a:rPr>
              <a:t>require</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aws-sdk</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err="1">
                <a:solidFill>
                  <a:srgbClr val="7A3E9D"/>
                </a:solidFill>
                <a:effectLst/>
                <a:latin typeface="Consolas" panose="020B0609020204030204" pitchFamily="49" charset="0"/>
              </a:rPr>
              <a:t>const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GameLift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new</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AWS</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GameLift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region</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process</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env</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AWS_REGION</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err="1">
                <a:solidFill>
                  <a:srgbClr val="7A3E9D"/>
                </a:solidFill>
                <a:effectLst/>
                <a:latin typeface="Consolas" panose="020B0609020204030204" pitchFamily="49" charset="0"/>
              </a:rPr>
              <a:t>exports</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requestMatchStatus</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async</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event</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=&gt;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let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response</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//Get the ticket from request </a:t>
            </a:r>
            <a:r>
              <a:rPr lang="en-IN" sz="800" b="0" i="1" err="1">
                <a:solidFill>
                  <a:srgbClr val="AAAAAA"/>
                </a:solidFill>
                <a:effectLst/>
                <a:latin typeface="Consolas" panose="020B0609020204030204" pitchFamily="49" charset="0"/>
              </a:rPr>
              <a:t>querystring</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ticketId</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event</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queryStringParameters</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ticketId</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console</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log</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Ticket id: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ticketId</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ddb</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new</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AWS</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DynamoDB</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apiVersion</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2012-08-10</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br>
              <a:rPr lang="en-IN" sz="800" b="0">
                <a:solidFill>
                  <a:srgbClr val="333333"/>
                </a:solidFill>
                <a:effectLst/>
                <a:latin typeface="Consolas" panose="020B0609020204030204" pitchFamily="49" charset="0"/>
              </a:rPr>
            </a:br>
            <a:r>
              <a:rPr lang="en-IN" sz="800" b="0">
                <a:solidFill>
                  <a:srgbClr val="777777"/>
                </a:solidFill>
                <a:effectLst/>
                <a:latin typeface="Consolas" panose="020B0609020204030204" pitchFamily="49" charset="0"/>
              </a:rPr>
              <a:t>    </a:t>
            </a:r>
            <a:r>
              <a:rPr lang="en-IN" sz="800" b="0" i="1">
                <a:solidFill>
                  <a:srgbClr val="AAAAAA"/>
                </a:solidFill>
                <a:effectLst/>
                <a:latin typeface="Consolas" panose="020B0609020204030204" pitchFamily="49" charset="0"/>
              </a:rPr>
              <a:t>// Try to get the ticket data from DynamoDB</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params</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TableName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GameLiftExampleMatchmakingTickets</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Key</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TicketID</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S</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ticketId</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await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ddb</a:t>
            </a:r>
            <a:r>
              <a:rPr lang="en-IN" sz="800" b="0" err="1">
                <a:solidFill>
                  <a:srgbClr val="777777"/>
                </a:solidFill>
                <a:effectLst/>
                <a:latin typeface="Consolas" panose="020B0609020204030204" pitchFamily="49" charset="0"/>
              </a:rPr>
              <a:t>.</a:t>
            </a:r>
            <a:r>
              <a:rPr lang="en-IN" sz="800" b="1" err="1">
                <a:solidFill>
                  <a:srgbClr val="AA3731"/>
                </a:solidFill>
                <a:effectLst/>
                <a:latin typeface="Consolas" panose="020B0609020204030204" pitchFamily="49" charset="0"/>
              </a:rPr>
              <a:t>getItem</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params</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promise</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then</a:t>
            </a:r>
            <a:r>
              <a:rPr lang="en-IN" sz="800" b="0">
                <a:solidFill>
                  <a:srgbClr val="333333"/>
                </a:solidFill>
                <a:effectLst/>
                <a:latin typeface="Consolas" panose="020B0609020204030204" pitchFamily="49" charset="0"/>
              </a:rPr>
              <a:t>(</a:t>
            </a:r>
            <a:r>
              <a:rPr lang="en-IN" sz="800" b="0">
                <a:solidFill>
                  <a:srgbClr val="7A3E9D"/>
                </a:solidFill>
                <a:effectLst/>
                <a:latin typeface="Consolas" panose="020B0609020204030204" pitchFamily="49" charset="0"/>
              </a:rPr>
              <a:t>data</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=&gt;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4B69C6"/>
                </a:solidFill>
                <a:effectLst/>
                <a:latin typeface="Consolas" panose="020B0609020204030204" pitchFamily="49" charset="0"/>
              </a:rPr>
              <a:t>if</a:t>
            </a:r>
            <a:r>
              <a:rPr lang="en-IN" sz="800" b="0">
                <a:solidFill>
                  <a:srgbClr val="333333"/>
                </a:solidFill>
                <a:effectLst/>
                <a:latin typeface="Consolas" panose="020B0609020204030204" pitchFamily="49" charset="0"/>
              </a:rPr>
              <a:t>(</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Item</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9C5D27"/>
                </a:solidFill>
                <a:effectLst/>
                <a:latin typeface="Consolas" panose="020B0609020204030204" pitchFamily="49" charset="0"/>
              </a:rPr>
              <a:t>null</a:t>
            </a:r>
            <a:r>
              <a:rPr lang="en-IN" sz="800" b="0">
                <a:solidFill>
                  <a:srgbClr val="333333"/>
                </a:solidFill>
                <a:effectLst/>
                <a:latin typeface="Consolas" panose="020B0609020204030204" pitchFamily="49" charset="0"/>
              </a:rPr>
              <a:t>)</a:t>
            </a: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console</a:t>
            </a:r>
            <a:r>
              <a:rPr lang="en-IN" sz="800" b="0">
                <a:solidFill>
                  <a:srgbClr val="777777"/>
                </a:solidFill>
                <a:effectLst/>
                <a:latin typeface="Consolas" panose="020B0609020204030204" pitchFamily="49" charset="0"/>
              </a:rPr>
              <a:t>.</a:t>
            </a:r>
            <a:r>
              <a:rPr lang="en-IN" sz="800" b="1">
                <a:solidFill>
                  <a:srgbClr val="AA3731"/>
                </a:solidFill>
                <a:effectLst/>
                <a:latin typeface="Consolas" panose="020B0609020204030204" pitchFamily="49" charset="0"/>
              </a:rPr>
              <a:t>log</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Found Ticket</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ip</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Item</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ip</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S</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port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1" err="1">
                <a:solidFill>
                  <a:srgbClr val="AA3731"/>
                </a:solidFill>
                <a:effectLst/>
                <a:latin typeface="Consolas" panose="020B0609020204030204" pitchFamily="49" charset="0"/>
              </a:rPr>
              <a:t>parseInt</a:t>
            </a:r>
            <a:r>
              <a:rPr lang="en-IN" sz="800" b="0">
                <a:solidFill>
                  <a:srgbClr val="333333"/>
                </a:solidFill>
                <a:effectLst/>
                <a:latin typeface="Consolas" panose="020B0609020204030204" pitchFamily="49" charset="0"/>
              </a:rPr>
              <a:t>(</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Item</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448C27"/>
                </a:solidFill>
                <a:effectLst/>
                <a:latin typeface="Consolas" panose="020B0609020204030204" pitchFamily="49" charset="0"/>
              </a:rPr>
              <a:t>port</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S</a:t>
            </a:r>
            <a:r>
              <a:rPr lang="en-IN" sz="800" b="0">
                <a:solidFill>
                  <a:srgbClr val="333333"/>
                </a:solidFill>
                <a:effectLst/>
                <a:latin typeface="Consolas" panose="020B0609020204030204" pitchFamily="49" charset="0"/>
              </a:rPr>
              <a:t>)</a:t>
            </a: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playerSessionId</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Item</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playerSessionId</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S</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dnsName</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data</a:t>
            </a:r>
            <a:r>
              <a:rPr lang="en-IN" sz="800" b="0" err="1">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Item</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err="1">
                <a:solidFill>
                  <a:srgbClr val="448C27"/>
                </a:solidFill>
                <a:effectLst/>
                <a:latin typeface="Consolas" panose="020B0609020204030204" pitchFamily="49" charset="0"/>
              </a:rPr>
              <a:t>dnsName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a:t>
            </a:r>
            <a:r>
              <a:rPr lang="en-IN" sz="800" b="0">
                <a:solidFill>
                  <a:srgbClr val="777777"/>
                </a:solidFill>
                <a:effectLst/>
                <a:latin typeface="Consolas" panose="020B0609020204030204" pitchFamily="49" charset="0"/>
              </a:rPr>
              <a:t>.</a:t>
            </a:r>
            <a:r>
              <a:rPr lang="en-IN" sz="800" b="0">
                <a:solidFill>
                  <a:srgbClr val="7A3E9D"/>
                </a:solidFill>
                <a:effectLst/>
                <a:latin typeface="Consolas" panose="020B0609020204030204" pitchFamily="49" charset="0"/>
              </a:rPr>
              <a:t>S</a:t>
            </a:r>
            <a:endParaRPr lang="en-IN" sz="800" b="0">
              <a:solidFill>
                <a:srgbClr val="333333"/>
              </a:solidFill>
              <a:effectLst/>
              <a:latin typeface="Consolas" panose="020B0609020204030204" pitchFamily="49" charset="0"/>
            </a:endParaRPr>
          </a:p>
          <a:p>
            <a:pPr algn="l"/>
            <a:br>
              <a:rPr lang="en-IN" sz="800" b="0">
                <a:solidFill>
                  <a:srgbClr val="333333"/>
                </a:solidFill>
                <a:effectLst/>
                <a:latin typeface="Consolas" panose="020B0609020204030204" pitchFamily="49" charset="0"/>
              </a:rPr>
            </a:b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var</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responsedata</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IpAddress</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err="1">
                <a:solidFill>
                  <a:srgbClr val="7A3E9D"/>
                </a:solidFill>
                <a:effectLst/>
                <a:latin typeface="Consolas" panose="020B0609020204030204" pitchFamily="49" charset="0"/>
              </a:rPr>
              <a:t>ip</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Port</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a:solidFill>
                  <a:srgbClr val="7A3E9D"/>
                </a:solidFill>
                <a:effectLst/>
                <a:latin typeface="Consolas" panose="020B0609020204030204" pitchFamily="49" charset="0"/>
              </a:rPr>
              <a:t>port</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PlayerSessionId</a:t>
            </a:r>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playerSessionId</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DnsName</a:t>
            </a:r>
            <a:r>
              <a:rPr lang="en-IN" sz="800" b="0">
                <a:solidFill>
                  <a:srgbClr val="777777"/>
                </a:solidFill>
                <a:effectLst/>
                <a:latin typeface="Consolas" panose="020B0609020204030204" pitchFamily="49" charset="0"/>
              </a:rPr>
              <a:t>:</a:t>
            </a:r>
            <a:r>
              <a:rPr lang="en-IN" sz="800" b="0">
                <a:solidFill>
                  <a:srgbClr val="333333"/>
                </a:solidFill>
                <a:effectLst/>
                <a:latin typeface="Consolas" panose="020B0609020204030204" pitchFamily="49" charset="0"/>
              </a:rPr>
              <a:t> </a:t>
            </a:r>
            <a:r>
              <a:rPr lang="en-IN" sz="800" b="0" err="1">
                <a:solidFill>
                  <a:srgbClr val="7A3E9D"/>
                </a:solidFill>
                <a:effectLst/>
                <a:latin typeface="Consolas" panose="020B0609020204030204" pitchFamily="49" charset="0"/>
              </a:rPr>
              <a:t>dnsName</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r>
              <a:rPr lang="en-IN" sz="800" b="0">
                <a:solidFill>
                  <a:srgbClr val="777777"/>
                </a:solidFill>
                <a:effectLst/>
                <a:latin typeface="Consolas" panose="020B0609020204030204" pitchFamily="49" charset="0"/>
              </a:rPr>
              <a:t>}</a:t>
            </a:r>
            <a:endParaRPr lang="en-IN" sz="800" b="0">
              <a:solidFill>
                <a:srgbClr val="333333"/>
              </a:solidFill>
              <a:effectLst/>
              <a:latin typeface="Consolas" panose="020B0609020204030204" pitchFamily="49" charset="0"/>
            </a:endParaRPr>
          </a:p>
          <a:p>
            <a:pPr algn="l"/>
            <a:r>
              <a:rPr lang="en-IN" sz="800" b="0">
                <a:solidFill>
                  <a:srgbClr val="333333"/>
                </a:solidFill>
                <a:effectLst/>
                <a:latin typeface="Consolas" panose="020B0609020204030204" pitchFamily="49" charset="0"/>
              </a:rPr>
              <a:t>     </a:t>
            </a:r>
          </a:p>
        </p:txBody>
      </p:sp>
      <p:sp>
        <p:nvSpPr>
          <p:cNvPr id="4" name="Subtitle 1">
            <a:extLst>
              <a:ext uri="{FF2B5EF4-FFF2-40B4-BE49-F238E27FC236}">
                <a16:creationId xmlns:a16="http://schemas.microsoft.com/office/drawing/2014/main" id="{323ADC94-3435-3900-D198-8F4F16D355A1}"/>
              </a:ext>
            </a:extLst>
          </p:cNvPr>
          <p:cNvSpPr txBox="1">
            <a:spLocks/>
          </p:cNvSpPr>
          <p:nvPr/>
        </p:nvSpPr>
        <p:spPr>
          <a:xfrm>
            <a:off x="5159377" y="724714"/>
            <a:ext cx="3984625" cy="27876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algn="l" rtl="0">
              <a:spcBef>
                <a:spcPts val="0"/>
              </a:spcBef>
              <a:spcAft>
                <a:spcPts val="0"/>
              </a:spcAft>
            </a:pPr>
            <a:r>
              <a:rPr lang="en-IN" sz="800" b="0" i="0">
                <a:solidFill>
                  <a:srgbClr val="4B69C6"/>
                </a:solidFill>
                <a:effectLst/>
                <a:latin typeface="Consolas" panose="020B0609020204030204" pitchFamily="49" charset="0"/>
                <a:ea typeface="Barlow Semi Condensed" panose="00000506000000000000" pitchFamily="2" charset="0"/>
                <a:cs typeface="Barlow Semi Condensed" panose="00000506000000000000" pitchFamily="2" charset="0"/>
              </a:rPr>
              <a:t>else</a:t>
            </a:r>
            <a:r>
              <a:rPr kumimoji="0" lang="en-IN" sz="800" b="0" i="1" u="none" strike="noStrike" kern="0" cap="none" spc="0" normalizeH="0" baseline="0" noProof="0">
                <a:ln>
                  <a:noFill/>
                </a:ln>
                <a:solidFill>
                  <a:srgbClr val="AAAAAA"/>
                </a:solidFill>
                <a:effectLst/>
                <a:uLnTx/>
                <a:uFillTx/>
                <a:latin typeface="Consolas" panose="020B0609020204030204" pitchFamily="49" charset="0"/>
                <a:ea typeface="Barlow Semi Condensed" panose="00000506000000000000" pitchFamily="2" charset="0"/>
                <a:cs typeface="Barlow Semi Condensed" panose="00000506000000000000" pitchFamily="2" charset="0"/>
                <a:sym typeface="Arial"/>
              </a:rPr>
              <a:t>  //Matchmaking not succeeded yet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var</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err="1">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responsedata</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err="1">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IpAddress</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Port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9C5D27"/>
                </a:solidFill>
                <a:effectLst/>
                <a:latin typeface="Consolas" panose="020B0609020204030204" pitchFamily="49" charset="0"/>
                <a:ea typeface="Barlow Semi Condensed" panose="00000506000000000000" pitchFamily="2" charset="0"/>
                <a:cs typeface="Barlow Semi Condensed" panose="00000506000000000000" pitchFamily="2" charset="0"/>
              </a:rPr>
              <a:t>0</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err="1">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PlayerSessionId</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err="1">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NotPlacedYet</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b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b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response</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err="1">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statusCode</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9C5D27"/>
                </a:solidFill>
                <a:effectLst/>
                <a:latin typeface="Consolas" panose="020B0609020204030204" pitchFamily="49" charset="0"/>
                <a:ea typeface="Barlow Semi Condensed" panose="00000506000000000000" pitchFamily="2" charset="0"/>
                <a:cs typeface="Barlow Semi Condensed" panose="00000506000000000000" pitchFamily="2" charset="0"/>
              </a:rPr>
              <a:t>200</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headers</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body</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err="1">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JSON</a:t>
            </a:r>
            <a:r>
              <a:rPr lang="en-IN" sz="800" b="0" i="0" err="1">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1" i="0" err="1">
                <a:solidFill>
                  <a:srgbClr val="AA3731"/>
                </a:solidFill>
                <a:effectLst/>
                <a:latin typeface="Consolas" panose="020B0609020204030204" pitchFamily="49" charset="0"/>
                <a:ea typeface="Barlow Semi Condensed" panose="00000506000000000000" pitchFamily="2" charset="0"/>
                <a:cs typeface="Barlow Semi Condensed" panose="00000506000000000000" pitchFamily="2" charset="0"/>
              </a:rPr>
              <a:t>stringify</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err="1">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responsedata</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isBase64Encoded</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9C5D27"/>
                </a:solidFill>
                <a:effectLst/>
                <a:latin typeface="Consolas" panose="020B0609020204030204" pitchFamily="49" charset="0"/>
                <a:ea typeface="Barlow Semi Condensed" panose="00000506000000000000" pitchFamily="2" charset="0"/>
                <a:cs typeface="Barlow Semi Condensed" panose="00000506000000000000" pitchFamily="2" charset="0"/>
              </a:rPr>
              <a:t>false</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b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b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1" i="0">
                <a:solidFill>
                  <a:srgbClr val="AA3731"/>
                </a:solidFill>
                <a:effectLst/>
                <a:latin typeface="Consolas" panose="020B0609020204030204" pitchFamily="49" charset="0"/>
                <a:ea typeface="Barlow Semi Condensed" panose="00000506000000000000" pitchFamily="2" charset="0"/>
                <a:cs typeface="Barlow Semi Condensed" panose="00000506000000000000" pitchFamily="2" charset="0"/>
              </a:rPr>
              <a:t>catch</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err</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=&gt;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console</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1" i="0">
                <a:solidFill>
                  <a:srgbClr val="AA3731"/>
                </a:solidFill>
                <a:effectLst/>
                <a:latin typeface="Consolas" panose="020B0609020204030204" pitchFamily="49" charset="0"/>
                <a:ea typeface="Barlow Semi Condensed" panose="00000506000000000000" pitchFamily="2" charset="0"/>
                <a:cs typeface="Barlow Semi Condensed" panose="00000506000000000000" pitchFamily="2" charset="0"/>
              </a:rPr>
              <a:t>log</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Couldn't access ticket data in DynamoDB: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err</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b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b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1">
                <a:solidFill>
                  <a:srgbClr val="AAAAAA"/>
                </a:solidFill>
                <a:effectLst/>
                <a:latin typeface="Consolas" panose="020B0609020204030204" pitchFamily="49" charset="0"/>
                <a:ea typeface="Barlow Semi Condensed" panose="00000506000000000000" pitchFamily="2" charset="0"/>
                <a:cs typeface="Barlow Semi Condensed" panose="00000506000000000000" pitchFamily="2" charset="0"/>
              </a:rPr>
              <a:t>//Return response if we got one</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4B69C6"/>
                </a:solidFill>
                <a:effectLst/>
                <a:latin typeface="Consolas" panose="020B0609020204030204" pitchFamily="49" charset="0"/>
                <a:ea typeface="Barlow Semi Condensed" panose="00000506000000000000" pitchFamily="2" charset="0"/>
                <a:cs typeface="Barlow Semi Condensed" panose="00000506000000000000" pitchFamily="2" charset="0"/>
              </a:rPr>
              <a:t>if</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response</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9C5D27"/>
                </a:solidFill>
                <a:effectLst/>
                <a:latin typeface="Consolas" panose="020B0609020204030204" pitchFamily="49" charset="0"/>
                <a:ea typeface="Barlow Semi Condensed" panose="00000506000000000000" pitchFamily="2" charset="0"/>
                <a:cs typeface="Barlow Semi Condensed" panose="00000506000000000000" pitchFamily="2" charset="0"/>
              </a:rPr>
              <a:t>null</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4B69C6"/>
                </a:solidFill>
                <a:effectLst/>
                <a:latin typeface="Consolas" panose="020B0609020204030204" pitchFamily="49" charset="0"/>
                <a:ea typeface="Barlow Semi Condensed" panose="00000506000000000000" pitchFamily="2" charset="0"/>
                <a:cs typeface="Barlow Semi Condensed" panose="00000506000000000000" pitchFamily="2" charset="0"/>
              </a:rPr>
              <a:t>return</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response</a:t>
            </a:r>
            <a:r>
              <a:rPr lang="en-IN" sz="800">
                <a:solidFill>
                  <a:srgbClr val="777777"/>
                </a:solidFill>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b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b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1">
                <a:solidFill>
                  <a:srgbClr val="AAAAAA"/>
                </a:solidFill>
                <a:effectLst/>
                <a:latin typeface="Consolas" panose="020B0609020204030204" pitchFamily="49" charset="0"/>
                <a:ea typeface="Barlow Semi Condensed" panose="00000506000000000000" pitchFamily="2" charset="0"/>
                <a:cs typeface="Barlow Semi Condensed" panose="00000506000000000000" pitchFamily="2" charset="0"/>
              </a:rPr>
              <a:t>//Send error response if not successful</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response</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err="1">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statusCode</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9C5D27"/>
                </a:solidFill>
                <a:effectLst/>
                <a:latin typeface="Consolas" panose="020B0609020204030204" pitchFamily="49" charset="0"/>
                <a:ea typeface="Barlow Semi Condensed" panose="00000506000000000000" pitchFamily="2" charset="0"/>
                <a:cs typeface="Barlow Semi Condensed" panose="00000506000000000000" pitchFamily="2" charset="0"/>
              </a:rPr>
              <a:t>500</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headers</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body</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err="1">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JSON</a:t>
            </a:r>
            <a:r>
              <a:rPr lang="en-IN" sz="800" b="0" i="0" err="1">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1" i="0" err="1">
                <a:solidFill>
                  <a:srgbClr val="AA3731"/>
                </a:solidFill>
                <a:effectLst/>
                <a:latin typeface="Consolas" panose="020B0609020204030204" pitchFamily="49" charset="0"/>
                <a:ea typeface="Barlow Semi Condensed" panose="00000506000000000000" pitchFamily="2" charset="0"/>
                <a:cs typeface="Barlow Semi Condensed" panose="00000506000000000000" pitchFamily="2" charset="0"/>
              </a:rPr>
              <a:t>stringify</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message</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Unable to do matchmaking</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448C27"/>
                </a:solidFill>
                <a:effectLst/>
                <a:latin typeface="Consolas" panose="020B0609020204030204" pitchFamily="49" charset="0"/>
                <a:ea typeface="Barlow Semi Condensed" panose="00000506000000000000" pitchFamily="2" charset="0"/>
                <a:cs typeface="Barlow Semi Condensed" panose="00000506000000000000" pitchFamily="2" charset="0"/>
              </a:rPr>
              <a:t>isBase64Encoded</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9C5D27"/>
                </a:solidFill>
                <a:effectLst/>
                <a:latin typeface="Consolas" panose="020B0609020204030204" pitchFamily="49" charset="0"/>
                <a:ea typeface="Barlow Semi Condensed" panose="00000506000000000000" pitchFamily="2" charset="0"/>
                <a:cs typeface="Barlow Semi Condensed" panose="00000506000000000000" pitchFamily="2" charset="0"/>
              </a:rPr>
              <a:t>false</a:t>
            </a:r>
            <a:endParaRPr lang="en-IN" sz="1000">
              <a:effectLst/>
              <a:latin typeface="Consolas" panose="020B0609020204030204" pitchFamily="49" charset="0"/>
            </a:endParaRPr>
          </a:p>
          <a:p>
            <a:pPr marR="0" algn="l" rtl="0">
              <a:spcBef>
                <a:spcPts val="0"/>
              </a:spcBef>
              <a:spcAft>
                <a:spcPts val="0"/>
              </a:spcAft>
            </a:pP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b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b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4B69C6"/>
                </a:solidFill>
                <a:effectLst/>
                <a:latin typeface="Consolas" panose="020B0609020204030204" pitchFamily="49" charset="0"/>
                <a:ea typeface="Barlow Semi Condensed" panose="00000506000000000000" pitchFamily="2" charset="0"/>
                <a:cs typeface="Barlow Semi Condensed" panose="00000506000000000000" pitchFamily="2" charset="0"/>
              </a:rPr>
              <a:t>return</a:t>
            </a:r>
            <a:r>
              <a:rPr lang="en-IN" sz="800" b="0" i="0">
                <a:solidFill>
                  <a:srgbClr val="333333"/>
                </a:solidFill>
                <a:effectLst/>
                <a:latin typeface="Consolas" panose="020B0609020204030204" pitchFamily="49" charset="0"/>
                <a:ea typeface="Barlow Semi Condensed" panose="00000506000000000000" pitchFamily="2" charset="0"/>
                <a:cs typeface="Barlow Semi Condensed" panose="00000506000000000000" pitchFamily="2" charset="0"/>
              </a:rPr>
              <a:t> </a:t>
            </a:r>
            <a:r>
              <a:rPr lang="en-IN" sz="800" b="0" i="0">
                <a:solidFill>
                  <a:srgbClr val="7A3E9D"/>
                </a:solidFill>
                <a:effectLst/>
                <a:latin typeface="Consolas" panose="020B0609020204030204" pitchFamily="49" charset="0"/>
                <a:ea typeface="Barlow Semi Condensed" panose="00000506000000000000" pitchFamily="2" charset="0"/>
                <a:cs typeface="Barlow Semi Condensed" panose="00000506000000000000" pitchFamily="2" charset="0"/>
              </a:rPr>
              <a:t>response</a:t>
            </a: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a:p>
            <a:pPr marR="0" algn="l" rtl="0">
              <a:spcBef>
                <a:spcPts val="0"/>
              </a:spcBef>
              <a:spcAft>
                <a:spcPts val="0"/>
              </a:spcAft>
            </a:pPr>
            <a:r>
              <a:rPr lang="en-IN" sz="800" b="0" i="0">
                <a:solidFill>
                  <a:srgbClr val="777777"/>
                </a:solidFill>
                <a:effectLst/>
                <a:latin typeface="Consolas" panose="020B0609020204030204" pitchFamily="49" charset="0"/>
                <a:ea typeface="Barlow Semi Condensed" panose="00000506000000000000" pitchFamily="2" charset="0"/>
                <a:cs typeface="Barlow Semi Condensed" panose="00000506000000000000" pitchFamily="2" charset="0"/>
              </a:rPr>
              <a:t>};</a:t>
            </a:r>
            <a:endParaRPr lang="en-IN" sz="1000">
              <a:effectLst/>
              <a:latin typeface="Consolas" panose="020B0609020204030204" pitchFamily="49" charset="0"/>
            </a:endParaRPr>
          </a:p>
        </p:txBody>
      </p:sp>
      <p:sp>
        <p:nvSpPr>
          <p:cNvPr id="5" name="TextBox 4">
            <a:extLst>
              <a:ext uri="{FF2B5EF4-FFF2-40B4-BE49-F238E27FC236}">
                <a16:creationId xmlns:a16="http://schemas.microsoft.com/office/drawing/2014/main" id="{7F7EC83B-34F6-CB1F-18EE-4C4FFD685B52}"/>
              </a:ext>
            </a:extLst>
          </p:cNvPr>
          <p:cNvSpPr txBox="1"/>
          <p:nvPr/>
        </p:nvSpPr>
        <p:spPr>
          <a:xfrm>
            <a:off x="2125980" y="0"/>
            <a:ext cx="4572000" cy="707886"/>
          </a:xfrm>
          <a:prstGeom prst="rect">
            <a:avLst/>
          </a:prstGeom>
          <a:noFill/>
        </p:spPr>
        <p:txBody>
          <a:bodyPr wrap="square">
            <a:spAutoFit/>
          </a:bodyPr>
          <a:lstStyle/>
          <a:p>
            <a:pPr algn="ctr"/>
            <a:r>
              <a:rPr lang="en-US" sz="2000">
                <a:latin typeface="Fjalla One" panose="02000506040000020004" pitchFamily="2" charset="0"/>
              </a:rPr>
              <a:t>Code Snippet : Lambda </a:t>
            </a:r>
            <a:r>
              <a:rPr lang="en-US" sz="2000" err="1">
                <a:latin typeface="Fjalla One" panose="02000506040000020004" pitchFamily="2" charset="0"/>
              </a:rPr>
              <a:t>Fn</a:t>
            </a:r>
            <a:br>
              <a:rPr lang="en-US" sz="2000">
                <a:latin typeface="Fjalla One" panose="02000506040000020004" pitchFamily="2" charset="0"/>
              </a:rPr>
            </a:br>
            <a:r>
              <a:rPr lang="en-US" sz="2000">
                <a:latin typeface="Fjalla One" panose="02000506040000020004" pitchFamily="2" charset="0"/>
              </a:rPr>
              <a:t>(requestMatchStatus.js)</a:t>
            </a:r>
          </a:p>
        </p:txBody>
      </p:sp>
    </p:spTree>
    <p:extLst>
      <p:ext uri="{BB962C8B-B14F-4D97-AF65-F5344CB8AC3E}">
        <p14:creationId xmlns:p14="http://schemas.microsoft.com/office/powerpoint/2010/main" val="25459206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with a line and a line&#10;&#10;Description automatically generated">
            <a:extLst>
              <a:ext uri="{FF2B5EF4-FFF2-40B4-BE49-F238E27FC236}">
                <a16:creationId xmlns:a16="http://schemas.microsoft.com/office/drawing/2014/main" id="{CE0354FB-91CC-6B1B-B3A8-011EF0F4932E}"/>
              </a:ext>
            </a:extLst>
          </p:cNvPr>
          <p:cNvPicPr>
            <a:picLocks noChangeAspect="1"/>
          </p:cNvPicPr>
          <p:nvPr/>
        </p:nvPicPr>
        <p:blipFill>
          <a:blip r:embed="rId2"/>
          <a:stretch>
            <a:fillRect/>
          </a:stretch>
        </p:blipFill>
        <p:spPr>
          <a:xfrm>
            <a:off x="261344" y="1229409"/>
            <a:ext cx="5046431" cy="3303866"/>
          </a:xfrm>
          <a:prstGeom prst="rect">
            <a:avLst/>
          </a:prstGeom>
          <a:ln w="12700">
            <a:solidFill>
              <a:schemeClr val="tx1"/>
            </a:solidFill>
          </a:ln>
        </p:spPr>
      </p:pic>
      <p:sp>
        <p:nvSpPr>
          <p:cNvPr id="3" name="TextBox 2">
            <a:extLst>
              <a:ext uri="{FF2B5EF4-FFF2-40B4-BE49-F238E27FC236}">
                <a16:creationId xmlns:a16="http://schemas.microsoft.com/office/drawing/2014/main" id="{2F79C47F-5016-FFD2-E26F-55A4BE61A4AD}"/>
              </a:ext>
            </a:extLst>
          </p:cNvPr>
          <p:cNvSpPr txBox="1"/>
          <p:nvPr/>
        </p:nvSpPr>
        <p:spPr>
          <a:xfrm>
            <a:off x="5442873" y="686091"/>
            <a:ext cx="3439783"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This example uses a typical hourly player demand pattern for multiplayer games to illustrate Amazon </a:t>
            </a:r>
            <a:r>
              <a:rPr lang="en-US" sz="1200" err="1"/>
              <a:t>GameLift</a:t>
            </a:r>
            <a:r>
              <a:rPr lang="en-US" sz="1200"/>
              <a:t> pricing.</a:t>
            </a:r>
            <a:br>
              <a:rPr lang="en-US" sz="1200"/>
            </a:br>
            <a:br>
              <a:rPr lang="en-US" sz="1200"/>
            </a:br>
            <a:r>
              <a:rPr lang="en-US" sz="1200"/>
              <a:t>Assuming,</a:t>
            </a:r>
            <a:br>
              <a:rPr lang="en-US" sz="1200"/>
            </a:br>
            <a:r>
              <a:rPr lang="en-US" sz="1200" u="sng"/>
              <a:t>Region</a:t>
            </a:r>
            <a:r>
              <a:rPr lang="en-US" sz="1200"/>
              <a:t>: Japan</a:t>
            </a:r>
            <a:br>
              <a:rPr lang="en-US" sz="1200"/>
            </a:br>
            <a:r>
              <a:rPr lang="en-US" sz="1200" u="sng"/>
              <a:t>Players</a:t>
            </a:r>
            <a:r>
              <a:rPr lang="en-US" sz="1200"/>
              <a:t>: 10,000 </a:t>
            </a:r>
            <a:br>
              <a:rPr lang="en-US" sz="1200"/>
            </a:br>
            <a:r>
              <a:rPr lang="en-US" sz="1200" u="sng"/>
              <a:t>Instance Type</a:t>
            </a:r>
            <a:r>
              <a:rPr lang="en-US" sz="1200"/>
              <a:t>: c4.xlarge on Linux.</a:t>
            </a:r>
            <a:br>
              <a:rPr lang="en-US" sz="1200"/>
            </a:br>
            <a:br>
              <a:rPr lang="en-US" sz="1200"/>
            </a:br>
            <a:r>
              <a:rPr lang="en-US" sz="1200">
                <a:solidFill>
                  <a:srgbClr val="333333"/>
                </a:solidFill>
              </a:rPr>
              <a:t>Where each c4.xlarge instance can run 4 games with up to 10 players simultaneously.</a:t>
            </a:r>
            <a:br>
              <a:rPr lang="en-US" sz="1200">
                <a:solidFill>
                  <a:srgbClr val="333333"/>
                </a:solidFill>
              </a:rPr>
            </a:br>
            <a:br>
              <a:rPr lang="en-US" sz="1200">
                <a:solidFill>
                  <a:srgbClr val="333333"/>
                </a:solidFill>
              </a:rPr>
            </a:br>
            <a:r>
              <a:rPr lang="en-US" sz="1200">
                <a:solidFill>
                  <a:srgbClr val="333333"/>
                </a:solidFill>
              </a:rPr>
              <a:t>Throughout the day, you will need more or less capacity, from 7:00 am to 8:00 am you will need 20 instances to meet player demand (800 concurrent players / 10 players per game / 4 games per instance = 20 instances)</a:t>
            </a:r>
            <a:br>
              <a:rPr lang="en-US" sz="1200">
                <a:solidFill>
                  <a:srgbClr val="333333"/>
                </a:solidFill>
              </a:rPr>
            </a:br>
            <a:r>
              <a:rPr lang="en-US" sz="1200">
                <a:solidFill>
                  <a:srgbClr val="333333"/>
                </a:solidFill>
              </a:rPr>
              <a:t>Similarly, from 10:00pm-11:00 pm need 162 instance.</a:t>
            </a:r>
            <a:br>
              <a:rPr lang="en-US" sz="1200">
                <a:solidFill>
                  <a:srgbClr val="333333"/>
                </a:solidFill>
              </a:rPr>
            </a:br>
            <a:br>
              <a:rPr lang="en-US" sz="1200">
                <a:solidFill>
                  <a:srgbClr val="333333"/>
                </a:solidFill>
              </a:rPr>
            </a:br>
            <a:r>
              <a:rPr lang="en-US" sz="1200">
                <a:solidFill>
                  <a:srgbClr val="333333"/>
                </a:solidFill>
              </a:rPr>
              <a:t>The sum of all instances running each hour over the entire 24-hour period is 1,944 instance hours.</a:t>
            </a:r>
            <a:br>
              <a:rPr lang="en-US" sz="1200">
                <a:solidFill>
                  <a:srgbClr val="333333"/>
                </a:solidFill>
              </a:rPr>
            </a:br>
            <a:endParaRPr lang="en-US" sz="1200"/>
          </a:p>
        </p:txBody>
      </p:sp>
      <p:sp>
        <p:nvSpPr>
          <p:cNvPr id="5" name="TextBox 4">
            <a:extLst>
              <a:ext uri="{FF2B5EF4-FFF2-40B4-BE49-F238E27FC236}">
                <a16:creationId xmlns:a16="http://schemas.microsoft.com/office/drawing/2014/main" id="{504CC2AD-9A20-EE96-78F5-35C2EEEB957A}"/>
              </a:ext>
            </a:extLst>
          </p:cNvPr>
          <p:cNvSpPr txBox="1"/>
          <p:nvPr/>
        </p:nvSpPr>
        <p:spPr>
          <a:xfrm>
            <a:off x="2286000" y="87005"/>
            <a:ext cx="4572000" cy="400110"/>
          </a:xfrm>
          <a:prstGeom prst="rect">
            <a:avLst/>
          </a:prstGeom>
          <a:noFill/>
        </p:spPr>
        <p:txBody>
          <a:bodyPr wrap="square">
            <a:spAutoFit/>
          </a:bodyPr>
          <a:lstStyle/>
          <a:p>
            <a:pPr algn="ctr"/>
            <a:r>
              <a:rPr lang="en-US" sz="2000" err="1">
                <a:latin typeface="Fjalla One" panose="02000506040000020004" pitchFamily="2" charset="0"/>
              </a:rPr>
              <a:t>GameLift</a:t>
            </a:r>
            <a:r>
              <a:rPr lang="en-US" sz="2000">
                <a:latin typeface="Fjalla One" panose="02000506040000020004" pitchFamily="2" charset="0"/>
              </a:rPr>
              <a:t> Pricing</a:t>
            </a:r>
          </a:p>
        </p:txBody>
      </p:sp>
    </p:spTree>
    <p:extLst>
      <p:ext uri="{BB962C8B-B14F-4D97-AF65-F5344CB8AC3E}">
        <p14:creationId xmlns:p14="http://schemas.microsoft.com/office/powerpoint/2010/main" val="7561542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D1E09B-567D-5A50-9DDF-F8DCC261E734}"/>
              </a:ext>
            </a:extLst>
          </p:cNvPr>
          <p:cNvSpPr txBox="1"/>
          <p:nvPr/>
        </p:nvSpPr>
        <p:spPr>
          <a:xfrm>
            <a:off x="2286000" y="87005"/>
            <a:ext cx="4572000" cy="400110"/>
          </a:xfrm>
          <a:prstGeom prst="rect">
            <a:avLst/>
          </a:prstGeom>
          <a:noFill/>
        </p:spPr>
        <p:txBody>
          <a:bodyPr wrap="square">
            <a:spAutoFit/>
          </a:bodyPr>
          <a:lstStyle/>
          <a:p>
            <a:pPr algn="ctr"/>
            <a:r>
              <a:rPr lang="en-US" sz="2000" err="1">
                <a:latin typeface="Fjalla One" panose="02000506040000020004" pitchFamily="2" charset="0"/>
              </a:rPr>
              <a:t>GameLift</a:t>
            </a:r>
            <a:r>
              <a:rPr lang="en-US" sz="2000">
                <a:latin typeface="Fjalla One" panose="02000506040000020004" pitchFamily="2" charset="0"/>
              </a:rPr>
              <a:t> Pricing</a:t>
            </a:r>
          </a:p>
        </p:txBody>
      </p:sp>
      <p:sp>
        <p:nvSpPr>
          <p:cNvPr id="6" name="TextBox 5">
            <a:extLst>
              <a:ext uri="{FF2B5EF4-FFF2-40B4-BE49-F238E27FC236}">
                <a16:creationId xmlns:a16="http://schemas.microsoft.com/office/drawing/2014/main" id="{F72BF541-74B2-C417-DF46-836AD4843E08}"/>
              </a:ext>
            </a:extLst>
          </p:cNvPr>
          <p:cNvSpPr txBox="1"/>
          <p:nvPr/>
        </p:nvSpPr>
        <p:spPr>
          <a:xfrm>
            <a:off x="564995" y="487115"/>
            <a:ext cx="8214732" cy="3847207"/>
          </a:xfrm>
          <a:prstGeom prst="rect">
            <a:avLst/>
          </a:prstGeom>
          <a:noFill/>
        </p:spPr>
        <p:txBody>
          <a:bodyPr wrap="square" lIns="91440" tIns="45720" rIns="91440" bIns="45720" anchor="t">
            <a:spAutoFit/>
          </a:bodyPr>
          <a:lstStyle/>
          <a:p>
            <a:pPr marR="0" algn="l" rtl="0">
              <a:spcBef>
                <a:spcPts val="0"/>
              </a:spcBef>
              <a:spcAft>
                <a:spcPts val="0"/>
              </a:spcAft>
            </a:pPr>
            <a:br>
              <a:rPr lang="en-US" sz="1400" b="0" i="0">
                <a:effectLst/>
                <a:latin typeface="Arial" panose="020B0604020202020204" pitchFamily="34" charset="0"/>
                <a:ea typeface="Arial" panose="020B0604020202020204" pitchFamily="34" charset="0"/>
                <a:cs typeface="Arial" panose="020B0604020202020204" pitchFamily="34" charset="0"/>
              </a:rPr>
            </a:br>
            <a:r>
              <a:rPr lang="en-US" sz="1200" b="1" i="0">
                <a:solidFill>
                  <a:srgbClr val="333333"/>
                </a:solidFill>
                <a:effectLst/>
                <a:ea typeface="Arial" panose="020B0604020202020204" pitchFamily="34" charset="0"/>
              </a:rPr>
              <a:t>On-Demand instances</a:t>
            </a:r>
            <a:r>
              <a:rPr lang="en-US" sz="1200" b="0" i="0">
                <a:solidFill>
                  <a:srgbClr val="333333"/>
                </a:solidFill>
                <a:effectLst/>
                <a:ea typeface="Arial" panose="020B0604020202020204" pitchFamily="34" charset="0"/>
              </a:rPr>
              <a:t>, </a:t>
            </a:r>
            <a:br>
              <a:rPr lang="en-US" sz="1200" b="0" i="0">
                <a:effectLst/>
                <a:latin typeface="Arial" panose="020B0604020202020204" pitchFamily="34" charset="0"/>
                <a:ea typeface="Arial" panose="020B0604020202020204" pitchFamily="34" charset="0"/>
                <a:cs typeface="Arial" panose="020B0604020202020204" pitchFamily="34" charset="0"/>
              </a:rPr>
            </a:br>
            <a:r>
              <a:rPr lang="en-US" sz="1200">
                <a:solidFill>
                  <a:srgbClr val="333333"/>
                </a:solidFill>
                <a:ea typeface="Arial" panose="020B0604020202020204" pitchFamily="34" charset="0"/>
              </a:rPr>
              <a:t>C</a:t>
            </a:r>
            <a:r>
              <a:rPr lang="en-US" sz="1200" b="0" i="0">
                <a:solidFill>
                  <a:srgbClr val="333333"/>
                </a:solidFill>
                <a:effectLst/>
                <a:ea typeface="Arial" panose="020B0604020202020204" pitchFamily="34" charset="0"/>
              </a:rPr>
              <a:t>harge $0.311 per instance hour </a:t>
            </a:r>
            <a:br>
              <a:rPr lang="en-US" sz="1200">
                <a:latin typeface="Arial" panose="020B0604020202020204" pitchFamily="34" charset="0"/>
                <a:ea typeface="Arial" panose="020B0604020202020204" pitchFamily="34" charset="0"/>
                <a:cs typeface="Arial" panose="020B0604020202020204" pitchFamily="34" charset="0"/>
              </a:rPr>
            </a:br>
            <a:r>
              <a:rPr lang="en-US" sz="1200">
                <a:solidFill>
                  <a:srgbClr val="333333"/>
                </a:solidFill>
                <a:ea typeface="Arial" panose="020B0604020202020204" pitchFamily="34" charset="0"/>
              </a:rPr>
              <a:t>(</a:t>
            </a:r>
            <a:r>
              <a:rPr lang="en-US" sz="1200" b="0" i="0">
                <a:solidFill>
                  <a:srgbClr val="333333"/>
                </a:solidFill>
                <a:effectLst/>
                <a:ea typeface="Arial" panose="020B0604020202020204" pitchFamily="34" charset="0"/>
              </a:rPr>
              <a:t>c4.xlarge instance running Linux in the Asia Pacific (Tokyo) region)</a:t>
            </a:r>
            <a:br>
              <a:rPr lang="en-US" sz="1200" b="0" i="0">
                <a:effectLst/>
                <a:latin typeface="Arial" panose="020B0604020202020204" pitchFamily="34" charset="0"/>
                <a:ea typeface="Arial" panose="020B0604020202020204" pitchFamily="34" charset="0"/>
                <a:cs typeface="Arial" panose="020B0604020202020204" pitchFamily="34" charset="0"/>
              </a:rPr>
            </a:br>
            <a:r>
              <a:rPr lang="en-US" sz="1200" b="0" i="0">
                <a:solidFill>
                  <a:srgbClr val="333333"/>
                </a:solidFill>
                <a:effectLst/>
                <a:ea typeface="Arial" panose="020B0604020202020204" pitchFamily="34" charset="0"/>
              </a:rPr>
              <a:t>Your total daily usage of 1,944 hours at $0.311 per hour sums to </a:t>
            </a:r>
            <a:br>
              <a:rPr lang="en-US" sz="1200" b="0" i="0">
                <a:effectLst/>
                <a:latin typeface="Arial" panose="020B0604020202020204" pitchFamily="34" charset="0"/>
                <a:ea typeface="Arial" panose="020B0604020202020204" pitchFamily="34" charset="0"/>
                <a:cs typeface="Arial" panose="020B0604020202020204" pitchFamily="34" charset="0"/>
              </a:rPr>
            </a:br>
            <a:r>
              <a:rPr lang="en-US" sz="1200" b="0" i="0">
                <a:solidFill>
                  <a:srgbClr val="333333"/>
                </a:solidFill>
                <a:effectLst/>
                <a:ea typeface="Arial" panose="020B0604020202020204" pitchFamily="34" charset="0"/>
              </a:rPr>
              <a:t>$605 per day,</a:t>
            </a:r>
            <a:br>
              <a:rPr lang="en-US" sz="1200" b="0" i="0">
                <a:effectLst/>
                <a:latin typeface="Arial" panose="020B0604020202020204" pitchFamily="34" charset="0"/>
                <a:ea typeface="Arial" panose="020B0604020202020204" pitchFamily="34" charset="0"/>
                <a:cs typeface="Arial" panose="020B0604020202020204" pitchFamily="34" charset="0"/>
              </a:rPr>
            </a:br>
            <a:r>
              <a:rPr lang="en-US" sz="1200" b="0" i="0">
                <a:solidFill>
                  <a:srgbClr val="333333"/>
                </a:solidFill>
                <a:effectLst/>
                <a:ea typeface="Arial" panose="020B0604020202020204" pitchFamily="34" charset="0"/>
              </a:rPr>
              <a:t>$18,150 </a:t>
            </a:r>
            <a:r>
              <a:rPr lang="en-US" sz="1200">
                <a:solidFill>
                  <a:srgbClr val="333333"/>
                </a:solidFill>
                <a:ea typeface="Arial" panose="020B0604020202020204" pitchFamily="34" charset="0"/>
              </a:rPr>
              <a:t>per </a:t>
            </a:r>
            <a:r>
              <a:rPr lang="en-US" sz="1200" b="0" i="0">
                <a:solidFill>
                  <a:srgbClr val="333333"/>
                </a:solidFill>
                <a:effectLst/>
                <a:ea typeface="Arial" panose="020B0604020202020204" pitchFamily="34" charset="0"/>
              </a:rPr>
              <a:t>month.</a:t>
            </a:r>
            <a:br>
              <a:rPr lang="en-US" sz="1200" b="0" i="0">
                <a:effectLst/>
                <a:latin typeface="Arial" panose="020B0604020202020204" pitchFamily="34" charset="0"/>
                <a:ea typeface="Arial" panose="020B0604020202020204" pitchFamily="34" charset="0"/>
                <a:cs typeface="Arial" panose="020B0604020202020204" pitchFamily="34" charset="0"/>
              </a:rPr>
            </a:br>
            <a:endParaRPr lang="en-IN" sz="1200">
              <a:effectLst/>
            </a:endParaRPr>
          </a:p>
          <a:p>
            <a:r>
              <a:rPr lang="en-US" sz="1200" b="1" i="0">
                <a:solidFill>
                  <a:srgbClr val="333333"/>
                </a:solidFill>
                <a:effectLst/>
                <a:ea typeface="Arial" panose="020B0604020202020204" pitchFamily="34" charset="0"/>
              </a:rPr>
              <a:t>On Spot instances</a:t>
            </a:r>
            <a:r>
              <a:rPr lang="en-US" sz="1200" b="0" i="0">
                <a:solidFill>
                  <a:srgbClr val="333333"/>
                </a:solidFill>
                <a:effectLst/>
                <a:ea typeface="Arial" panose="020B0604020202020204" pitchFamily="34" charset="0"/>
              </a:rPr>
              <a:t>, Spot instances running Linux are on average 70% cheaper than the same On-Demand instances.</a:t>
            </a:r>
            <a:br>
              <a:rPr lang="en-US" sz="1200" b="0" i="0">
                <a:effectLst/>
                <a:latin typeface="Arial" panose="020B0604020202020204" pitchFamily="34" charset="0"/>
                <a:ea typeface="Arial" panose="020B0604020202020204" pitchFamily="34" charset="0"/>
                <a:cs typeface="Arial" panose="020B0604020202020204" pitchFamily="34" charset="0"/>
              </a:rPr>
            </a:br>
            <a:r>
              <a:rPr lang="en-US" sz="1200" b="0" i="0">
                <a:solidFill>
                  <a:srgbClr val="333333"/>
                </a:solidFill>
                <a:effectLst/>
                <a:ea typeface="Arial" panose="020B0604020202020204" pitchFamily="34" charset="0"/>
              </a:rPr>
              <a:t>$181 per day,</a:t>
            </a:r>
            <a:br>
              <a:rPr lang="en-US" sz="1200" b="0" i="0">
                <a:effectLst/>
                <a:latin typeface="Arial" panose="020B0604020202020204" pitchFamily="34" charset="0"/>
                <a:ea typeface="Arial" panose="020B0604020202020204" pitchFamily="34" charset="0"/>
                <a:cs typeface="Arial" panose="020B0604020202020204" pitchFamily="34" charset="0"/>
              </a:rPr>
            </a:br>
            <a:r>
              <a:rPr lang="en-US" sz="1200" b="0" i="0">
                <a:solidFill>
                  <a:srgbClr val="333333"/>
                </a:solidFill>
                <a:effectLst/>
                <a:ea typeface="Arial" panose="020B0604020202020204" pitchFamily="34" charset="0"/>
              </a:rPr>
              <a:t>$5,430 </a:t>
            </a:r>
            <a:r>
              <a:rPr lang="en-US" sz="1200">
                <a:solidFill>
                  <a:srgbClr val="333333"/>
                </a:solidFill>
                <a:ea typeface="Arial" panose="020B0604020202020204" pitchFamily="34" charset="0"/>
              </a:rPr>
              <a:t>per </a:t>
            </a:r>
            <a:r>
              <a:rPr lang="en-US" sz="1200" b="0" i="0">
                <a:solidFill>
                  <a:srgbClr val="333333"/>
                </a:solidFill>
                <a:effectLst/>
                <a:ea typeface="Arial" panose="020B0604020202020204" pitchFamily="34" charset="0"/>
              </a:rPr>
              <a:t>month.</a:t>
            </a:r>
            <a:br>
              <a:rPr lang="en-US" sz="1200" b="0" i="0">
                <a:effectLst/>
                <a:latin typeface="Arial" panose="020B0604020202020204" pitchFamily="34" charset="0"/>
                <a:ea typeface="Arial" panose="020B0604020202020204" pitchFamily="34" charset="0"/>
                <a:cs typeface="Arial" panose="020B0604020202020204" pitchFamily="34" charset="0"/>
              </a:rPr>
            </a:br>
            <a:br>
              <a:rPr lang="en-US" sz="1200" b="0" i="0">
                <a:effectLst/>
                <a:latin typeface="Arial" panose="020B0604020202020204" pitchFamily="34" charset="0"/>
                <a:ea typeface="Arial" panose="020B0604020202020204" pitchFamily="34" charset="0"/>
                <a:cs typeface="Arial" panose="020B0604020202020204" pitchFamily="34" charset="0"/>
              </a:rPr>
            </a:br>
            <a:br>
              <a:rPr lang="en-US" sz="1200">
                <a:ea typeface="Arial" panose="020B0604020202020204" pitchFamily="34" charset="0"/>
              </a:rPr>
            </a:br>
            <a:r>
              <a:rPr lang="en-US" sz="1200" b="1" i="0" u="sng">
                <a:solidFill>
                  <a:srgbClr val="333333"/>
                </a:solidFill>
                <a:effectLst/>
                <a:ea typeface="Arial" panose="020B0604020202020204" pitchFamily="34" charset="0"/>
              </a:rPr>
              <a:t>Data Transfer</a:t>
            </a:r>
            <a:br>
              <a:rPr lang="en-US" sz="1200" b="1" i="0">
                <a:effectLst/>
                <a:latin typeface="Arial" panose="020B0604020202020204" pitchFamily="34" charset="0"/>
                <a:ea typeface="Arial" panose="020B0604020202020204" pitchFamily="34" charset="0"/>
                <a:cs typeface="Arial" panose="020B0604020202020204" pitchFamily="34" charset="0"/>
              </a:rPr>
            </a:br>
            <a:endParaRPr lang="en-US" sz="1200" b="0" i="0">
              <a:solidFill>
                <a:srgbClr val="333333"/>
              </a:solidFill>
              <a:effectLst/>
              <a:latin typeface="Arial" panose="020B0604020202020204" pitchFamily="34" charset="0"/>
              <a:ea typeface="Arial" panose="020B0604020202020204" pitchFamily="34" charset="0"/>
              <a:cs typeface="Arial" panose="020B0604020202020204" pitchFamily="34" charset="0"/>
            </a:endParaRPr>
          </a:p>
          <a:p>
            <a:r>
              <a:rPr lang="en-US" sz="1200" b="0" i="0">
                <a:solidFill>
                  <a:srgbClr val="333333"/>
                </a:solidFill>
                <a:effectLst/>
                <a:ea typeface="Arial" panose="020B0604020202020204" pitchFamily="34" charset="0"/>
              </a:rPr>
              <a:t>We'll assume that the total amount of monthly data transfer in the AWS Asia Pacific (Tokyo) region from all of your game servers to your game clients is 49.82 terabytes per month. </a:t>
            </a:r>
            <a:br>
              <a:rPr lang="en-US" sz="1200">
                <a:ea typeface="Arial" panose="020B0604020202020204" pitchFamily="34" charset="0"/>
              </a:rPr>
            </a:br>
            <a:r>
              <a:rPr lang="en-US" sz="1200" b="0" i="0">
                <a:solidFill>
                  <a:srgbClr val="333333"/>
                </a:solidFill>
                <a:effectLst/>
                <a:ea typeface="Arial" panose="020B0604020202020204" pitchFamily="34" charset="0"/>
              </a:rPr>
              <a:t>Based on standard Data Transfer rates in the AWS Asia Pacific (Tokyo) region, your cost for 49.82 terabytes of data transfer is $6,776 per month.</a:t>
            </a:r>
            <a:br>
              <a:rPr lang="en-US" sz="1200" b="0" i="0">
                <a:effectLst/>
                <a:latin typeface="Arial" panose="020B0604020202020204" pitchFamily="34" charset="0"/>
                <a:ea typeface="Arial" panose="020B0604020202020204" pitchFamily="34" charset="0"/>
                <a:cs typeface="Arial" panose="020B0604020202020204" pitchFamily="34" charset="0"/>
              </a:rPr>
            </a:br>
            <a:endParaRPr lang="en-IN">
              <a:effectLst/>
            </a:endParaRPr>
          </a:p>
        </p:txBody>
      </p:sp>
    </p:spTree>
    <p:extLst>
      <p:ext uri="{BB962C8B-B14F-4D97-AF65-F5344CB8AC3E}">
        <p14:creationId xmlns:p14="http://schemas.microsoft.com/office/powerpoint/2010/main" val="37054036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731"/>
        <p:cNvGrpSpPr/>
        <p:nvPr/>
      </p:nvGrpSpPr>
      <p:grpSpPr>
        <a:xfrm>
          <a:off x="0" y="0"/>
          <a:ext cx="0" cy="0"/>
          <a:chOff x="0" y="0"/>
          <a:chExt cx="0" cy="0"/>
        </a:xfrm>
      </p:grpSpPr>
      <p:sp>
        <p:nvSpPr>
          <p:cNvPr id="4" name="Google Shape;1890;p36">
            <a:extLst>
              <a:ext uri="{FF2B5EF4-FFF2-40B4-BE49-F238E27FC236}">
                <a16:creationId xmlns:a16="http://schemas.microsoft.com/office/drawing/2014/main" id="{8E8DDD15-1BB9-A4D5-3F21-43326D6E5A04}"/>
              </a:ext>
            </a:extLst>
          </p:cNvPr>
          <p:cNvSpPr txBox="1">
            <a:spLocks/>
          </p:cNvSpPr>
          <p:nvPr/>
        </p:nvSpPr>
        <p:spPr>
          <a:xfrm>
            <a:off x="3104466" y="1793"/>
            <a:ext cx="3163232" cy="3658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1pPr>
            <a:lvl2pPr marR="0" lvl="1"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2pPr>
            <a:lvl3pPr marR="0" lvl="2"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3pPr>
            <a:lvl4pPr marR="0" lvl="3"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4pPr>
            <a:lvl5pPr marR="0" lvl="4"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5pPr>
            <a:lvl6pPr marR="0" lvl="5"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6pPr>
            <a:lvl7pPr marR="0" lvl="6"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7pPr>
            <a:lvl8pPr marR="0" lvl="7"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8pPr>
            <a:lvl9pPr marR="0" lvl="8"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9pPr>
          </a:lstStyle>
          <a:p>
            <a:r>
              <a:rPr lang="en" sz="2400" b="1">
                <a:solidFill>
                  <a:schemeClr val="accent2">
                    <a:lumMod val="10000"/>
                  </a:schemeClr>
                </a:solidFill>
              </a:rPr>
              <a:t>What is </a:t>
            </a:r>
            <a:r>
              <a:rPr lang="en" sz="2400" b="1" err="1">
                <a:solidFill>
                  <a:schemeClr val="accent2">
                    <a:lumMod val="10000"/>
                  </a:schemeClr>
                </a:solidFill>
              </a:rPr>
              <a:t>Playfab</a:t>
            </a:r>
            <a:r>
              <a:rPr lang="en" sz="2400" b="1">
                <a:solidFill>
                  <a:schemeClr val="accent2">
                    <a:lumMod val="10000"/>
                  </a:schemeClr>
                </a:solidFill>
              </a:rPr>
              <a:t> ?</a:t>
            </a:r>
          </a:p>
        </p:txBody>
      </p:sp>
      <p:sp>
        <p:nvSpPr>
          <p:cNvPr id="7" name="Google Shape;1891;p36">
            <a:extLst>
              <a:ext uri="{FF2B5EF4-FFF2-40B4-BE49-F238E27FC236}">
                <a16:creationId xmlns:a16="http://schemas.microsoft.com/office/drawing/2014/main" id="{7F32CD9D-0C1E-BE55-18BF-71FFCC3CD80A}"/>
              </a:ext>
            </a:extLst>
          </p:cNvPr>
          <p:cNvSpPr txBox="1">
            <a:spLocks/>
          </p:cNvSpPr>
          <p:nvPr/>
        </p:nvSpPr>
        <p:spPr>
          <a:xfrm>
            <a:off x="3402732" y="1283982"/>
            <a:ext cx="2961025" cy="208095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r>
              <a:rPr lang="en-US" sz="1200" b="1" err="1">
                <a:solidFill>
                  <a:srgbClr val="161616"/>
                </a:solidFill>
                <a:latin typeface="Segoe UI"/>
                <a:cs typeface="Segoe UI"/>
              </a:rPr>
              <a:t>PlayFab</a:t>
            </a:r>
            <a:r>
              <a:rPr lang="en-US" sz="1200" b="1">
                <a:solidFill>
                  <a:srgbClr val="161616"/>
                </a:solidFill>
                <a:latin typeface="Segoe UI"/>
                <a:cs typeface="Segoe UI"/>
              </a:rPr>
              <a:t> is a complete backend platform for live games with managed game services, real-time analytics, and LiveOps.</a:t>
            </a:r>
          </a:p>
          <a:p>
            <a:r>
              <a:rPr lang="en-US" sz="1200" b="1" err="1">
                <a:solidFill>
                  <a:srgbClr val="161616"/>
                </a:solidFill>
                <a:latin typeface="Segoe UI"/>
                <a:cs typeface="Segoe UI"/>
              </a:rPr>
              <a:t>PlayFab's</a:t>
            </a:r>
            <a:r>
              <a:rPr lang="en-US" sz="1200" b="1">
                <a:solidFill>
                  <a:srgbClr val="161616"/>
                </a:solidFill>
                <a:latin typeface="Segoe UI"/>
                <a:cs typeface="Segoe UI"/>
              </a:rPr>
              <a:t> backend services reduce the barriers to launch for game developers, offering both large and small studios cost-effective development solutions that scale with their games and help them engage, retain, and monetize players. </a:t>
            </a:r>
            <a:endParaRPr lang="en-US" b="1">
              <a:solidFill>
                <a:srgbClr val="494949"/>
              </a:solidFill>
              <a:cs typeface="Segoe UI"/>
            </a:endParaRPr>
          </a:p>
          <a:p>
            <a:endParaRPr lang="en-US" sz="1200" b="1">
              <a:solidFill>
                <a:srgbClr val="161616"/>
              </a:solidFill>
              <a:latin typeface="Segoe UI"/>
              <a:cs typeface="Segoe UI"/>
            </a:endParaRPr>
          </a:p>
          <a:p>
            <a:r>
              <a:rPr lang="en-US" sz="1200" b="1" err="1">
                <a:solidFill>
                  <a:srgbClr val="161616"/>
                </a:solidFill>
                <a:latin typeface="Segoe UI"/>
                <a:cs typeface="Segoe UI"/>
              </a:rPr>
              <a:t>PlayFab</a:t>
            </a:r>
            <a:r>
              <a:rPr lang="en-US" sz="1200" b="1">
                <a:solidFill>
                  <a:srgbClr val="161616"/>
                </a:solidFill>
                <a:latin typeface="Segoe UI"/>
                <a:cs typeface="Segoe UI"/>
              </a:rPr>
              <a:t> enables developers to use the intelligent cloud to build and operate games, analyze gaming data and improve overall gaming experiences. </a:t>
            </a:r>
            <a:endParaRPr lang="en-US" b="1"/>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008"/>
        <p:cNvGrpSpPr/>
        <p:nvPr/>
      </p:nvGrpSpPr>
      <p:grpSpPr>
        <a:xfrm>
          <a:off x="0" y="0"/>
          <a:ext cx="0" cy="0"/>
          <a:chOff x="0" y="0"/>
          <a:chExt cx="0" cy="0"/>
        </a:xfrm>
      </p:grpSpPr>
      <p:sp>
        <p:nvSpPr>
          <p:cNvPr id="3009" name="Google Shape;3009;p53"/>
          <p:cNvSpPr/>
          <p:nvPr/>
        </p:nvSpPr>
        <p:spPr>
          <a:xfrm>
            <a:off x="849395" y="900931"/>
            <a:ext cx="3374691" cy="3671433"/>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53"/>
          <p:cNvSpPr txBox="1">
            <a:spLocks noGrp="1"/>
          </p:cNvSpPr>
          <p:nvPr>
            <p:ph type="title"/>
          </p:nvPr>
        </p:nvSpPr>
        <p:spPr>
          <a:xfrm>
            <a:off x="3355499" y="159924"/>
            <a:ext cx="3119923" cy="572700"/>
          </a:xfrm>
          <a:prstGeom prst="rect">
            <a:avLst/>
          </a:prstGeom>
        </p:spPr>
        <p:txBody>
          <a:bodyPr spcFirstLastPara="1" wrap="square" lIns="91425" tIns="91425" rIns="91425" bIns="91425" anchor="t" anchorCtr="0">
            <a:noAutofit/>
          </a:bodyPr>
          <a:lstStyle/>
          <a:p>
            <a:pPr>
              <a:buClr>
                <a:schemeClr val="dk1"/>
              </a:buClr>
              <a:buSzPts val="1100"/>
            </a:pPr>
            <a:r>
              <a:rPr lang="en"/>
              <a:t>Multiplayer services</a:t>
            </a:r>
            <a:endParaRPr/>
          </a:p>
        </p:txBody>
      </p:sp>
      <p:sp>
        <p:nvSpPr>
          <p:cNvPr id="3150" name="Google Shape;3150;p53"/>
          <p:cNvSpPr txBox="1">
            <a:spLocks noGrp="1"/>
          </p:cNvSpPr>
          <p:nvPr>
            <p:ph type="subTitle" idx="1"/>
          </p:nvPr>
        </p:nvSpPr>
        <p:spPr>
          <a:xfrm>
            <a:off x="1118646" y="903240"/>
            <a:ext cx="2749078" cy="457200"/>
          </a:xfrm>
          <a:prstGeom prst="rect">
            <a:avLst/>
          </a:prstGeom>
        </p:spPr>
        <p:txBody>
          <a:bodyPr spcFirstLastPara="1" wrap="square" lIns="91425" tIns="91425" rIns="91425" bIns="91425" anchor="t" anchorCtr="0">
            <a:noAutofit/>
          </a:bodyPr>
          <a:lstStyle/>
          <a:p>
            <a:r>
              <a:rPr lang="en" b="1"/>
              <a:t>1. Cross Network Identity         and Data</a:t>
            </a:r>
          </a:p>
        </p:txBody>
      </p:sp>
      <p:sp>
        <p:nvSpPr>
          <p:cNvPr id="3151" name="Google Shape;3151;p53"/>
          <p:cNvSpPr txBox="1">
            <a:spLocks noGrp="1"/>
          </p:cNvSpPr>
          <p:nvPr>
            <p:ph type="subTitle" idx="2"/>
          </p:nvPr>
        </p:nvSpPr>
        <p:spPr>
          <a:xfrm>
            <a:off x="1116003" y="1521074"/>
            <a:ext cx="2835966" cy="3306022"/>
          </a:xfrm>
          <a:prstGeom prst="rect">
            <a:avLst/>
          </a:prstGeom>
        </p:spPr>
        <p:txBody>
          <a:bodyPr spcFirstLastPara="1" wrap="square" lIns="91425" tIns="91425" rIns="91425" bIns="91425" anchor="t" anchorCtr="0">
            <a:noAutofit/>
          </a:bodyPr>
          <a:lstStyle/>
          <a:p>
            <a:pPr>
              <a:buChar char="•"/>
            </a:pPr>
            <a:r>
              <a:rPr lang="en" sz="1200" b="1">
                <a:solidFill>
                  <a:srgbClr val="161616"/>
                </a:solidFill>
                <a:latin typeface="Segoe UI"/>
                <a:cs typeface="Segoe UI"/>
              </a:rPr>
              <a:t>Player Authentication</a:t>
            </a:r>
            <a:r>
              <a:rPr lang="en" sz="1200">
                <a:solidFill>
                  <a:srgbClr val="161616"/>
                </a:solidFill>
                <a:latin typeface="Segoe UI"/>
                <a:cs typeface="Segoe UI"/>
              </a:rPr>
              <a:t>: Start with frictionless authentication and let players link accounts to roam across Windows, Xbox, Steam, PlayStation™Network, Nintendo, Facebook, iOS, Android, and more.</a:t>
            </a:r>
            <a:endParaRPr lang="en-US"/>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Player Data Management</a:t>
            </a:r>
            <a:r>
              <a:rPr lang="en" sz="1200">
                <a:solidFill>
                  <a:srgbClr val="161616"/>
                </a:solidFill>
                <a:latin typeface="Segoe UI"/>
                <a:cs typeface="Segoe UI"/>
              </a:rPr>
              <a:t>: Share player information and game state across devices.</a:t>
            </a:r>
            <a:endParaRPr lang="en"/>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Matchmaking</a:t>
            </a:r>
            <a:r>
              <a:rPr lang="en" sz="1200">
                <a:solidFill>
                  <a:srgbClr val="161616"/>
                </a:solidFill>
                <a:latin typeface="Segoe UI"/>
                <a:cs typeface="Segoe UI"/>
              </a:rPr>
              <a:t> - Use the proven capabilities of Xbox Live's SmartMatch on any platform </a:t>
            </a:r>
            <a:r>
              <a:rPr lang="en" sz="1200">
                <a:solidFill>
                  <a:srgbClr val="161616"/>
                </a:solidFill>
                <a:latin typeface="Segoe UI"/>
                <a:cs typeface="Segoe UI"/>
                <a:sym typeface="Barlow Semi Condensed"/>
              </a:rPr>
              <a:t>to </a:t>
            </a:r>
            <a:r>
              <a:rPr lang="en" sz="1200">
                <a:solidFill>
                  <a:srgbClr val="161616"/>
                </a:solidFill>
                <a:latin typeface="Segoe UI"/>
                <a:cs typeface="Segoe UI"/>
              </a:rPr>
              <a:t>help players find opponents.</a:t>
            </a:r>
            <a:endParaRPr lang="en"/>
          </a:p>
          <a:p>
            <a:pPr>
              <a:buChar char="•"/>
            </a:pPr>
            <a:endParaRPr lang="en" sz="1200">
              <a:solidFill>
                <a:srgbClr val="161616"/>
              </a:solidFill>
              <a:latin typeface="Segoe UI"/>
              <a:cs typeface="Segoe UI"/>
            </a:endParaRPr>
          </a:p>
          <a:p>
            <a:pPr marL="171450" lvl="0" indent="-171450" algn="l">
              <a:spcBef>
                <a:spcPts val="0"/>
              </a:spcBef>
              <a:spcAft>
                <a:spcPts val="0"/>
              </a:spcAft>
              <a:buChar char="•"/>
            </a:pPr>
            <a:endParaRPr lang="en" sz="1200">
              <a:solidFill>
                <a:srgbClr val="161616"/>
              </a:solidFill>
              <a:latin typeface="Segoe UI"/>
              <a:ea typeface="Barlow Semi Condensed"/>
              <a:cs typeface="Segoe UI"/>
            </a:endParaRPr>
          </a:p>
        </p:txBody>
      </p:sp>
      <p:grpSp>
        <p:nvGrpSpPr>
          <p:cNvPr id="3210" name="Google Shape;1690;p35">
            <a:extLst>
              <a:ext uri="{FF2B5EF4-FFF2-40B4-BE49-F238E27FC236}">
                <a16:creationId xmlns:a16="http://schemas.microsoft.com/office/drawing/2014/main" id="{12E9C257-30CF-FF6D-308E-E76AD6973001}"/>
              </a:ext>
            </a:extLst>
          </p:cNvPr>
          <p:cNvGrpSpPr/>
          <p:nvPr/>
        </p:nvGrpSpPr>
        <p:grpSpPr>
          <a:xfrm>
            <a:off x="4854798" y="1401952"/>
            <a:ext cx="3638396" cy="2675840"/>
            <a:chOff x="469775" y="238125"/>
            <a:chExt cx="6679425" cy="5229600"/>
          </a:xfrm>
        </p:grpSpPr>
        <p:sp>
          <p:nvSpPr>
            <p:cNvPr id="5" name="Google Shape;1691;p35">
              <a:extLst>
                <a:ext uri="{FF2B5EF4-FFF2-40B4-BE49-F238E27FC236}">
                  <a16:creationId xmlns:a16="http://schemas.microsoft.com/office/drawing/2014/main" id="{3C59A001-4378-4BE0-75C2-EA622A8DA812}"/>
                </a:ext>
              </a:extLst>
            </p:cNvPr>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692;p35">
              <a:extLst>
                <a:ext uri="{FF2B5EF4-FFF2-40B4-BE49-F238E27FC236}">
                  <a16:creationId xmlns:a16="http://schemas.microsoft.com/office/drawing/2014/main" id="{6BB558E6-6580-AF12-02D9-A4FECE642846}"/>
                </a:ext>
              </a:extLst>
            </p:cNvPr>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693;p35">
              <a:extLst>
                <a:ext uri="{FF2B5EF4-FFF2-40B4-BE49-F238E27FC236}">
                  <a16:creationId xmlns:a16="http://schemas.microsoft.com/office/drawing/2014/main" id="{29820D13-D690-9302-D887-1E202EA58581}"/>
                </a:ext>
              </a:extLst>
            </p:cNvPr>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694;p35">
              <a:extLst>
                <a:ext uri="{FF2B5EF4-FFF2-40B4-BE49-F238E27FC236}">
                  <a16:creationId xmlns:a16="http://schemas.microsoft.com/office/drawing/2014/main" id="{5EF4B7E8-A8D4-443B-EFB3-C8D6C6220776}"/>
                </a:ext>
              </a:extLst>
            </p:cNvPr>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695;p35">
              <a:extLst>
                <a:ext uri="{FF2B5EF4-FFF2-40B4-BE49-F238E27FC236}">
                  <a16:creationId xmlns:a16="http://schemas.microsoft.com/office/drawing/2014/main" id="{FC04FF7C-FCD0-E9FC-9AC5-F5632DB4223C}"/>
                </a:ext>
              </a:extLst>
            </p:cNvPr>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696;p35">
              <a:extLst>
                <a:ext uri="{FF2B5EF4-FFF2-40B4-BE49-F238E27FC236}">
                  <a16:creationId xmlns:a16="http://schemas.microsoft.com/office/drawing/2014/main" id="{7AE7AD6D-3DB6-95F5-9E08-9CBEE82F1B08}"/>
                </a:ext>
              </a:extLst>
            </p:cNvPr>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697;p35">
              <a:extLst>
                <a:ext uri="{FF2B5EF4-FFF2-40B4-BE49-F238E27FC236}">
                  <a16:creationId xmlns:a16="http://schemas.microsoft.com/office/drawing/2014/main" id="{3D7F6DBA-817F-83A1-B73B-DAC2B3E9295D}"/>
                </a:ext>
              </a:extLst>
            </p:cNvPr>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98;p35">
              <a:extLst>
                <a:ext uri="{FF2B5EF4-FFF2-40B4-BE49-F238E27FC236}">
                  <a16:creationId xmlns:a16="http://schemas.microsoft.com/office/drawing/2014/main" id="{1BA706D1-92AC-CAFE-AD38-68ED7466F7DF}"/>
                </a:ext>
              </a:extLst>
            </p:cNvPr>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699;p35">
              <a:extLst>
                <a:ext uri="{FF2B5EF4-FFF2-40B4-BE49-F238E27FC236}">
                  <a16:creationId xmlns:a16="http://schemas.microsoft.com/office/drawing/2014/main" id="{CC3BB335-8BC6-B21B-2E07-22E485C74199}"/>
                </a:ext>
              </a:extLst>
            </p:cNvPr>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00;p35">
              <a:extLst>
                <a:ext uri="{FF2B5EF4-FFF2-40B4-BE49-F238E27FC236}">
                  <a16:creationId xmlns:a16="http://schemas.microsoft.com/office/drawing/2014/main" id="{A05A5448-3525-2B3B-0348-87589C3D55B4}"/>
                </a:ext>
              </a:extLst>
            </p:cNvPr>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01;p35">
              <a:extLst>
                <a:ext uri="{FF2B5EF4-FFF2-40B4-BE49-F238E27FC236}">
                  <a16:creationId xmlns:a16="http://schemas.microsoft.com/office/drawing/2014/main" id="{DE5BCB20-F435-D5B2-1390-1CC006A95313}"/>
                </a:ext>
              </a:extLst>
            </p:cNvPr>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02;p35">
              <a:extLst>
                <a:ext uri="{FF2B5EF4-FFF2-40B4-BE49-F238E27FC236}">
                  <a16:creationId xmlns:a16="http://schemas.microsoft.com/office/drawing/2014/main" id="{6170551F-D8DE-DABF-CBEA-0E8C6771825D}"/>
                </a:ext>
              </a:extLst>
            </p:cNvPr>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03;p35">
              <a:extLst>
                <a:ext uri="{FF2B5EF4-FFF2-40B4-BE49-F238E27FC236}">
                  <a16:creationId xmlns:a16="http://schemas.microsoft.com/office/drawing/2014/main" id="{D539CC06-E7E7-08A7-8CED-CC3FB400233E}"/>
                </a:ext>
              </a:extLst>
            </p:cNvPr>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04;p35">
              <a:extLst>
                <a:ext uri="{FF2B5EF4-FFF2-40B4-BE49-F238E27FC236}">
                  <a16:creationId xmlns:a16="http://schemas.microsoft.com/office/drawing/2014/main" id="{B9233127-8E5A-C2DE-951C-1C708E5BA9D3}"/>
                </a:ext>
              </a:extLst>
            </p:cNvPr>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05;p35">
              <a:extLst>
                <a:ext uri="{FF2B5EF4-FFF2-40B4-BE49-F238E27FC236}">
                  <a16:creationId xmlns:a16="http://schemas.microsoft.com/office/drawing/2014/main" id="{B6E3196F-69D4-7C0D-605A-707492A35B64}"/>
                </a:ext>
              </a:extLst>
            </p:cNvPr>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06;p35">
              <a:extLst>
                <a:ext uri="{FF2B5EF4-FFF2-40B4-BE49-F238E27FC236}">
                  <a16:creationId xmlns:a16="http://schemas.microsoft.com/office/drawing/2014/main" id="{8CA466DF-6BBE-A6F8-E757-10E4E3B78CA2}"/>
                </a:ext>
              </a:extLst>
            </p:cNvPr>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707;p35">
              <a:extLst>
                <a:ext uri="{FF2B5EF4-FFF2-40B4-BE49-F238E27FC236}">
                  <a16:creationId xmlns:a16="http://schemas.microsoft.com/office/drawing/2014/main" id="{FDC0D813-FD04-687D-8415-C5E5C8F50070}"/>
                </a:ext>
              </a:extLst>
            </p:cNvPr>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08;p35">
              <a:extLst>
                <a:ext uri="{FF2B5EF4-FFF2-40B4-BE49-F238E27FC236}">
                  <a16:creationId xmlns:a16="http://schemas.microsoft.com/office/drawing/2014/main" id="{E2F5057B-6109-C599-02D7-5A2888DF9155}"/>
                </a:ext>
              </a:extLst>
            </p:cNvPr>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09;p35">
              <a:extLst>
                <a:ext uri="{FF2B5EF4-FFF2-40B4-BE49-F238E27FC236}">
                  <a16:creationId xmlns:a16="http://schemas.microsoft.com/office/drawing/2014/main" id="{93660EEE-3D37-8B43-B095-8740C7C0FCF9}"/>
                </a:ext>
              </a:extLst>
            </p:cNvPr>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10;p35">
              <a:extLst>
                <a:ext uri="{FF2B5EF4-FFF2-40B4-BE49-F238E27FC236}">
                  <a16:creationId xmlns:a16="http://schemas.microsoft.com/office/drawing/2014/main" id="{A77EF06C-72C0-F874-C061-4C1B8931EE17}"/>
                </a:ext>
              </a:extLst>
            </p:cNvPr>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711;p35">
              <a:extLst>
                <a:ext uri="{FF2B5EF4-FFF2-40B4-BE49-F238E27FC236}">
                  <a16:creationId xmlns:a16="http://schemas.microsoft.com/office/drawing/2014/main" id="{E8F8A98E-A353-D0B2-F0E4-8C26BA27C54C}"/>
                </a:ext>
              </a:extLst>
            </p:cNvPr>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712;p35">
              <a:extLst>
                <a:ext uri="{FF2B5EF4-FFF2-40B4-BE49-F238E27FC236}">
                  <a16:creationId xmlns:a16="http://schemas.microsoft.com/office/drawing/2014/main" id="{110A56FE-3066-9943-B0D7-0C6EBA2B06C3}"/>
                </a:ext>
              </a:extLst>
            </p:cNvPr>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713;p35">
              <a:extLst>
                <a:ext uri="{FF2B5EF4-FFF2-40B4-BE49-F238E27FC236}">
                  <a16:creationId xmlns:a16="http://schemas.microsoft.com/office/drawing/2014/main" id="{576D4B2A-C0D0-3209-FB47-106EDCE4D785}"/>
                </a:ext>
              </a:extLst>
            </p:cNvPr>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714;p35">
              <a:extLst>
                <a:ext uri="{FF2B5EF4-FFF2-40B4-BE49-F238E27FC236}">
                  <a16:creationId xmlns:a16="http://schemas.microsoft.com/office/drawing/2014/main" id="{25EDB057-2CC5-FCB0-B1C7-125F8EB23E7D}"/>
                </a:ext>
              </a:extLst>
            </p:cNvPr>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715;p35">
              <a:extLst>
                <a:ext uri="{FF2B5EF4-FFF2-40B4-BE49-F238E27FC236}">
                  <a16:creationId xmlns:a16="http://schemas.microsoft.com/office/drawing/2014/main" id="{9AA93D03-B77B-D4E7-2F3C-C712C4BF61AD}"/>
                </a:ext>
              </a:extLst>
            </p:cNvPr>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716;p35">
              <a:extLst>
                <a:ext uri="{FF2B5EF4-FFF2-40B4-BE49-F238E27FC236}">
                  <a16:creationId xmlns:a16="http://schemas.microsoft.com/office/drawing/2014/main" id="{66DCBA11-89CB-77F4-CAC8-622AA8F90F7E}"/>
                </a:ext>
              </a:extLst>
            </p:cNvPr>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717;p35">
              <a:extLst>
                <a:ext uri="{FF2B5EF4-FFF2-40B4-BE49-F238E27FC236}">
                  <a16:creationId xmlns:a16="http://schemas.microsoft.com/office/drawing/2014/main" id="{0B423AFD-1F46-7D69-B100-160D686893E7}"/>
                </a:ext>
              </a:extLst>
            </p:cNvPr>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718;p35">
              <a:extLst>
                <a:ext uri="{FF2B5EF4-FFF2-40B4-BE49-F238E27FC236}">
                  <a16:creationId xmlns:a16="http://schemas.microsoft.com/office/drawing/2014/main" id="{44A48930-2608-D354-F43C-5DA3696E7C34}"/>
                </a:ext>
              </a:extLst>
            </p:cNvPr>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719;p35">
              <a:extLst>
                <a:ext uri="{FF2B5EF4-FFF2-40B4-BE49-F238E27FC236}">
                  <a16:creationId xmlns:a16="http://schemas.microsoft.com/office/drawing/2014/main" id="{D2D52014-3A1D-AFD9-C21F-BB8BC4EB8649}"/>
                </a:ext>
              </a:extLst>
            </p:cNvPr>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720;p35">
              <a:extLst>
                <a:ext uri="{FF2B5EF4-FFF2-40B4-BE49-F238E27FC236}">
                  <a16:creationId xmlns:a16="http://schemas.microsoft.com/office/drawing/2014/main" id="{1E19C995-C4C8-7ADA-E252-AF39CB07F473}"/>
                </a:ext>
              </a:extLst>
            </p:cNvPr>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721;p35">
              <a:extLst>
                <a:ext uri="{FF2B5EF4-FFF2-40B4-BE49-F238E27FC236}">
                  <a16:creationId xmlns:a16="http://schemas.microsoft.com/office/drawing/2014/main" id="{092B77F4-084F-1453-0EA9-4B762B2742DE}"/>
                </a:ext>
              </a:extLst>
            </p:cNvPr>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722;p35">
              <a:extLst>
                <a:ext uri="{FF2B5EF4-FFF2-40B4-BE49-F238E27FC236}">
                  <a16:creationId xmlns:a16="http://schemas.microsoft.com/office/drawing/2014/main" id="{054E6AC0-F4B1-19E2-8655-64CDB805F2CC}"/>
                </a:ext>
              </a:extLst>
            </p:cNvPr>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723;p35">
              <a:extLst>
                <a:ext uri="{FF2B5EF4-FFF2-40B4-BE49-F238E27FC236}">
                  <a16:creationId xmlns:a16="http://schemas.microsoft.com/office/drawing/2014/main" id="{85FDF81B-0BE8-A9FC-F183-1E56F807B2D4}"/>
                </a:ext>
              </a:extLst>
            </p:cNvPr>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724;p35">
              <a:extLst>
                <a:ext uri="{FF2B5EF4-FFF2-40B4-BE49-F238E27FC236}">
                  <a16:creationId xmlns:a16="http://schemas.microsoft.com/office/drawing/2014/main" id="{3D07FE0C-6C69-2C56-6219-5419FAEAD75A}"/>
                </a:ext>
              </a:extLst>
            </p:cNvPr>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725;p35">
              <a:extLst>
                <a:ext uri="{FF2B5EF4-FFF2-40B4-BE49-F238E27FC236}">
                  <a16:creationId xmlns:a16="http://schemas.microsoft.com/office/drawing/2014/main" id="{0C55F236-BA1E-0761-DC7A-D134B35A546A}"/>
                </a:ext>
              </a:extLst>
            </p:cNvPr>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726;p35">
              <a:extLst>
                <a:ext uri="{FF2B5EF4-FFF2-40B4-BE49-F238E27FC236}">
                  <a16:creationId xmlns:a16="http://schemas.microsoft.com/office/drawing/2014/main" id="{BE57095E-14A3-FE9D-C65C-C7F4C99EEB2E}"/>
                </a:ext>
              </a:extLst>
            </p:cNvPr>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727;p35">
              <a:extLst>
                <a:ext uri="{FF2B5EF4-FFF2-40B4-BE49-F238E27FC236}">
                  <a16:creationId xmlns:a16="http://schemas.microsoft.com/office/drawing/2014/main" id="{D886E034-70F1-DBEA-4C6B-B6BBA9BE3534}"/>
                </a:ext>
              </a:extLst>
            </p:cNvPr>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728;p35">
              <a:extLst>
                <a:ext uri="{FF2B5EF4-FFF2-40B4-BE49-F238E27FC236}">
                  <a16:creationId xmlns:a16="http://schemas.microsoft.com/office/drawing/2014/main" id="{EB168D14-707B-8A8F-B5DA-9247B0576EA4}"/>
                </a:ext>
              </a:extLst>
            </p:cNvPr>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729;p35">
              <a:extLst>
                <a:ext uri="{FF2B5EF4-FFF2-40B4-BE49-F238E27FC236}">
                  <a16:creationId xmlns:a16="http://schemas.microsoft.com/office/drawing/2014/main" id="{18CB1D3F-ABC5-58E3-9238-9A30309D5AD9}"/>
                </a:ext>
              </a:extLst>
            </p:cNvPr>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730;p35">
              <a:extLst>
                <a:ext uri="{FF2B5EF4-FFF2-40B4-BE49-F238E27FC236}">
                  <a16:creationId xmlns:a16="http://schemas.microsoft.com/office/drawing/2014/main" id="{5C2909B5-B55B-07C0-8E16-B5313BAF3740}"/>
                </a:ext>
              </a:extLst>
            </p:cNvPr>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731;p35">
              <a:extLst>
                <a:ext uri="{FF2B5EF4-FFF2-40B4-BE49-F238E27FC236}">
                  <a16:creationId xmlns:a16="http://schemas.microsoft.com/office/drawing/2014/main" id="{753070B0-C197-74AC-CD91-4EC5C8FE154D}"/>
                </a:ext>
              </a:extLst>
            </p:cNvPr>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732;p35">
              <a:extLst>
                <a:ext uri="{FF2B5EF4-FFF2-40B4-BE49-F238E27FC236}">
                  <a16:creationId xmlns:a16="http://schemas.microsoft.com/office/drawing/2014/main" id="{CFB7C0B1-1B40-B64E-8BB2-8E1B818FAF3D}"/>
                </a:ext>
              </a:extLst>
            </p:cNvPr>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733;p35">
              <a:extLst>
                <a:ext uri="{FF2B5EF4-FFF2-40B4-BE49-F238E27FC236}">
                  <a16:creationId xmlns:a16="http://schemas.microsoft.com/office/drawing/2014/main" id="{D1E53575-3564-20DA-CA9F-7C3E5DC43090}"/>
                </a:ext>
              </a:extLst>
            </p:cNvPr>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734;p35">
              <a:extLst>
                <a:ext uri="{FF2B5EF4-FFF2-40B4-BE49-F238E27FC236}">
                  <a16:creationId xmlns:a16="http://schemas.microsoft.com/office/drawing/2014/main" id="{C3D6FAC7-A71D-70F6-F4D7-4BD5401B85AD}"/>
                </a:ext>
              </a:extLst>
            </p:cNvPr>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735;p35">
              <a:extLst>
                <a:ext uri="{FF2B5EF4-FFF2-40B4-BE49-F238E27FC236}">
                  <a16:creationId xmlns:a16="http://schemas.microsoft.com/office/drawing/2014/main" id="{4F5E3045-D44D-5B53-C7E4-886ABD0D8491}"/>
                </a:ext>
              </a:extLst>
            </p:cNvPr>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736;p35">
              <a:extLst>
                <a:ext uri="{FF2B5EF4-FFF2-40B4-BE49-F238E27FC236}">
                  <a16:creationId xmlns:a16="http://schemas.microsoft.com/office/drawing/2014/main" id="{064F0979-33F2-7C1E-61AA-0D4C6FD3FACC}"/>
                </a:ext>
              </a:extLst>
            </p:cNvPr>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737;p35">
              <a:extLst>
                <a:ext uri="{FF2B5EF4-FFF2-40B4-BE49-F238E27FC236}">
                  <a16:creationId xmlns:a16="http://schemas.microsoft.com/office/drawing/2014/main" id="{3E4FF91E-96B4-E6E2-72CA-1A582135914C}"/>
                </a:ext>
              </a:extLst>
            </p:cNvPr>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738;p35">
              <a:extLst>
                <a:ext uri="{FF2B5EF4-FFF2-40B4-BE49-F238E27FC236}">
                  <a16:creationId xmlns:a16="http://schemas.microsoft.com/office/drawing/2014/main" id="{9E536E46-1FD1-18FD-0C08-A25264EAD720}"/>
                </a:ext>
              </a:extLst>
            </p:cNvPr>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739;p35">
              <a:extLst>
                <a:ext uri="{FF2B5EF4-FFF2-40B4-BE49-F238E27FC236}">
                  <a16:creationId xmlns:a16="http://schemas.microsoft.com/office/drawing/2014/main" id="{C799BA7C-FF18-AB99-8DEB-EABD79A92A49}"/>
                </a:ext>
              </a:extLst>
            </p:cNvPr>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740;p35">
              <a:extLst>
                <a:ext uri="{FF2B5EF4-FFF2-40B4-BE49-F238E27FC236}">
                  <a16:creationId xmlns:a16="http://schemas.microsoft.com/office/drawing/2014/main" id="{62366E5A-76B1-EEC0-33A3-8CAB8EDFE0EC}"/>
                </a:ext>
              </a:extLst>
            </p:cNvPr>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741;p35">
              <a:extLst>
                <a:ext uri="{FF2B5EF4-FFF2-40B4-BE49-F238E27FC236}">
                  <a16:creationId xmlns:a16="http://schemas.microsoft.com/office/drawing/2014/main" id="{3498B75E-2EF4-23D8-E3D3-0931A32450E8}"/>
                </a:ext>
              </a:extLst>
            </p:cNvPr>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742;p35">
              <a:extLst>
                <a:ext uri="{FF2B5EF4-FFF2-40B4-BE49-F238E27FC236}">
                  <a16:creationId xmlns:a16="http://schemas.microsoft.com/office/drawing/2014/main" id="{4BBAF156-2ADD-6AA8-230A-05E865FECC78}"/>
                </a:ext>
              </a:extLst>
            </p:cNvPr>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743;p35">
              <a:extLst>
                <a:ext uri="{FF2B5EF4-FFF2-40B4-BE49-F238E27FC236}">
                  <a16:creationId xmlns:a16="http://schemas.microsoft.com/office/drawing/2014/main" id="{B12C0EB2-932D-7F98-18D2-EB72B793047E}"/>
                </a:ext>
              </a:extLst>
            </p:cNvPr>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744;p35">
              <a:extLst>
                <a:ext uri="{FF2B5EF4-FFF2-40B4-BE49-F238E27FC236}">
                  <a16:creationId xmlns:a16="http://schemas.microsoft.com/office/drawing/2014/main" id="{091ADD2F-6760-E52E-E7BE-1737BA5E4DFA}"/>
                </a:ext>
              </a:extLst>
            </p:cNvPr>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745;p35">
              <a:extLst>
                <a:ext uri="{FF2B5EF4-FFF2-40B4-BE49-F238E27FC236}">
                  <a16:creationId xmlns:a16="http://schemas.microsoft.com/office/drawing/2014/main" id="{0EF4E2AD-56DA-729E-AA58-F04E5274E6FC}"/>
                </a:ext>
              </a:extLst>
            </p:cNvPr>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746;p35">
              <a:extLst>
                <a:ext uri="{FF2B5EF4-FFF2-40B4-BE49-F238E27FC236}">
                  <a16:creationId xmlns:a16="http://schemas.microsoft.com/office/drawing/2014/main" id="{555EF623-4BE4-C3D9-6A50-E516E3F67AB3}"/>
                </a:ext>
              </a:extLst>
            </p:cNvPr>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747;p35">
              <a:extLst>
                <a:ext uri="{FF2B5EF4-FFF2-40B4-BE49-F238E27FC236}">
                  <a16:creationId xmlns:a16="http://schemas.microsoft.com/office/drawing/2014/main" id="{6DD5DCAC-E55C-3044-2398-22DB0E31B3F6}"/>
                </a:ext>
              </a:extLst>
            </p:cNvPr>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748;p35">
              <a:extLst>
                <a:ext uri="{FF2B5EF4-FFF2-40B4-BE49-F238E27FC236}">
                  <a16:creationId xmlns:a16="http://schemas.microsoft.com/office/drawing/2014/main" id="{BE00E08D-94F3-7BBA-1807-A76C6EC9FE88}"/>
                </a:ext>
              </a:extLst>
            </p:cNvPr>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749;p35">
              <a:extLst>
                <a:ext uri="{FF2B5EF4-FFF2-40B4-BE49-F238E27FC236}">
                  <a16:creationId xmlns:a16="http://schemas.microsoft.com/office/drawing/2014/main" id="{157AB163-D08F-C64A-9BFE-3D681E9302A4}"/>
                </a:ext>
              </a:extLst>
            </p:cNvPr>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1750;p35">
              <a:extLst>
                <a:ext uri="{FF2B5EF4-FFF2-40B4-BE49-F238E27FC236}">
                  <a16:creationId xmlns:a16="http://schemas.microsoft.com/office/drawing/2014/main" id="{E62E0C2C-85BD-F48A-5441-D02E6ABF2515}"/>
                </a:ext>
              </a:extLst>
            </p:cNvPr>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1751;p35">
              <a:extLst>
                <a:ext uri="{FF2B5EF4-FFF2-40B4-BE49-F238E27FC236}">
                  <a16:creationId xmlns:a16="http://schemas.microsoft.com/office/drawing/2014/main" id="{4812690C-A0E5-C5A1-B0BE-C7EE1E6C16D3}"/>
                </a:ext>
              </a:extLst>
            </p:cNvPr>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1752;p35">
              <a:extLst>
                <a:ext uri="{FF2B5EF4-FFF2-40B4-BE49-F238E27FC236}">
                  <a16:creationId xmlns:a16="http://schemas.microsoft.com/office/drawing/2014/main" id="{63668D5F-3860-F7A9-18F9-07FACDC74051}"/>
                </a:ext>
              </a:extLst>
            </p:cNvPr>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1753;p35">
              <a:extLst>
                <a:ext uri="{FF2B5EF4-FFF2-40B4-BE49-F238E27FC236}">
                  <a16:creationId xmlns:a16="http://schemas.microsoft.com/office/drawing/2014/main" id="{6678B3E2-AA26-9170-C01E-E60C174B7ED5}"/>
                </a:ext>
              </a:extLst>
            </p:cNvPr>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1754;p35">
              <a:extLst>
                <a:ext uri="{FF2B5EF4-FFF2-40B4-BE49-F238E27FC236}">
                  <a16:creationId xmlns:a16="http://schemas.microsoft.com/office/drawing/2014/main" id="{406993F0-BE56-7770-3FE4-71838459DD73}"/>
                </a:ext>
              </a:extLst>
            </p:cNvPr>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1755;p35">
              <a:extLst>
                <a:ext uri="{FF2B5EF4-FFF2-40B4-BE49-F238E27FC236}">
                  <a16:creationId xmlns:a16="http://schemas.microsoft.com/office/drawing/2014/main" id="{0D2352C2-90B9-736E-D841-D3AE2FBF0388}"/>
                </a:ext>
              </a:extLst>
            </p:cNvPr>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1756;p35">
              <a:extLst>
                <a:ext uri="{FF2B5EF4-FFF2-40B4-BE49-F238E27FC236}">
                  <a16:creationId xmlns:a16="http://schemas.microsoft.com/office/drawing/2014/main" id="{34AE7C99-91A6-E4A6-5F39-A71D867A7854}"/>
                </a:ext>
              </a:extLst>
            </p:cNvPr>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1757;p35">
              <a:extLst>
                <a:ext uri="{FF2B5EF4-FFF2-40B4-BE49-F238E27FC236}">
                  <a16:creationId xmlns:a16="http://schemas.microsoft.com/office/drawing/2014/main" id="{8194F2BD-4DA8-F81E-E1FF-C1B7EA9E10E8}"/>
                </a:ext>
              </a:extLst>
            </p:cNvPr>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1758;p35">
              <a:extLst>
                <a:ext uri="{FF2B5EF4-FFF2-40B4-BE49-F238E27FC236}">
                  <a16:creationId xmlns:a16="http://schemas.microsoft.com/office/drawing/2014/main" id="{C86F2D11-EFB7-146F-042A-9885C60D62D8}"/>
                </a:ext>
              </a:extLst>
            </p:cNvPr>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1759;p35">
              <a:extLst>
                <a:ext uri="{FF2B5EF4-FFF2-40B4-BE49-F238E27FC236}">
                  <a16:creationId xmlns:a16="http://schemas.microsoft.com/office/drawing/2014/main" id="{705D6914-2858-4009-05A7-8CE5C60BF2A0}"/>
                </a:ext>
              </a:extLst>
            </p:cNvPr>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1760;p35">
              <a:extLst>
                <a:ext uri="{FF2B5EF4-FFF2-40B4-BE49-F238E27FC236}">
                  <a16:creationId xmlns:a16="http://schemas.microsoft.com/office/drawing/2014/main" id="{A2A8C7AA-DEFB-2253-945B-85FFCDAB1595}"/>
                </a:ext>
              </a:extLst>
            </p:cNvPr>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1761;p35">
              <a:extLst>
                <a:ext uri="{FF2B5EF4-FFF2-40B4-BE49-F238E27FC236}">
                  <a16:creationId xmlns:a16="http://schemas.microsoft.com/office/drawing/2014/main" id="{9AEFC3E5-1F42-1A90-0940-A94D7138C66F}"/>
                </a:ext>
              </a:extLst>
            </p:cNvPr>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1762;p35">
              <a:extLst>
                <a:ext uri="{FF2B5EF4-FFF2-40B4-BE49-F238E27FC236}">
                  <a16:creationId xmlns:a16="http://schemas.microsoft.com/office/drawing/2014/main" id="{D1C77F52-D3D5-4409-1AB0-35ACE7125CDD}"/>
                </a:ext>
              </a:extLst>
            </p:cNvPr>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1763;p35">
              <a:extLst>
                <a:ext uri="{FF2B5EF4-FFF2-40B4-BE49-F238E27FC236}">
                  <a16:creationId xmlns:a16="http://schemas.microsoft.com/office/drawing/2014/main" id="{07DB50A9-DAF4-4F31-AB44-707ECD985DC8}"/>
                </a:ext>
              </a:extLst>
            </p:cNvPr>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1764;p35">
              <a:extLst>
                <a:ext uri="{FF2B5EF4-FFF2-40B4-BE49-F238E27FC236}">
                  <a16:creationId xmlns:a16="http://schemas.microsoft.com/office/drawing/2014/main" id="{5F7CD9AB-36AF-F5F2-B434-75D113BC4BE0}"/>
                </a:ext>
              </a:extLst>
            </p:cNvPr>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1765;p35">
              <a:extLst>
                <a:ext uri="{FF2B5EF4-FFF2-40B4-BE49-F238E27FC236}">
                  <a16:creationId xmlns:a16="http://schemas.microsoft.com/office/drawing/2014/main" id="{02FBE042-BEC8-0B84-50B9-55107202D9E0}"/>
                </a:ext>
              </a:extLst>
            </p:cNvPr>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1766;p35">
              <a:extLst>
                <a:ext uri="{FF2B5EF4-FFF2-40B4-BE49-F238E27FC236}">
                  <a16:creationId xmlns:a16="http://schemas.microsoft.com/office/drawing/2014/main" id="{52BCF2B0-AAC9-4C28-AD30-EF4A9104267F}"/>
                </a:ext>
              </a:extLst>
            </p:cNvPr>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1767;p35">
              <a:extLst>
                <a:ext uri="{FF2B5EF4-FFF2-40B4-BE49-F238E27FC236}">
                  <a16:creationId xmlns:a16="http://schemas.microsoft.com/office/drawing/2014/main" id="{359136A0-482B-9E6C-E08B-71CF1568A3B8}"/>
                </a:ext>
              </a:extLst>
            </p:cNvPr>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1768;p35">
              <a:extLst>
                <a:ext uri="{FF2B5EF4-FFF2-40B4-BE49-F238E27FC236}">
                  <a16:creationId xmlns:a16="http://schemas.microsoft.com/office/drawing/2014/main" id="{72BA39A9-89D6-FE6B-EAD0-DA18DC1CE294}"/>
                </a:ext>
              </a:extLst>
            </p:cNvPr>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1769;p35">
              <a:extLst>
                <a:ext uri="{FF2B5EF4-FFF2-40B4-BE49-F238E27FC236}">
                  <a16:creationId xmlns:a16="http://schemas.microsoft.com/office/drawing/2014/main" id="{2A9B5E33-FD77-B5EF-E735-97F5C644B63D}"/>
                </a:ext>
              </a:extLst>
            </p:cNvPr>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1770;p35">
              <a:extLst>
                <a:ext uri="{FF2B5EF4-FFF2-40B4-BE49-F238E27FC236}">
                  <a16:creationId xmlns:a16="http://schemas.microsoft.com/office/drawing/2014/main" id="{C44CD6D1-66BB-E798-D716-37EEA75C36A1}"/>
                </a:ext>
              </a:extLst>
            </p:cNvPr>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1771;p35">
              <a:extLst>
                <a:ext uri="{FF2B5EF4-FFF2-40B4-BE49-F238E27FC236}">
                  <a16:creationId xmlns:a16="http://schemas.microsoft.com/office/drawing/2014/main" id="{F01EBF3A-4770-6EA6-52A2-A924AFFCE020}"/>
                </a:ext>
              </a:extLst>
            </p:cNvPr>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1772;p35">
              <a:extLst>
                <a:ext uri="{FF2B5EF4-FFF2-40B4-BE49-F238E27FC236}">
                  <a16:creationId xmlns:a16="http://schemas.microsoft.com/office/drawing/2014/main" id="{E04A467B-6675-5629-3E74-EECA6D2C31E4}"/>
                </a:ext>
              </a:extLst>
            </p:cNvPr>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1773;p35">
              <a:extLst>
                <a:ext uri="{FF2B5EF4-FFF2-40B4-BE49-F238E27FC236}">
                  <a16:creationId xmlns:a16="http://schemas.microsoft.com/office/drawing/2014/main" id="{6AACE7FC-B17F-5430-E2DC-0AB034DDB8C4}"/>
                </a:ext>
              </a:extLst>
            </p:cNvPr>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1774;p35">
              <a:extLst>
                <a:ext uri="{FF2B5EF4-FFF2-40B4-BE49-F238E27FC236}">
                  <a16:creationId xmlns:a16="http://schemas.microsoft.com/office/drawing/2014/main" id="{4DC0F1B7-0981-A64E-7631-B60C82D5CC3C}"/>
                </a:ext>
              </a:extLst>
            </p:cNvPr>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1775;p35">
              <a:extLst>
                <a:ext uri="{FF2B5EF4-FFF2-40B4-BE49-F238E27FC236}">
                  <a16:creationId xmlns:a16="http://schemas.microsoft.com/office/drawing/2014/main" id="{669F0FC5-75F9-3F44-7D5D-22768096F979}"/>
                </a:ext>
              </a:extLst>
            </p:cNvPr>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1776;p35">
              <a:extLst>
                <a:ext uri="{FF2B5EF4-FFF2-40B4-BE49-F238E27FC236}">
                  <a16:creationId xmlns:a16="http://schemas.microsoft.com/office/drawing/2014/main" id="{EE0CF943-44B0-442A-D36C-EAD7D5B669CA}"/>
                </a:ext>
              </a:extLst>
            </p:cNvPr>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1777;p35">
              <a:extLst>
                <a:ext uri="{FF2B5EF4-FFF2-40B4-BE49-F238E27FC236}">
                  <a16:creationId xmlns:a16="http://schemas.microsoft.com/office/drawing/2014/main" id="{067527F2-6F71-7FEA-01A5-4D912E3B7D1F}"/>
                </a:ext>
              </a:extLst>
            </p:cNvPr>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1778;p35">
              <a:extLst>
                <a:ext uri="{FF2B5EF4-FFF2-40B4-BE49-F238E27FC236}">
                  <a16:creationId xmlns:a16="http://schemas.microsoft.com/office/drawing/2014/main" id="{BCD4AB48-DC67-909A-DBCD-2FE1DC5A533C}"/>
                </a:ext>
              </a:extLst>
            </p:cNvPr>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1779;p35">
              <a:extLst>
                <a:ext uri="{FF2B5EF4-FFF2-40B4-BE49-F238E27FC236}">
                  <a16:creationId xmlns:a16="http://schemas.microsoft.com/office/drawing/2014/main" id="{96B6251E-9DE5-F00D-450F-E51B4EE02576}"/>
                </a:ext>
              </a:extLst>
            </p:cNvPr>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1780;p35">
              <a:extLst>
                <a:ext uri="{FF2B5EF4-FFF2-40B4-BE49-F238E27FC236}">
                  <a16:creationId xmlns:a16="http://schemas.microsoft.com/office/drawing/2014/main" id="{DC41F369-8F4D-092A-B159-8835B77211DE}"/>
                </a:ext>
              </a:extLst>
            </p:cNvPr>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1781;p35">
              <a:extLst>
                <a:ext uri="{FF2B5EF4-FFF2-40B4-BE49-F238E27FC236}">
                  <a16:creationId xmlns:a16="http://schemas.microsoft.com/office/drawing/2014/main" id="{059B1BF7-5112-34F8-E490-31BEC6C81DA5}"/>
                </a:ext>
              </a:extLst>
            </p:cNvPr>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1782;p35">
              <a:extLst>
                <a:ext uri="{FF2B5EF4-FFF2-40B4-BE49-F238E27FC236}">
                  <a16:creationId xmlns:a16="http://schemas.microsoft.com/office/drawing/2014/main" id="{247A1EF1-671E-8130-1583-501D678AA35F}"/>
                </a:ext>
              </a:extLst>
            </p:cNvPr>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1783;p35">
              <a:extLst>
                <a:ext uri="{FF2B5EF4-FFF2-40B4-BE49-F238E27FC236}">
                  <a16:creationId xmlns:a16="http://schemas.microsoft.com/office/drawing/2014/main" id="{B1CBAF43-1EC7-5340-96E2-7E41747BF297}"/>
                </a:ext>
              </a:extLst>
            </p:cNvPr>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1784;p35">
              <a:extLst>
                <a:ext uri="{FF2B5EF4-FFF2-40B4-BE49-F238E27FC236}">
                  <a16:creationId xmlns:a16="http://schemas.microsoft.com/office/drawing/2014/main" id="{3986043F-A520-835A-7D8B-9503D430822C}"/>
                </a:ext>
              </a:extLst>
            </p:cNvPr>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1785;p35">
              <a:extLst>
                <a:ext uri="{FF2B5EF4-FFF2-40B4-BE49-F238E27FC236}">
                  <a16:creationId xmlns:a16="http://schemas.microsoft.com/office/drawing/2014/main" id="{C2677CFD-27D0-545D-8666-5FEEB6563CC6}"/>
                </a:ext>
              </a:extLst>
            </p:cNvPr>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1786;p35">
              <a:extLst>
                <a:ext uri="{FF2B5EF4-FFF2-40B4-BE49-F238E27FC236}">
                  <a16:creationId xmlns:a16="http://schemas.microsoft.com/office/drawing/2014/main" id="{64C64BFB-1383-3696-0CEB-F059A6BC7368}"/>
                </a:ext>
              </a:extLst>
            </p:cNvPr>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1787;p35">
              <a:extLst>
                <a:ext uri="{FF2B5EF4-FFF2-40B4-BE49-F238E27FC236}">
                  <a16:creationId xmlns:a16="http://schemas.microsoft.com/office/drawing/2014/main" id="{68E920F2-FF97-8D7C-9A25-D992F46E566F}"/>
                </a:ext>
              </a:extLst>
            </p:cNvPr>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1788;p35">
              <a:extLst>
                <a:ext uri="{FF2B5EF4-FFF2-40B4-BE49-F238E27FC236}">
                  <a16:creationId xmlns:a16="http://schemas.microsoft.com/office/drawing/2014/main" id="{F48885BA-EE19-5632-E712-B304C1C0286B}"/>
                </a:ext>
              </a:extLst>
            </p:cNvPr>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1789;p35">
              <a:extLst>
                <a:ext uri="{FF2B5EF4-FFF2-40B4-BE49-F238E27FC236}">
                  <a16:creationId xmlns:a16="http://schemas.microsoft.com/office/drawing/2014/main" id="{8E19745D-90FA-9569-4FD8-0EF5A02280C3}"/>
                </a:ext>
              </a:extLst>
            </p:cNvPr>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1790;p35">
              <a:extLst>
                <a:ext uri="{FF2B5EF4-FFF2-40B4-BE49-F238E27FC236}">
                  <a16:creationId xmlns:a16="http://schemas.microsoft.com/office/drawing/2014/main" id="{A335C75A-8C0D-DCD1-7C6C-B676514694C4}"/>
                </a:ext>
              </a:extLst>
            </p:cNvPr>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1791;p35">
              <a:extLst>
                <a:ext uri="{FF2B5EF4-FFF2-40B4-BE49-F238E27FC236}">
                  <a16:creationId xmlns:a16="http://schemas.microsoft.com/office/drawing/2014/main" id="{A303CDDB-CD2F-A309-5586-06E782936C70}"/>
                </a:ext>
              </a:extLst>
            </p:cNvPr>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1792;p35">
              <a:extLst>
                <a:ext uri="{FF2B5EF4-FFF2-40B4-BE49-F238E27FC236}">
                  <a16:creationId xmlns:a16="http://schemas.microsoft.com/office/drawing/2014/main" id="{4DA020EC-3765-6D5F-4AE5-6BBA72863425}"/>
                </a:ext>
              </a:extLst>
            </p:cNvPr>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1793;p35">
              <a:extLst>
                <a:ext uri="{FF2B5EF4-FFF2-40B4-BE49-F238E27FC236}">
                  <a16:creationId xmlns:a16="http://schemas.microsoft.com/office/drawing/2014/main" id="{EA6F288F-38FD-37DD-328F-1F08DC25DE3D}"/>
                </a:ext>
              </a:extLst>
            </p:cNvPr>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1794;p35">
              <a:extLst>
                <a:ext uri="{FF2B5EF4-FFF2-40B4-BE49-F238E27FC236}">
                  <a16:creationId xmlns:a16="http://schemas.microsoft.com/office/drawing/2014/main" id="{1C6F16BB-0FE6-81DE-7A39-4C8EE531CD88}"/>
                </a:ext>
              </a:extLst>
            </p:cNvPr>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1795;p35">
              <a:extLst>
                <a:ext uri="{FF2B5EF4-FFF2-40B4-BE49-F238E27FC236}">
                  <a16:creationId xmlns:a16="http://schemas.microsoft.com/office/drawing/2014/main" id="{8E1D73D5-F45F-4BEE-C385-947D5085309D}"/>
                </a:ext>
              </a:extLst>
            </p:cNvPr>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1796;p35">
              <a:extLst>
                <a:ext uri="{FF2B5EF4-FFF2-40B4-BE49-F238E27FC236}">
                  <a16:creationId xmlns:a16="http://schemas.microsoft.com/office/drawing/2014/main" id="{DAC5DC37-560E-D6B7-BF93-C4C78ADCD229}"/>
                </a:ext>
              </a:extLst>
            </p:cNvPr>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1797;p35">
              <a:extLst>
                <a:ext uri="{FF2B5EF4-FFF2-40B4-BE49-F238E27FC236}">
                  <a16:creationId xmlns:a16="http://schemas.microsoft.com/office/drawing/2014/main" id="{A38A3112-689B-213C-09D9-6388CD4FEDD2}"/>
                </a:ext>
              </a:extLst>
            </p:cNvPr>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1798;p35">
              <a:extLst>
                <a:ext uri="{FF2B5EF4-FFF2-40B4-BE49-F238E27FC236}">
                  <a16:creationId xmlns:a16="http://schemas.microsoft.com/office/drawing/2014/main" id="{956E96E3-0875-AF56-72E5-229BD9DF5C6A}"/>
                </a:ext>
              </a:extLst>
            </p:cNvPr>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1799;p35">
              <a:extLst>
                <a:ext uri="{FF2B5EF4-FFF2-40B4-BE49-F238E27FC236}">
                  <a16:creationId xmlns:a16="http://schemas.microsoft.com/office/drawing/2014/main" id="{57030DE8-C1C9-1079-401A-D5F3D0D21F80}"/>
                </a:ext>
              </a:extLst>
            </p:cNvPr>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1800;p35">
              <a:extLst>
                <a:ext uri="{FF2B5EF4-FFF2-40B4-BE49-F238E27FC236}">
                  <a16:creationId xmlns:a16="http://schemas.microsoft.com/office/drawing/2014/main" id="{6AA8C466-241E-D1EA-988C-A4EC5C96DEBA}"/>
                </a:ext>
              </a:extLst>
            </p:cNvPr>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1801;p35">
              <a:extLst>
                <a:ext uri="{FF2B5EF4-FFF2-40B4-BE49-F238E27FC236}">
                  <a16:creationId xmlns:a16="http://schemas.microsoft.com/office/drawing/2014/main" id="{C7B2EB4F-FDFB-1754-8CBB-0E7539988FCB}"/>
                </a:ext>
              </a:extLst>
            </p:cNvPr>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1802;p35">
              <a:extLst>
                <a:ext uri="{FF2B5EF4-FFF2-40B4-BE49-F238E27FC236}">
                  <a16:creationId xmlns:a16="http://schemas.microsoft.com/office/drawing/2014/main" id="{4F12CFF9-286F-26BB-72AD-3255CD9F905F}"/>
                </a:ext>
              </a:extLst>
            </p:cNvPr>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1803;p35">
              <a:extLst>
                <a:ext uri="{FF2B5EF4-FFF2-40B4-BE49-F238E27FC236}">
                  <a16:creationId xmlns:a16="http://schemas.microsoft.com/office/drawing/2014/main" id="{53DA0AE9-2CB2-8DAB-FFFE-98E763674444}"/>
                </a:ext>
              </a:extLst>
            </p:cNvPr>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1804;p35">
              <a:extLst>
                <a:ext uri="{FF2B5EF4-FFF2-40B4-BE49-F238E27FC236}">
                  <a16:creationId xmlns:a16="http://schemas.microsoft.com/office/drawing/2014/main" id="{59989CB8-F691-027B-C30E-FEA1CB965086}"/>
                </a:ext>
              </a:extLst>
            </p:cNvPr>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1805;p35">
              <a:extLst>
                <a:ext uri="{FF2B5EF4-FFF2-40B4-BE49-F238E27FC236}">
                  <a16:creationId xmlns:a16="http://schemas.microsoft.com/office/drawing/2014/main" id="{39BCC7E0-D0F2-0BA9-EC1F-F2CE0BA46673}"/>
                </a:ext>
              </a:extLst>
            </p:cNvPr>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1806;p35">
              <a:extLst>
                <a:ext uri="{FF2B5EF4-FFF2-40B4-BE49-F238E27FC236}">
                  <a16:creationId xmlns:a16="http://schemas.microsoft.com/office/drawing/2014/main" id="{D5FC6940-4DE3-A77F-BBD3-82ACBFF1F3FB}"/>
                </a:ext>
              </a:extLst>
            </p:cNvPr>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1807;p35">
              <a:extLst>
                <a:ext uri="{FF2B5EF4-FFF2-40B4-BE49-F238E27FC236}">
                  <a16:creationId xmlns:a16="http://schemas.microsoft.com/office/drawing/2014/main" id="{6DE88AF5-1294-6FCE-2745-0F39422E274A}"/>
                </a:ext>
              </a:extLst>
            </p:cNvPr>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1808;p35">
              <a:extLst>
                <a:ext uri="{FF2B5EF4-FFF2-40B4-BE49-F238E27FC236}">
                  <a16:creationId xmlns:a16="http://schemas.microsoft.com/office/drawing/2014/main" id="{BC88F34E-2AAA-0678-314D-381B9E10BD6A}"/>
                </a:ext>
              </a:extLst>
            </p:cNvPr>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1809;p35">
              <a:extLst>
                <a:ext uri="{FF2B5EF4-FFF2-40B4-BE49-F238E27FC236}">
                  <a16:creationId xmlns:a16="http://schemas.microsoft.com/office/drawing/2014/main" id="{28F8CF66-20D3-F02C-298C-63F88BC20598}"/>
                </a:ext>
              </a:extLst>
            </p:cNvPr>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1810;p35">
              <a:extLst>
                <a:ext uri="{FF2B5EF4-FFF2-40B4-BE49-F238E27FC236}">
                  <a16:creationId xmlns:a16="http://schemas.microsoft.com/office/drawing/2014/main" id="{131F7307-E4F5-D95D-D4B1-78883264CC84}"/>
                </a:ext>
              </a:extLst>
            </p:cNvPr>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1811;p35">
              <a:extLst>
                <a:ext uri="{FF2B5EF4-FFF2-40B4-BE49-F238E27FC236}">
                  <a16:creationId xmlns:a16="http://schemas.microsoft.com/office/drawing/2014/main" id="{6C2EED23-8323-A269-DB72-2F9F71D96087}"/>
                </a:ext>
              </a:extLst>
            </p:cNvPr>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1812;p35">
              <a:extLst>
                <a:ext uri="{FF2B5EF4-FFF2-40B4-BE49-F238E27FC236}">
                  <a16:creationId xmlns:a16="http://schemas.microsoft.com/office/drawing/2014/main" id="{64955B38-FBF2-46A0-ED01-2234CF10136E}"/>
                </a:ext>
              </a:extLst>
            </p:cNvPr>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1813;p35">
              <a:extLst>
                <a:ext uri="{FF2B5EF4-FFF2-40B4-BE49-F238E27FC236}">
                  <a16:creationId xmlns:a16="http://schemas.microsoft.com/office/drawing/2014/main" id="{73D19AA1-7E88-87BD-F257-48490F0F448C}"/>
                </a:ext>
              </a:extLst>
            </p:cNvPr>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1814;p35">
              <a:extLst>
                <a:ext uri="{FF2B5EF4-FFF2-40B4-BE49-F238E27FC236}">
                  <a16:creationId xmlns:a16="http://schemas.microsoft.com/office/drawing/2014/main" id="{68853118-5B54-BBD7-4103-052D813E775F}"/>
                </a:ext>
              </a:extLst>
            </p:cNvPr>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1815;p35">
              <a:extLst>
                <a:ext uri="{FF2B5EF4-FFF2-40B4-BE49-F238E27FC236}">
                  <a16:creationId xmlns:a16="http://schemas.microsoft.com/office/drawing/2014/main" id="{E6EAE757-D735-F686-570C-7797709FBD44}"/>
                </a:ext>
              </a:extLst>
            </p:cNvPr>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1816;p35">
              <a:extLst>
                <a:ext uri="{FF2B5EF4-FFF2-40B4-BE49-F238E27FC236}">
                  <a16:creationId xmlns:a16="http://schemas.microsoft.com/office/drawing/2014/main" id="{F0BEE1EA-5C88-04F9-35CF-C879A7B47FE8}"/>
                </a:ext>
              </a:extLst>
            </p:cNvPr>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1817;p35">
              <a:extLst>
                <a:ext uri="{FF2B5EF4-FFF2-40B4-BE49-F238E27FC236}">
                  <a16:creationId xmlns:a16="http://schemas.microsoft.com/office/drawing/2014/main" id="{18D257D4-6677-E373-ABFA-9B8A09580DA9}"/>
                </a:ext>
              </a:extLst>
            </p:cNvPr>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1818;p35">
              <a:extLst>
                <a:ext uri="{FF2B5EF4-FFF2-40B4-BE49-F238E27FC236}">
                  <a16:creationId xmlns:a16="http://schemas.microsoft.com/office/drawing/2014/main" id="{34EB3BF4-7583-C5A5-477E-CACAAD16F77A}"/>
                </a:ext>
              </a:extLst>
            </p:cNvPr>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1819;p35">
              <a:extLst>
                <a:ext uri="{FF2B5EF4-FFF2-40B4-BE49-F238E27FC236}">
                  <a16:creationId xmlns:a16="http://schemas.microsoft.com/office/drawing/2014/main" id="{8CE5B9B3-C090-1738-1D6F-4A76C79F8FEF}"/>
                </a:ext>
              </a:extLst>
            </p:cNvPr>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1820;p35">
              <a:extLst>
                <a:ext uri="{FF2B5EF4-FFF2-40B4-BE49-F238E27FC236}">
                  <a16:creationId xmlns:a16="http://schemas.microsoft.com/office/drawing/2014/main" id="{023BAD81-9FBE-06AD-AB7C-CF2DDD9BC8AC}"/>
                </a:ext>
              </a:extLst>
            </p:cNvPr>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1821;p35">
              <a:extLst>
                <a:ext uri="{FF2B5EF4-FFF2-40B4-BE49-F238E27FC236}">
                  <a16:creationId xmlns:a16="http://schemas.microsoft.com/office/drawing/2014/main" id="{9285C87B-82D8-8548-C105-8E363F3D20B6}"/>
                </a:ext>
              </a:extLst>
            </p:cNvPr>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1822;p35">
              <a:extLst>
                <a:ext uri="{FF2B5EF4-FFF2-40B4-BE49-F238E27FC236}">
                  <a16:creationId xmlns:a16="http://schemas.microsoft.com/office/drawing/2014/main" id="{945A797D-1FE1-1D6E-F4E3-62D8135BE58B}"/>
                </a:ext>
              </a:extLst>
            </p:cNvPr>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1823;p35">
              <a:extLst>
                <a:ext uri="{FF2B5EF4-FFF2-40B4-BE49-F238E27FC236}">
                  <a16:creationId xmlns:a16="http://schemas.microsoft.com/office/drawing/2014/main" id="{848CCFC0-F029-FAC6-EAD9-513AEFF1E59D}"/>
                </a:ext>
              </a:extLst>
            </p:cNvPr>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1824;p35">
              <a:extLst>
                <a:ext uri="{FF2B5EF4-FFF2-40B4-BE49-F238E27FC236}">
                  <a16:creationId xmlns:a16="http://schemas.microsoft.com/office/drawing/2014/main" id="{148C68D1-C27F-C305-3B96-FE3B8C330120}"/>
                </a:ext>
              </a:extLst>
            </p:cNvPr>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1825;p35">
              <a:extLst>
                <a:ext uri="{FF2B5EF4-FFF2-40B4-BE49-F238E27FC236}">
                  <a16:creationId xmlns:a16="http://schemas.microsoft.com/office/drawing/2014/main" id="{EB0BB8C9-4981-0744-9E9F-C3B7AE1FAAF7}"/>
                </a:ext>
              </a:extLst>
            </p:cNvPr>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1826;p35">
              <a:extLst>
                <a:ext uri="{FF2B5EF4-FFF2-40B4-BE49-F238E27FC236}">
                  <a16:creationId xmlns:a16="http://schemas.microsoft.com/office/drawing/2014/main" id="{9EF2F49F-44C4-89AF-12C8-1F7AA5B06D7A}"/>
                </a:ext>
              </a:extLst>
            </p:cNvPr>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1827;p35">
              <a:extLst>
                <a:ext uri="{FF2B5EF4-FFF2-40B4-BE49-F238E27FC236}">
                  <a16:creationId xmlns:a16="http://schemas.microsoft.com/office/drawing/2014/main" id="{651BE60D-25AF-AD97-21E0-B28AFEB5DF95}"/>
                </a:ext>
              </a:extLst>
            </p:cNvPr>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1828;p35">
              <a:extLst>
                <a:ext uri="{FF2B5EF4-FFF2-40B4-BE49-F238E27FC236}">
                  <a16:creationId xmlns:a16="http://schemas.microsoft.com/office/drawing/2014/main" id="{53EAC952-28A4-F59D-6639-E7A66DB55BED}"/>
                </a:ext>
              </a:extLst>
            </p:cNvPr>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1829;p35">
              <a:extLst>
                <a:ext uri="{FF2B5EF4-FFF2-40B4-BE49-F238E27FC236}">
                  <a16:creationId xmlns:a16="http://schemas.microsoft.com/office/drawing/2014/main" id="{3974AC64-C661-1095-93F1-56910CF3E38B}"/>
                </a:ext>
              </a:extLst>
            </p:cNvPr>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1830;p35">
              <a:extLst>
                <a:ext uri="{FF2B5EF4-FFF2-40B4-BE49-F238E27FC236}">
                  <a16:creationId xmlns:a16="http://schemas.microsoft.com/office/drawing/2014/main" id="{42666028-FD9B-8F07-BE85-91CAB7383104}"/>
                </a:ext>
              </a:extLst>
            </p:cNvPr>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1831;p35">
              <a:extLst>
                <a:ext uri="{FF2B5EF4-FFF2-40B4-BE49-F238E27FC236}">
                  <a16:creationId xmlns:a16="http://schemas.microsoft.com/office/drawing/2014/main" id="{2B30D6BC-9EDC-CA20-B9BC-DAD96C14C647}"/>
                </a:ext>
              </a:extLst>
            </p:cNvPr>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1832;p35">
              <a:extLst>
                <a:ext uri="{FF2B5EF4-FFF2-40B4-BE49-F238E27FC236}">
                  <a16:creationId xmlns:a16="http://schemas.microsoft.com/office/drawing/2014/main" id="{39675504-8DBC-0D7D-E943-4A070B0E2BB3}"/>
                </a:ext>
              </a:extLst>
            </p:cNvPr>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1833;p35">
              <a:extLst>
                <a:ext uri="{FF2B5EF4-FFF2-40B4-BE49-F238E27FC236}">
                  <a16:creationId xmlns:a16="http://schemas.microsoft.com/office/drawing/2014/main" id="{61EB063F-13D1-9527-347D-D2055A5C963A}"/>
                </a:ext>
              </a:extLst>
            </p:cNvPr>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1834;p35">
              <a:extLst>
                <a:ext uri="{FF2B5EF4-FFF2-40B4-BE49-F238E27FC236}">
                  <a16:creationId xmlns:a16="http://schemas.microsoft.com/office/drawing/2014/main" id="{0FCE5DA4-7B03-5B9B-6DD9-6CD9DF9C7A5C}"/>
                </a:ext>
              </a:extLst>
            </p:cNvPr>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1835;p35">
              <a:extLst>
                <a:ext uri="{FF2B5EF4-FFF2-40B4-BE49-F238E27FC236}">
                  <a16:creationId xmlns:a16="http://schemas.microsoft.com/office/drawing/2014/main" id="{1C5C34A6-D2AB-1FBF-3F66-9EA5E15E16E0}"/>
                </a:ext>
              </a:extLst>
            </p:cNvPr>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1836;p35">
              <a:extLst>
                <a:ext uri="{FF2B5EF4-FFF2-40B4-BE49-F238E27FC236}">
                  <a16:creationId xmlns:a16="http://schemas.microsoft.com/office/drawing/2014/main" id="{A7D217F0-65C4-A857-49AA-5B082C509968}"/>
                </a:ext>
              </a:extLst>
            </p:cNvPr>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1837;p35">
              <a:extLst>
                <a:ext uri="{FF2B5EF4-FFF2-40B4-BE49-F238E27FC236}">
                  <a16:creationId xmlns:a16="http://schemas.microsoft.com/office/drawing/2014/main" id="{CE9C8156-9C4E-F65B-DD9B-2D1371F211CF}"/>
                </a:ext>
              </a:extLst>
            </p:cNvPr>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1838;p35">
              <a:extLst>
                <a:ext uri="{FF2B5EF4-FFF2-40B4-BE49-F238E27FC236}">
                  <a16:creationId xmlns:a16="http://schemas.microsoft.com/office/drawing/2014/main" id="{2F3C422C-9A58-DE23-406F-38FA9E83B87E}"/>
                </a:ext>
              </a:extLst>
            </p:cNvPr>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1839;p35">
              <a:extLst>
                <a:ext uri="{FF2B5EF4-FFF2-40B4-BE49-F238E27FC236}">
                  <a16:creationId xmlns:a16="http://schemas.microsoft.com/office/drawing/2014/main" id="{7F42F0B3-4938-1F50-B47A-075CACA161DB}"/>
                </a:ext>
              </a:extLst>
            </p:cNvPr>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1840;p35">
              <a:extLst>
                <a:ext uri="{FF2B5EF4-FFF2-40B4-BE49-F238E27FC236}">
                  <a16:creationId xmlns:a16="http://schemas.microsoft.com/office/drawing/2014/main" id="{885DBA0E-C547-AE3C-F499-E1F4171DE09D}"/>
                </a:ext>
              </a:extLst>
            </p:cNvPr>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1841;p35">
              <a:extLst>
                <a:ext uri="{FF2B5EF4-FFF2-40B4-BE49-F238E27FC236}">
                  <a16:creationId xmlns:a16="http://schemas.microsoft.com/office/drawing/2014/main" id="{181AE332-8DFB-E8A4-0B9D-F08F55057F1C}"/>
                </a:ext>
              </a:extLst>
            </p:cNvPr>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1842;p35">
              <a:extLst>
                <a:ext uri="{FF2B5EF4-FFF2-40B4-BE49-F238E27FC236}">
                  <a16:creationId xmlns:a16="http://schemas.microsoft.com/office/drawing/2014/main" id="{8F89B6A3-4254-4DA0-B182-8F774C7B6740}"/>
                </a:ext>
              </a:extLst>
            </p:cNvPr>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1843;p35">
              <a:extLst>
                <a:ext uri="{FF2B5EF4-FFF2-40B4-BE49-F238E27FC236}">
                  <a16:creationId xmlns:a16="http://schemas.microsoft.com/office/drawing/2014/main" id="{E61A0B81-6B0F-50BC-731B-1D161E84F6A6}"/>
                </a:ext>
              </a:extLst>
            </p:cNvPr>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1844;p35">
              <a:extLst>
                <a:ext uri="{FF2B5EF4-FFF2-40B4-BE49-F238E27FC236}">
                  <a16:creationId xmlns:a16="http://schemas.microsoft.com/office/drawing/2014/main" id="{8CAAA91F-B57D-FE1D-5B54-D4B93DDF6389}"/>
                </a:ext>
              </a:extLst>
            </p:cNvPr>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1845;p35">
              <a:extLst>
                <a:ext uri="{FF2B5EF4-FFF2-40B4-BE49-F238E27FC236}">
                  <a16:creationId xmlns:a16="http://schemas.microsoft.com/office/drawing/2014/main" id="{E3D6B1DB-9DD6-DBD7-4656-71FFADFC34E3}"/>
                </a:ext>
              </a:extLst>
            </p:cNvPr>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1846;p35">
              <a:extLst>
                <a:ext uri="{FF2B5EF4-FFF2-40B4-BE49-F238E27FC236}">
                  <a16:creationId xmlns:a16="http://schemas.microsoft.com/office/drawing/2014/main" id="{D6068F75-F204-F3E8-9FCA-63891943EBD0}"/>
                </a:ext>
              </a:extLst>
            </p:cNvPr>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1847;p35">
              <a:extLst>
                <a:ext uri="{FF2B5EF4-FFF2-40B4-BE49-F238E27FC236}">
                  <a16:creationId xmlns:a16="http://schemas.microsoft.com/office/drawing/2014/main" id="{6686B984-F657-281B-82A4-F19F73D1EBF7}"/>
                </a:ext>
              </a:extLst>
            </p:cNvPr>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1848;p35">
              <a:extLst>
                <a:ext uri="{FF2B5EF4-FFF2-40B4-BE49-F238E27FC236}">
                  <a16:creationId xmlns:a16="http://schemas.microsoft.com/office/drawing/2014/main" id="{50F2F1CC-2D50-4387-0CA8-9F61032CD5F3}"/>
                </a:ext>
              </a:extLst>
            </p:cNvPr>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1849;p35">
              <a:extLst>
                <a:ext uri="{FF2B5EF4-FFF2-40B4-BE49-F238E27FC236}">
                  <a16:creationId xmlns:a16="http://schemas.microsoft.com/office/drawing/2014/main" id="{3EE143D0-7C64-99C5-7878-8EA615512611}"/>
                </a:ext>
              </a:extLst>
            </p:cNvPr>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1850;p35">
              <a:extLst>
                <a:ext uri="{FF2B5EF4-FFF2-40B4-BE49-F238E27FC236}">
                  <a16:creationId xmlns:a16="http://schemas.microsoft.com/office/drawing/2014/main" id="{3B48C9FF-9302-F452-5618-9ED6394ED386}"/>
                </a:ext>
              </a:extLst>
            </p:cNvPr>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1851;p35">
              <a:extLst>
                <a:ext uri="{FF2B5EF4-FFF2-40B4-BE49-F238E27FC236}">
                  <a16:creationId xmlns:a16="http://schemas.microsoft.com/office/drawing/2014/main" id="{C072B016-E229-D97F-53FA-18F1B3C03B77}"/>
                </a:ext>
              </a:extLst>
            </p:cNvPr>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1852;p35">
              <a:extLst>
                <a:ext uri="{FF2B5EF4-FFF2-40B4-BE49-F238E27FC236}">
                  <a16:creationId xmlns:a16="http://schemas.microsoft.com/office/drawing/2014/main" id="{346E5B3F-19C2-E427-8061-173B99F3856E}"/>
                </a:ext>
              </a:extLst>
            </p:cNvPr>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1853;p35">
              <a:extLst>
                <a:ext uri="{FF2B5EF4-FFF2-40B4-BE49-F238E27FC236}">
                  <a16:creationId xmlns:a16="http://schemas.microsoft.com/office/drawing/2014/main" id="{865D4774-C96A-31C1-D412-BD7401B064A6}"/>
                </a:ext>
              </a:extLst>
            </p:cNvPr>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1854;p35">
              <a:extLst>
                <a:ext uri="{FF2B5EF4-FFF2-40B4-BE49-F238E27FC236}">
                  <a16:creationId xmlns:a16="http://schemas.microsoft.com/office/drawing/2014/main" id="{BBAA6709-442D-66FD-B289-8825ED2E1597}"/>
                </a:ext>
              </a:extLst>
            </p:cNvPr>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1855;p35">
              <a:extLst>
                <a:ext uri="{FF2B5EF4-FFF2-40B4-BE49-F238E27FC236}">
                  <a16:creationId xmlns:a16="http://schemas.microsoft.com/office/drawing/2014/main" id="{F0A3F759-135A-DD5E-5E98-6F64A7EE07D5}"/>
                </a:ext>
              </a:extLst>
            </p:cNvPr>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1856;p35">
              <a:extLst>
                <a:ext uri="{FF2B5EF4-FFF2-40B4-BE49-F238E27FC236}">
                  <a16:creationId xmlns:a16="http://schemas.microsoft.com/office/drawing/2014/main" id="{957F4D62-ED82-EE4D-71CE-14FEDC7E44B4}"/>
                </a:ext>
              </a:extLst>
            </p:cNvPr>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1857;p35">
              <a:extLst>
                <a:ext uri="{FF2B5EF4-FFF2-40B4-BE49-F238E27FC236}">
                  <a16:creationId xmlns:a16="http://schemas.microsoft.com/office/drawing/2014/main" id="{4E2F36C0-2D6B-A0D1-B2E4-3B91F2C4C4F0}"/>
                </a:ext>
              </a:extLst>
            </p:cNvPr>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1858;p35">
              <a:extLst>
                <a:ext uri="{FF2B5EF4-FFF2-40B4-BE49-F238E27FC236}">
                  <a16:creationId xmlns:a16="http://schemas.microsoft.com/office/drawing/2014/main" id="{1A365E95-FAE6-A07B-20FD-73A0A729D17C}"/>
                </a:ext>
              </a:extLst>
            </p:cNvPr>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1859;p35">
              <a:extLst>
                <a:ext uri="{FF2B5EF4-FFF2-40B4-BE49-F238E27FC236}">
                  <a16:creationId xmlns:a16="http://schemas.microsoft.com/office/drawing/2014/main" id="{CF0DA5DE-8018-3E70-8EC0-6CD4E91E3BEF}"/>
                </a:ext>
              </a:extLst>
            </p:cNvPr>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1860;p35">
              <a:extLst>
                <a:ext uri="{FF2B5EF4-FFF2-40B4-BE49-F238E27FC236}">
                  <a16:creationId xmlns:a16="http://schemas.microsoft.com/office/drawing/2014/main" id="{526D06BC-5CAE-7072-1516-18303DC83E7E}"/>
                </a:ext>
              </a:extLst>
            </p:cNvPr>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1861;p35">
              <a:extLst>
                <a:ext uri="{FF2B5EF4-FFF2-40B4-BE49-F238E27FC236}">
                  <a16:creationId xmlns:a16="http://schemas.microsoft.com/office/drawing/2014/main" id="{7B27443B-9051-BF18-DCEC-D955832A54FC}"/>
                </a:ext>
              </a:extLst>
            </p:cNvPr>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1862;p35">
              <a:extLst>
                <a:ext uri="{FF2B5EF4-FFF2-40B4-BE49-F238E27FC236}">
                  <a16:creationId xmlns:a16="http://schemas.microsoft.com/office/drawing/2014/main" id="{A6FE6F27-C289-339B-DF89-4452AE0E91D8}"/>
                </a:ext>
              </a:extLst>
            </p:cNvPr>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1863;p35">
              <a:extLst>
                <a:ext uri="{FF2B5EF4-FFF2-40B4-BE49-F238E27FC236}">
                  <a16:creationId xmlns:a16="http://schemas.microsoft.com/office/drawing/2014/main" id="{1F6EC80B-5D24-ABEE-699F-79A938D9686B}"/>
                </a:ext>
              </a:extLst>
            </p:cNvPr>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1864;p35">
              <a:extLst>
                <a:ext uri="{FF2B5EF4-FFF2-40B4-BE49-F238E27FC236}">
                  <a16:creationId xmlns:a16="http://schemas.microsoft.com/office/drawing/2014/main" id="{C0393BB6-C401-C8A4-5F3F-D3C7779E1566}"/>
                </a:ext>
              </a:extLst>
            </p:cNvPr>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1865;p35">
              <a:extLst>
                <a:ext uri="{FF2B5EF4-FFF2-40B4-BE49-F238E27FC236}">
                  <a16:creationId xmlns:a16="http://schemas.microsoft.com/office/drawing/2014/main" id="{4CBE3310-FFBA-04F0-BC05-8F998E6FE712}"/>
                </a:ext>
              </a:extLst>
            </p:cNvPr>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1866;p35">
              <a:extLst>
                <a:ext uri="{FF2B5EF4-FFF2-40B4-BE49-F238E27FC236}">
                  <a16:creationId xmlns:a16="http://schemas.microsoft.com/office/drawing/2014/main" id="{7388175F-5C46-2C7A-9226-530F33562775}"/>
                </a:ext>
              </a:extLst>
            </p:cNvPr>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1867;p35">
              <a:extLst>
                <a:ext uri="{FF2B5EF4-FFF2-40B4-BE49-F238E27FC236}">
                  <a16:creationId xmlns:a16="http://schemas.microsoft.com/office/drawing/2014/main" id="{65A7D9EF-6BA3-2B4E-0C8E-8D660B67F6B4}"/>
                </a:ext>
              </a:extLst>
            </p:cNvPr>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1868;p35">
              <a:extLst>
                <a:ext uri="{FF2B5EF4-FFF2-40B4-BE49-F238E27FC236}">
                  <a16:creationId xmlns:a16="http://schemas.microsoft.com/office/drawing/2014/main" id="{0B64A6D7-1BE7-4AA9-2BE1-BCEE21BCAC51}"/>
                </a:ext>
              </a:extLst>
            </p:cNvPr>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1869;p35">
              <a:extLst>
                <a:ext uri="{FF2B5EF4-FFF2-40B4-BE49-F238E27FC236}">
                  <a16:creationId xmlns:a16="http://schemas.microsoft.com/office/drawing/2014/main" id="{AF317D4E-64E2-05B1-14FA-E0816BE39C22}"/>
                </a:ext>
              </a:extLst>
            </p:cNvPr>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1870;p35">
              <a:extLst>
                <a:ext uri="{FF2B5EF4-FFF2-40B4-BE49-F238E27FC236}">
                  <a16:creationId xmlns:a16="http://schemas.microsoft.com/office/drawing/2014/main" id="{CE9DF5B6-5D7A-D045-83D0-6D10874B8CCE}"/>
                </a:ext>
              </a:extLst>
            </p:cNvPr>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1871;p35">
              <a:extLst>
                <a:ext uri="{FF2B5EF4-FFF2-40B4-BE49-F238E27FC236}">
                  <a16:creationId xmlns:a16="http://schemas.microsoft.com/office/drawing/2014/main" id="{E2108F06-5B5A-0459-9A37-5C12EBA74757}"/>
                </a:ext>
              </a:extLst>
            </p:cNvPr>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1872;p35">
              <a:extLst>
                <a:ext uri="{FF2B5EF4-FFF2-40B4-BE49-F238E27FC236}">
                  <a16:creationId xmlns:a16="http://schemas.microsoft.com/office/drawing/2014/main" id="{60744B42-D6EF-F166-E86E-C456505F7694}"/>
                </a:ext>
              </a:extLst>
            </p:cNvPr>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1873;p35">
              <a:extLst>
                <a:ext uri="{FF2B5EF4-FFF2-40B4-BE49-F238E27FC236}">
                  <a16:creationId xmlns:a16="http://schemas.microsoft.com/office/drawing/2014/main" id="{D74E130D-CEE0-F585-C6A5-2E462F525591}"/>
                </a:ext>
              </a:extLst>
            </p:cNvPr>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1874;p35">
              <a:extLst>
                <a:ext uri="{FF2B5EF4-FFF2-40B4-BE49-F238E27FC236}">
                  <a16:creationId xmlns:a16="http://schemas.microsoft.com/office/drawing/2014/main" id="{68640F75-B7A3-6080-1D79-582087969712}"/>
                </a:ext>
              </a:extLst>
            </p:cNvPr>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1875;p35">
              <a:extLst>
                <a:ext uri="{FF2B5EF4-FFF2-40B4-BE49-F238E27FC236}">
                  <a16:creationId xmlns:a16="http://schemas.microsoft.com/office/drawing/2014/main" id="{E86E49AF-6640-4AEE-89E3-30C3BB18A33C}"/>
                </a:ext>
              </a:extLst>
            </p:cNvPr>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1876;p35">
              <a:extLst>
                <a:ext uri="{FF2B5EF4-FFF2-40B4-BE49-F238E27FC236}">
                  <a16:creationId xmlns:a16="http://schemas.microsoft.com/office/drawing/2014/main" id="{9C04C05E-1ED3-FE65-DF93-D8D5D1F6CD03}"/>
                </a:ext>
              </a:extLst>
            </p:cNvPr>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1877;p35">
              <a:extLst>
                <a:ext uri="{FF2B5EF4-FFF2-40B4-BE49-F238E27FC236}">
                  <a16:creationId xmlns:a16="http://schemas.microsoft.com/office/drawing/2014/main" id="{FCBA7367-120D-891C-FB33-0CE6F2E16229}"/>
                </a:ext>
              </a:extLst>
            </p:cNvPr>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1878;p35">
              <a:extLst>
                <a:ext uri="{FF2B5EF4-FFF2-40B4-BE49-F238E27FC236}">
                  <a16:creationId xmlns:a16="http://schemas.microsoft.com/office/drawing/2014/main" id="{03582D62-C4A8-0B48-A289-15D50D55785C}"/>
                </a:ext>
              </a:extLst>
            </p:cNvPr>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1879;p35">
              <a:extLst>
                <a:ext uri="{FF2B5EF4-FFF2-40B4-BE49-F238E27FC236}">
                  <a16:creationId xmlns:a16="http://schemas.microsoft.com/office/drawing/2014/main" id="{D39755ED-C05A-BD36-EBFB-EF9BCC66C838}"/>
                </a:ext>
              </a:extLst>
            </p:cNvPr>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1880;p35">
              <a:extLst>
                <a:ext uri="{FF2B5EF4-FFF2-40B4-BE49-F238E27FC236}">
                  <a16:creationId xmlns:a16="http://schemas.microsoft.com/office/drawing/2014/main" id="{B61DDD39-7A89-4B2B-BF1B-38848925A425}"/>
                </a:ext>
              </a:extLst>
            </p:cNvPr>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1881;p35">
              <a:extLst>
                <a:ext uri="{FF2B5EF4-FFF2-40B4-BE49-F238E27FC236}">
                  <a16:creationId xmlns:a16="http://schemas.microsoft.com/office/drawing/2014/main" id="{D5200CED-8582-144F-BD7F-805B3054C73F}"/>
                </a:ext>
              </a:extLst>
            </p:cNvPr>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1882;p35">
              <a:extLst>
                <a:ext uri="{FF2B5EF4-FFF2-40B4-BE49-F238E27FC236}">
                  <a16:creationId xmlns:a16="http://schemas.microsoft.com/office/drawing/2014/main" id="{02AEE7F6-C096-244A-8D93-050A0A481253}"/>
                </a:ext>
              </a:extLst>
            </p:cNvPr>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1883;p35">
              <a:extLst>
                <a:ext uri="{FF2B5EF4-FFF2-40B4-BE49-F238E27FC236}">
                  <a16:creationId xmlns:a16="http://schemas.microsoft.com/office/drawing/2014/main" id="{B24AC51D-D83B-9730-F5AB-E106D17AC7EF}"/>
                </a:ext>
              </a:extLst>
            </p:cNvPr>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635323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008"/>
        <p:cNvGrpSpPr/>
        <p:nvPr/>
      </p:nvGrpSpPr>
      <p:grpSpPr>
        <a:xfrm>
          <a:off x="0" y="0"/>
          <a:ext cx="0" cy="0"/>
          <a:chOff x="0" y="0"/>
          <a:chExt cx="0" cy="0"/>
        </a:xfrm>
      </p:grpSpPr>
      <p:sp>
        <p:nvSpPr>
          <p:cNvPr id="3009" name="Google Shape;3009;p53"/>
          <p:cNvSpPr/>
          <p:nvPr/>
        </p:nvSpPr>
        <p:spPr>
          <a:xfrm>
            <a:off x="781359" y="764859"/>
            <a:ext cx="3374691" cy="3671433"/>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53"/>
          <p:cNvSpPr txBox="1">
            <a:spLocks noGrp="1"/>
          </p:cNvSpPr>
          <p:nvPr>
            <p:ph type="title"/>
          </p:nvPr>
        </p:nvSpPr>
        <p:spPr>
          <a:xfrm>
            <a:off x="3294267" y="105495"/>
            <a:ext cx="3119923" cy="572700"/>
          </a:xfrm>
          <a:prstGeom prst="rect">
            <a:avLst/>
          </a:prstGeom>
        </p:spPr>
        <p:txBody>
          <a:bodyPr spcFirstLastPara="1" wrap="square" lIns="91425" tIns="91425" rIns="91425" bIns="91425" anchor="t" anchorCtr="0">
            <a:noAutofit/>
          </a:bodyPr>
          <a:lstStyle/>
          <a:p>
            <a:pPr>
              <a:buClr>
                <a:schemeClr val="dk1"/>
              </a:buClr>
              <a:buSzPts val="1100"/>
            </a:pPr>
            <a:r>
              <a:rPr lang="en"/>
              <a:t>Multiplayer services</a:t>
            </a:r>
            <a:endParaRPr/>
          </a:p>
        </p:txBody>
      </p:sp>
      <p:sp>
        <p:nvSpPr>
          <p:cNvPr id="3150" name="Google Shape;3150;p53"/>
          <p:cNvSpPr txBox="1">
            <a:spLocks noGrp="1"/>
          </p:cNvSpPr>
          <p:nvPr>
            <p:ph type="subTitle" idx="1"/>
          </p:nvPr>
        </p:nvSpPr>
        <p:spPr>
          <a:xfrm>
            <a:off x="1111842" y="767168"/>
            <a:ext cx="2184000" cy="457200"/>
          </a:xfrm>
          <a:prstGeom prst="rect">
            <a:avLst/>
          </a:prstGeom>
        </p:spPr>
        <p:txBody>
          <a:bodyPr spcFirstLastPara="1" wrap="square" lIns="91425" tIns="91425" rIns="91425" bIns="91425" anchor="t" anchorCtr="0">
            <a:noAutofit/>
          </a:bodyPr>
          <a:lstStyle/>
          <a:p>
            <a:r>
              <a:rPr lang="en" b="1"/>
              <a:t>2. Multiplayer Servers</a:t>
            </a:r>
          </a:p>
        </p:txBody>
      </p:sp>
      <p:sp>
        <p:nvSpPr>
          <p:cNvPr id="3151" name="Google Shape;3151;p53"/>
          <p:cNvSpPr txBox="1">
            <a:spLocks noGrp="1"/>
          </p:cNvSpPr>
          <p:nvPr>
            <p:ph type="subTitle" idx="2"/>
          </p:nvPr>
        </p:nvSpPr>
        <p:spPr>
          <a:xfrm>
            <a:off x="1020753" y="1329504"/>
            <a:ext cx="2835966" cy="3306022"/>
          </a:xfrm>
          <a:prstGeom prst="rect">
            <a:avLst/>
          </a:prstGeom>
        </p:spPr>
        <p:txBody>
          <a:bodyPr spcFirstLastPara="1" wrap="square" lIns="91425" tIns="91425" rIns="91425" bIns="91425" anchor="t" anchorCtr="0">
            <a:noAutofit/>
          </a:bodyPr>
          <a:lstStyle/>
          <a:p>
            <a:pPr>
              <a:buChar char="•"/>
            </a:pPr>
            <a:r>
              <a:rPr lang="en" sz="1200" b="1">
                <a:solidFill>
                  <a:srgbClr val="161616"/>
                </a:solidFill>
                <a:latin typeface="Segoe UI"/>
                <a:cs typeface="Segoe UI"/>
              </a:rPr>
              <a:t>Dedicated Servers</a:t>
            </a:r>
            <a:r>
              <a:rPr lang="en" sz="1200">
                <a:solidFill>
                  <a:srgbClr val="161616"/>
                </a:solidFill>
                <a:latin typeface="Segoe UI"/>
                <a:cs typeface="Segoe UI"/>
              </a:rPr>
              <a:t>: Deliver low-latency real-time gameplay for any platform.</a:t>
            </a:r>
            <a:endParaRPr lang="en-US"/>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24/7 Monitoring and DDoS Protection</a:t>
            </a:r>
            <a:r>
              <a:rPr lang="en" sz="1200">
                <a:solidFill>
                  <a:srgbClr val="161616"/>
                </a:solidFill>
                <a:latin typeface="Segoe UI"/>
                <a:cs typeface="Segoe UI"/>
              </a:rPr>
              <a:t> - Protect against DDoS attacks and other incidents.</a:t>
            </a:r>
            <a:endParaRPr lang="en"/>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Global Reach with Microsoft Azure</a:t>
            </a:r>
            <a:r>
              <a:rPr lang="en" sz="1200">
                <a:solidFill>
                  <a:srgbClr val="161616"/>
                </a:solidFill>
                <a:latin typeface="Segoe UI"/>
                <a:cs typeface="Segoe UI"/>
              </a:rPr>
              <a:t>: Get closer </a:t>
            </a:r>
            <a:r>
              <a:rPr lang="en" sz="1200">
                <a:solidFill>
                  <a:srgbClr val="161616"/>
                </a:solidFill>
                <a:latin typeface="Segoe UI"/>
                <a:cs typeface="Segoe UI"/>
                <a:sym typeface="Barlow Semi Condensed"/>
              </a:rPr>
              <a:t>to </a:t>
            </a:r>
            <a:r>
              <a:rPr lang="en" sz="1200">
                <a:solidFill>
                  <a:srgbClr val="161616"/>
                </a:solidFill>
                <a:latin typeface="Segoe UI"/>
                <a:cs typeface="Segoe UI"/>
              </a:rPr>
              <a:t>players on a cloud with more global regions than any other provider.</a:t>
            </a:r>
            <a:endParaRPr lang="en"/>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Control Costs</a:t>
            </a:r>
            <a:r>
              <a:rPr lang="en" sz="1200">
                <a:solidFill>
                  <a:srgbClr val="161616"/>
                </a:solidFill>
                <a:latin typeface="Segoe UI"/>
                <a:cs typeface="Segoe UI"/>
              </a:rPr>
              <a:t>: Dynamically scale server cores in response to demand.</a:t>
            </a:r>
            <a:endParaRPr lang="en"/>
          </a:p>
          <a:p>
            <a:pPr marL="171450" lvl="0" indent="-171450" algn="l">
              <a:spcBef>
                <a:spcPts val="0"/>
              </a:spcBef>
              <a:spcAft>
                <a:spcPts val="0"/>
              </a:spcAft>
              <a:buChar char="•"/>
            </a:pPr>
            <a:endParaRPr lang="en" sz="1200">
              <a:solidFill>
                <a:srgbClr val="161616"/>
              </a:solidFill>
              <a:latin typeface="Segoe UI"/>
              <a:ea typeface="Barlow Semi Condensed"/>
              <a:cs typeface="Segoe UI"/>
            </a:endParaRPr>
          </a:p>
        </p:txBody>
      </p:sp>
    </p:spTree>
    <p:extLst>
      <p:ext uri="{BB962C8B-B14F-4D97-AF65-F5344CB8AC3E}">
        <p14:creationId xmlns:p14="http://schemas.microsoft.com/office/powerpoint/2010/main" val="2798702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008"/>
        <p:cNvGrpSpPr/>
        <p:nvPr/>
      </p:nvGrpSpPr>
      <p:grpSpPr>
        <a:xfrm>
          <a:off x="0" y="0"/>
          <a:ext cx="0" cy="0"/>
          <a:chOff x="0" y="0"/>
          <a:chExt cx="0" cy="0"/>
        </a:xfrm>
      </p:grpSpPr>
      <p:sp>
        <p:nvSpPr>
          <p:cNvPr id="3009" name="Google Shape;3009;p53"/>
          <p:cNvSpPr/>
          <p:nvPr/>
        </p:nvSpPr>
        <p:spPr>
          <a:xfrm>
            <a:off x="971859" y="567555"/>
            <a:ext cx="3342583" cy="4268618"/>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53"/>
          <p:cNvSpPr txBox="1">
            <a:spLocks noGrp="1"/>
          </p:cNvSpPr>
          <p:nvPr>
            <p:ph type="title"/>
          </p:nvPr>
        </p:nvSpPr>
        <p:spPr>
          <a:xfrm>
            <a:off x="3294267" y="-3362"/>
            <a:ext cx="3119923" cy="572700"/>
          </a:xfrm>
          <a:prstGeom prst="rect">
            <a:avLst/>
          </a:prstGeom>
        </p:spPr>
        <p:txBody>
          <a:bodyPr spcFirstLastPara="1" wrap="square" lIns="91425" tIns="91425" rIns="91425" bIns="91425" anchor="t" anchorCtr="0">
            <a:noAutofit/>
          </a:bodyPr>
          <a:lstStyle/>
          <a:p>
            <a:pPr>
              <a:buClr>
                <a:schemeClr val="dk1"/>
              </a:buClr>
              <a:buSzPts val="1100"/>
            </a:pPr>
            <a:r>
              <a:rPr lang="en"/>
              <a:t>Multiplayer services</a:t>
            </a:r>
            <a:endParaRPr/>
          </a:p>
        </p:txBody>
      </p:sp>
      <p:grpSp>
        <p:nvGrpSpPr>
          <p:cNvPr id="3013" name="Google Shape;3013;p53"/>
          <p:cNvGrpSpPr/>
          <p:nvPr/>
        </p:nvGrpSpPr>
        <p:grpSpPr>
          <a:xfrm>
            <a:off x="4967647" y="1220452"/>
            <a:ext cx="3491274" cy="2970828"/>
            <a:chOff x="801025" y="358275"/>
            <a:chExt cx="6170425" cy="5079800"/>
          </a:xfrm>
        </p:grpSpPr>
        <p:sp>
          <p:nvSpPr>
            <p:cNvPr id="3014" name="Google Shape;3014;p53"/>
            <p:cNvSpPr/>
            <p:nvPr/>
          </p:nvSpPr>
          <p:spPr>
            <a:xfrm>
              <a:off x="801025" y="358275"/>
              <a:ext cx="6170425" cy="5079600"/>
            </a:xfrm>
            <a:custGeom>
              <a:avLst/>
              <a:gdLst/>
              <a:ahLst/>
              <a:cxnLst/>
              <a:rect l="l" t="t" r="r" b="b"/>
              <a:pathLst>
                <a:path w="246817" h="203184" extrusionOk="0">
                  <a:moveTo>
                    <a:pt x="170638" y="0"/>
                  </a:moveTo>
                  <a:cubicBezTo>
                    <a:pt x="142380" y="0"/>
                    <a:pt x="121472" y="21138"/>
                    <a:pt x="99526" y="32497"/>
                  </a:cubicBezTo>
                  <a:cubicBezTo>
                    <a:pt x="86882" y="39041"/>
                    <a:pt x="72463" y="36527"/>
                    <a:pt x="59043" y="39670"/>
                  </a:cubicBezTo>
                  <a:cubicBezTo>
                    <a:pt x="16157" y="49800"/>
                    <a:pt x="1" y="113241"/>
                    <a:pt x="17858" y="149325"/>
                  </a:cubicBezTo>
                  <a:cubicBezTo>
                    <a:pt x="33311" y="180565"/>
                    <a:pt x="60559" y="196795"/>
                    <a:pt x="102003" y="200529"/>
                  </a:cubicBezTo>
                  <a:cubicBezTo>
                    <a:pt x="116217" y="201822"/>
                    <a:pt x="128973" y="203183"/>
                    <a:pt x="141096" y="203183"/>
                  </a:cubicBezTo>
                  <a:cubicBezTo>
                    <a:pt x="164350" y="203183"/>
                    <a:pt x="185275" y="198173"/>
                    <a:pt x="209698" y="178051"/>
                  </a:cubicBezTo>
                  <a:cubicBezTo>
                    <a:pt x="246816" y="147439"/>
                    <a:pt x="244339" y="83739"/>
                    <a:pt x="227000" y="39374"/>
                  </a:cubicBezTo>
                  <a:cubicBezTo>
                    <a:pt x="227000" y="39374"/>
                    <a:pt x="212175" y="5657"/>
                    <a:pt x="179345" y="666"/>
                  </a:cubicBezTo>
                  <a:cubicBezTo>
                    <a:pt x="176364" y="212"/>
                    <a:pt x="173464" y="0"/>
                    <a:pt x="1706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53"/>
            <p:cNvSpPr/>
            <p:nvPr/>
          </p:nvSpPr>
          <p:spPr>
            <a:xfrm>
              <a:off x="1068150" y="358275"/>
              <a:ext cx="5711975" cy="5079800"/>
            </a:xfrm>
            <a:custGeom>
              <a:avLst/>
              <a:gdLst/>
              <a:ahLst/>
              <a:cxnLst/>
              <a:rect l="l" t="t" r="r" b="b"/>
              <a:pathLst>
                <a:path w="228479" h="203192" extrusionOk="0">
                  <a:moveTo>
                    <a:pt x="158345" y="49763"/>
                  </a:moveTo>
                  <a:lnTo>
                    <a:pt x="131689" y="81299"/>
                  </a:lnTo>
                  <a:lnTo>
                    <a:pt x="119230" y="96087"/>
                  </a:lnTo>
                  <a:cubicBezTo>
                    <a:pt x="120007" y="96937"/>
                    <a:pt x="120746" y="97899"/>
                    <a:pt x="121486" y="99008"/>
                  </a:cubicBezTo>
                  <a:lnTo>
                    <a:pt x="156386" y="57638"/>
                  </a:lnTo>
                  <a:cubicBezTo>
                    <a:pt x="156940" y="55641"/>
                    <a:pt x="157495" y="53793"/>
                    <a:pt x="157976" y="52166"/>
                  </a:cubicBezTo>
                  <a:lnTo>
                    <a:pt x="158013" y="51389"/>
                  </a:lnTo>
                  <a:lnTo>
                    <a:pt x="158013" y="51353"/>
                  </a:lnTo>
                  <a:cubicBezTo>
                    <a:pt x="158013" y="51353"/>
                    <a:pt x="158086" y="50761"/>
                    <a:pt x="158345" y="49763"/>
                  </a:cubicBezTo>
                  <a:close/>
                  <a:moveTo>
                    <a:pt x="159972" y="0"/>
                  </a:moveTo>
                  <a:cubicBezTo>
                    <a:pt x="148622" y="0"/>
                    <a:pt x="138455" y="3401"/>
                    <a:pt x="128917" y="8208"/>
                  </a:cubicBezTo>
                  <a:cubicBezTo>
                    <a:pt x="130359" y="8393"/>
                    <a:pt x="131763" y="8614"/>
                    <a:pt x="133131" y="8873"/>
                  </a:cubicBezTo>
                  <a:cubicBezTo>
                    <a:pt x="148437" y="11572"/>
                    <a:pt x="162856" y="18301"/>
                    <a:pt x="175906" y="28948"/>
                  </a:cubicBezTo>
                  <a:lnTo>
                    <a:pt x="171285" y="34420"/>
                  </a:lnTo>
                  <a:cubicBezTo>
                    <a:pt x="173023" y="33902"/>
                    <a:pt x="174760" y="33644"/>
                    <a:pt x="176461" y="33644"/>
                  </a:cubicBezTo>
                  <a:lnTo>
                    <a:pt x="176646" y="33644"/>
                  </a:lnTo>
                  <a:lnTo>
                    <a:pt x="178642" y="31277"/>
                  </a:lnTo>
                  <a:cubicBezTo>
                    <a:pt x="179862" y="32313"/>
                    <a:pt x="181045" y="33385"/>
                    <a:pt x="182154" y="34494"/>
                  </a:cubicBezTo>
                  <a:cubicBezTo>
                    <a:pt x="185519" y="35455"/>
                    <a:pt x="188661" y="37119"/>
                    <a:pt x="191397" y="39152"/>
                  </a:cubicBezTo>
                  <a:cubicBezTo>
                    <a:pt x="193763" y="40927"/>
                    <a:pt x="195353" y="43441"/>
                    <a:pt x="196314" y="46214"/>
                  </a:cubicBezTo>
                  <a:cubicBezTo>
                    <a:pt x="197164" y="48617"/>
                    <a:pt x="197534" y="51205"/>
                    <a:pt x="197645" y="53719"/>
                  </a:cubicBezTo>
                  <a:cubicBezTo>
                    <a:pt x="212581" y="78193"/>
                    <a:pt x="215465" y="108250"/>
                    <a:pt x="204559" y="136496"/>
                  </a:cubicBezTo>
                  <a:lnTo>
                    <a:pt x="200492" y="134832"/>
                  </a:lnTo>
                  <a:cubicBezTo>
                    <a:pt x="200455" y="134869"/>
                    <a:pt x="200455" y="134869"/>
                    <a:pt x="200418" y="134869"/>
                  </a:cubicBezTo>
                  <a:cubicBezTo>
                    <a:pt x="200381" y="134869"/>
                    <a:pt x="200344" y="134832"/>
                    <a:pt x="200270" y="134832"/>
                  </a:cubicBezTo>
                  <a:lnTo>
                    <a:pt x="187330" y="129546"/>
                  </a:lnTo>
                  <a:lnTo>
                    <a:pt x="147587" y="113352"/>
                  </a:lnTo>
                  <a:lnTo>
                    <a:pt x="141819" y="111023"/>
                  </a:lnTo>
                  <a:cubicBezTo>
                    <a:pt x="141745" y="110986"/>
                    <a:pt x="141709" y="110949"/>
                    <a:pt x="141672" y="110875"/>
                  </a:cubicBezTo>
                  <a:lnTo>
                    <a:pt x="123926" y="103629"/>
                  </a:lnTo>
                  <a:lnTo>
                    <a:pt x="123926" y="103629"/>
                  </a:lnTo>
                  <a:cubicBezTo>
                    <a:pt x="124406" y="104812"/>
                    <a:pt x="124924" y="106328"/>
                    <a:pt x="125478" y="108140"/>
                  </a:cubicBezTo>
                  <a:lnTo>
                    <a:pt x="129767" y="109877"/>
                  </a:lnTo>
                  <a:lnTo>
                    <a:pt x="203191" y="139823"/>
                  </a:lnTo>
                  <a:cubicBezTo>
                    <a:pt x="192506" y="164742"/>
                    <a:pt x="172209" y="182783"/>
                    <a:pt x="148400" y="191435"/>
                  </a:cubicBezTo>
                  <a:cubicBezTo>
                    <a:pt x="145258" y="192581"/>
                    <a:pt x="142041" y="193542"/>
                    <a:pt x="138788" y="194355"/>
                  </a:cubicBezTo>
                  <a:cubicBezTo>
                    <a:pt x="131542" y="196130"/>
                    <a:pt x="124074" y="197091"/>
                    <a:pt x="116532" y="197091"/>
                  </a:cubicBezTo>
                  <a:cubicBezTo>
                    <a:pt x="115903" y="197128"/>
                    <a:pt x="115312" y="197128"/>
                    <a:pt x="114683" y="197128"/>
                  </a:cubicBezTo>
                  <a:cubicBezTo>
                    <a:pt x="113796" y="197128"/>
                    <a:pt x="112908" y="197128"/>
                    <a:pt x="112021" y="197091"/>
                  </a:cubicBezTo>
                  <a:lnTo>
                    <a:pt x="111762" y="197091"/>
                  </a:lnTo>
                  <a:cubicBezTo>
                    <a:pt x="99969" y="197091"/>
                    <a:pt x="84959" y="192581"/>
                    <a:pt x="75457" y="188181"/>
                  </a:cubicBezTo>
                  <a:cubicBezTo>
                    <a:pt x="72574" y="186850"/>
                    <a:pt x="70207" y="185556"/>
                    <a:pt x="68581" y="184373"/>
                  </a:cubicBezTo>
                  <a:cubicBezTo>
                    <a:pt x="46472" y="171877"/>
                    <a:pt x="31425" y="152209"/>
                    <a:pt x="24734" y="126810"/>
                  </a:cubicBezTo>
                  <a:lnTo>
                    <a:pt x="82371" y="112613"/>
                  </a:lnTo>
                  <a:cubicBezTo>
                    <a:pt x="82593" y="111245"/>
                    <a:pt x="82814" y="109988"/>
                    <a:pt x="83110" y="108805"/>
                  </a:cubicBezTo>
                  <a:lnTo>
                    <a:pt x="83110" y="108805"/>
                  </a:lnTo>
                  <a:lnTo>
                    <a:pt x="80633" y="109397"/>
                  </a:lnTo>
                  <a:lnTo>
                    <a:pt x="70503" y="111911"/>
                  </a:lnTo>
                  <a:lnTo>
                    <a:pt x="56861" y="115201"/>
                  </a:lnTo>
                  <a:lnTo>
                    <a:pt x="23883" y="123298"/>
                  </a:lnTo>
                  <a:cubicBezTo>
                    <a:pt x="22294" y="116310"/>
                    <a:pt x="21517" y="109323"/>
                    <a:pt x="21517" y="102409"/>
                  </a:cubicBezTo>
                  <a:cubicBezTo>
                    <a:pt x="21554" y="79487"/>
                    <a:pt x="29946" y="57711"/>
                    <a:pt x="44402" y="40779"/>
                  </a:cubicBezTo>
                  <a:lnTo>
                    <a:pt x="44402" y="40779"/>
                  </a:lnTo>
                  <a:cubicBezTo>
                    <a:pt x="15639" y="50132"/>
                    <a:pt x="0" y="84256"/>
                    <a:pt x="0" y="115682"/>
                  </a:cubicBezTo>
                  <a:cubicBezTo>
                    <a:pt x="0" y="127808"/>
                    <a:pt x="2329" y="139565"/>
                    <a:pt x="7173" y="149325"/>
                  </a:cubicBezTo>
                  <a:cubicBezTo>
                    <a:pt x="22626" y="180565"/>
                    <a:pt x="49874" y="196795"/>
                    <a:pt x="91318" y="200529"/>
                  </a:cubicBezTo>
                  <a:cubicBezTo>
                    <a:pt x="105514" y="201823"/>
                    <a:pt x="118269" y="203191"/>
                    <a:pt x="130396" y="203191"/>
                  </a:cubicBezTo>
                  <a:cubicBezTo>
                    <a:pt x="153650" y="203191"/>
                    <a:pt x="174575" y="198200"/>
                    <a:pt x="199013" y="178051"/>
                  </a:cubicBezTo>
                  <a:cubicBezTo>
                    <a:pt x="220160" y="160601"/>
                    <a:pt x="228478" y="132392"/>
                    <a:pt x="228478" y="103112"/>
                  </a:cubicBezTo>
                  <a:cubicBezTo>
                    <a:pt x="228478" y="81077"/>
                    <a:pt x="223783" y="58451"/>
                    <a:pt x="216315" y="39374"/>
                  </a:cubicBezTo>
                  <a:cubicBezTo>
                    <a:pt x="216315" y="39374"/>
                    <a:pt x="201490" y="5657"/>
                    <a:pt x="168660" y="666"/>
                  </a:cubicBezTo>
                  <a:cubicBezTo>
                    <a:pt x="165702" y="185"/>
                    <a:pt x="162782" y="0"/>
                    <a:pt x="1599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53"/>
            <p:cNvSpPr/>
            <p:nvPr/>
          </p:nvSpPr>
          <p:spPr>
            <a:xfrm>
              <a:off x="1686475" y="2966550"/>
              <a:ext cx="4461450" cy="2319500"/>
            </a:xfrm>
            <a:custGeom>
              <a:avLst/>
              <a:gdLst/>
              <a:ahLst/>
              <a:cxnLst/>
              <a:rect l="l" t="t" r="r" b="b"/>
              <a:pathLst>
                <a:path w="178458" h="92780" extrusionOk="0">
                  <a:moveTo>
                    <a:pt x="91355" y="1"/>
                  </a:moveTo>
                  <a:lnTo>
                    <a:pt x="1" y="22479"/>
                  </a:lnTo>
                  <a:cubicBezTo>
                    <a:pt x="7838" y="52240"/>
                    <a:pt x="27100" y="74090"/>
                    <a:pt x="55752" y="85773"/>
                  </a:cubicBezTo>
                  <a:cubicBezTo>
                    <a:pt x="67419" y="90528"/>
                    <a:pt x="79493" y="92779"/>
                    <a:pt x="91376" y="92779"/>
                  </a:cubicBezTo>
                  <a:cubicBezTo>
                    <a:pt x="128179" y="92779"/>
                    <a:pt x="163142" y="71181"/>
                    <a:pt x="178458" y="35492"/>
                  </a:cubicBezTo>
                  <a:lnTo>
                    <a:pt x="105034" y="5546"/>
                  </a:lnTo>
                  <a:lnTo>
                    <a:pt x="913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53"/>
            <p:cNvSpPr/>
            <p:nvPr/>
          </p:nvSpPr>
          <p:spPr>
            <a:xfrm>
              <a:off x="1381475" y="545825"/>
              <a:ext cx="4084350" cy="2894900"/>
            </a:xfrm>
            <a:custGeom>
              <a:avLst/>
              <a:gdLst/>
              <a:ahLst/>
              <a:cxnLst/>
              <a:rect l="l" t="t" r="r" b="b"/>
              <a:pathLst>
                <a:path w="163374" h="115796" extrusionOk="0">
                  <a:moveTo>
                    <a:pt x="104967" y="0"/>
                  </a:moveTo>
                  <a:cubicBezTo>
                    <a:pt x="97163" y="0"/>
                    <a:pt x="89179" y="994"/>
                    <a:pt x="81077" y="2998"/>
                  </a:cubicBezTo>
                  <a:cubicBezTo>
                    <a:pt x="30945" y="15346"/>
                    <a:pt x="0" y="65700"/>
                    <a:pt x="11350" y="115796"/>
                  </a:cubicBezTo>
                  <a:lnTo>
                    <a:pt x="82334" y="98345"/>
                  </a:lnTo>
                  <a:lnTo>
                    <a:pt x="102705" y="93317"/>
                  </a:lnTo>
                  <a:lnTo>
                    <a:pt x="119156" y="73797"/>
                  </a:lnTo>
                  <a:lnTo>
                    <a:pt x="163373" y="21446"/>
                  </a:lnTo>
                  <a:cubicBezTo>
                    <a:pt x="150323" y="10799"/>
                    <a:pt x="135904" y="4070"/>
                    <a:pt x="120598" y="1371"/>
                  </a:cubicBezTo>
                  <a:cubicBezTo>
                    <a:pt x="115484" y="459"/>
                    <a:pt x="110267" y="0"/>
                    <a:pt x="1049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53"/>
            <p:cNvSpPr/>
            <p:nvPr/>
          </p:nvSpPr>
          <p:spPr>
            <a:xfrm>
              <a:off x="1606075" y="545900"/>
              <a:ext cx="3859750" cy="2894825"/>
            </a:xfrm>
            <a:custGeom>
              <a:avLst/>
              <a:gdLst/>
              <a:ahLst/>
              <a:cxnLst/>
              <a:rect l="l" t="t" r="r" b="b"/>
              <a:pathLst>
                <a:path w="154390" h="115793" extrusionOk="0">
                  <a:moveTo>
                    <a:pt x="96050" y="0"/>
                  </a:moveTo>
                  <a:cubicBezTo>
                    <a:pt x="88212" y="0"/>
                    <a:pt x="80189" y="998"/>
                    <a:pt x="72093" y="2995"/>
                  </a:cubicBezTo>
                  <a:cubicBezTo>
                    <a:pt x="65956" y="4511"/>
                    <a:pt x="60077" y="6581"/>
                    <a:pt x="54569" y="9169"/>
                  </a:cubicBezTo>
                  <a:cubicBezTo>
                    <a:pt x="56824" y="9834"/>
                    <a:pt x="58931" y="10944"/>
                    <a:pt x="60669" y="12570"/>
                  </a:cubicBezTo>
                  <a:cubicBezTo>
                    <a:pt x="65993" y="17413"/>
                    <a:pt x="68728" y="25140"/>
                    <a:pt x="68802" y="32165"/>
                  </a:cubicBezTo>
                  <a:cubicBezTo>
                    <a:pt x="68802" y="32313"/>
                    <a:pt x="68802" y="32498"/>
                    <a:pt x="68802" y="32682"/>
                  </a:cubicBezTo>
                  <a:cubicBezTo>
                    <a:pt x="68802" y="33089"/>
                    <a:pt x="68802" y="33496"/>
                    <a:pt x="68802" y="33939"/>
                  </a:cubicBezTo>
                  <a:cubicBezTo>
                    <a:pt x="68839" y="34272"/>
                    <a:pt x="68913" y="34642"/>
                    <a:pt x="68950" y="35048"/>
                  </a:cubicBezTo>
                  <a:cubicBezTo>
                    <a:pt x="69246" y="34827"/>
                    <a:pt x="69616" y="34679"/>
                    <a:pt x="70022" y="34679"/>
                  </a:cubicBezTo>
                  <a:lnTo>
                    <a:pt x="70059" y="34679"/>
                  </a:lnTo>
                  <a:cubicBezTo>
                    <a:pt x="70170" y="34679"/>
                    <a:pt x="70318" y="34679"/>
                    <a:pt x="70429" y="34716"/>
                  </a:cubicBezTo>
                  <a:cubicBezTo>
                    <a:pt x="70836" y="34790"/>
                    <a:pt x="71205" y="35012"/>
                    <a:pt x="71464" y="35307"/>
                  </a:cubicBezTo>
                  <a:cubicBezTo>
                    <a:pt x="71760" y="35640"/>
                    <a:pt x="71982" y="36047"/>
                    <a:pt x="72130" y="36490"/>
                  </a:cubicBezTo>
                  <a:cubicBezTo>
                    <a:pt x="72462" y="37415"/>
                    <a:pt x="72610" y="38561"/>
                    <a:pt x="72610" y="39781"/>
                  </a:cubicBezTo>
                  <a:cubicBezTo>
                    <a:pt x="72610" y="41444"/>
                    <a:pt x="72315" y="43219"/>
                    <a:pt x="71760" y="44550"/>
                  </a:cubicBezTo>
                  <a:cubicBezTo>
                    <a:pt x="71501" y="45178"/>
                    <a:pt x="71095" y="45622"/>
                    <a:pt x="70688" y="45918"/>
                  </a:cubicBezTo>
                  <a:lnTo>
                    <a:pt x="70651" y="45918"/>
                  </a:lnTo>
                  <a:cubicBezTo>
                    <a:pt x="71723" y="52277"/>
                    <a:pt x="73091" y="59375"/>
                    <a:pt x="74570" y="65623"/>
                  </a:cubicBezTo>
                  <a:cubicBezTo>
                    <a:pt x="75198" y="68137"/>
                    <a:pt x="75827" y="70540"/>
                    <a:pt x="76455" y="72648"/>
                  </a:cubicBezTo>
                  <a:cubicBezTo>
                    <a:pt x="77675" y="72537"/>
                    <a:pt x="78858" y="72426"/>
                    <a:pt x="80041" y="72426"/>
                  </a:cubicBezTo>
                  <a:cubicBezTo>
                    <a:pt x="81077" y="72426"/>
                    <a:pt x="82112" y="72500"/>
                    <a:pt x="83036" y="72759"/>
                  </a:cubicBezTo>
                  <a:cubicBezTo>
                    <a:pt x="83960" y="73054"/>
                    <a:pt x="84811" y="73498"/>
                    <a:pt x="85550" y="74200"/>
                  </a:cubicBezTo>
                  <a:cubicBezTo>
                    <a:pt x="86400" y="75088"/>
                    <a:pt x="86992" y="76788"/>
                    <a:pt x="87473" y="78859"/>
                  </a:cubicBezTo>
                  <a:cubicBezTo>
                    <a:pt x="87731" y="80116"/>
                    <a:pt x="87953" y="81484"/>
                    <a:pt x="88138" y="82926"/>
                  </a:cubicBezTo>
                  <a:lnTo>
                    <a:pt x="88175" y="82926"/>
                  </a:lnTo>
                  <a:cubicBezTo>
                    <a:pt x="89617" y="83036"/>
                    <a:pt x="91909" y="83739"/>
                    <a:pt x="94423" y="85550"/>
                  </a:cubicBezTo>
                  <a:cubicBezTo>
                    <a:pt x="95495" y="86327"/>
                    <a:pt x="96641" y="87325"/>
                    <a:pt x="97713" y="88582"/>
                  </a:cubicBezTo>
                  <a:lnTo>
                    <a:pt x="110172" y="73794"/>
                  </a:lnTo>
                  <a:lnTo>
                    <a:pt x="136828" y="42258"/>
                  </a:lnTo>
                  <a:cubicBezTo>
                    <a:pt x="137124" y="41112"/>
                    <a:pt x="137568" y="39522"/>
                    <a:pt x="138344" y="37747"/>
                  </a:cubicBezTo>
                  <a:cubicBezTo>
                    <a:pt x="139786" y="34420"/>
                    <a:pt x="142263" y="30538"/>
                    <a:pt x="146367" y="28320"/>
                  </a:cubicBezTo>
                  <a:cubicBezTo>
                    <a:pt x="147513" y="27728"/>
                    <a:pt x="148622" y="27248"/>
                    <a:pt x="149768" y="26915"/>
                  </a:cubicBezTo>
                  <a:lnTo>
                    <a:pt x="154389" y="21443"/>
                  </a:lnTo>
                  <a:cubicBezTo>
                    <a:pt x="141339" y="10796"/>
                    <a:pt x="126920" y="4067"/>
                    <a:pt x="111614" y="1368"/>
                  </a:cubicBezTo>
                  <a:cubicBezTo>
                    <a:pt x="106512" y="444"/>
                    <a:pt x="101337" y="0"/>
                    <a:pt x="96050" y="0"/>
                  </a:cubicBezTo>
                  <a:close/>
                  <a:moveTo>
                    <a:pt x="31758" y="24216"/>
                  </a:moveTo>
                  <a:cubicBezTo>
                    <a:pt x="11905" y="41962"/>
                    <a:pt x="37" y="67657"/>
                    <a:pt x="0" y="94904"/>
                  </a:cubicBezTo>
                  <a:cubicBezTo>
                    <a:pt x="0" y="101818"/>
                    <a:pt x="777" y="108805"/>
                    <a:pt x="2366" y="115793"/>
                  </a:cubicBezTo>
                  <a:lnTo>
                    <a:pt x="35344" y="107696"/>
                  </a:lnTo>
                  <a:lnTo>
                    <a:pt x="18005" y="111874"/>
                  </a:lnTo>
                  <a:lnTo>
                    <a:pt x="17931" y="111874"/>
                  </a:lnTo>
                  <a:cubicBezTo>
                    <a:pt x="17857" y="111874"/>
                    <a:pt x="17783" y="111874"/>
                    <a:pt x="17746" y="111800"/>
                  </a:cubicBezTo>
                  <a:cubicBezTo>
                    <a:pt x="17672" y="111763"/>
                    <a:pt x="17598" y="111652"/>
                    <a:pt x="17635" y="111578"/>
                  </a:cubicBezTo>
                  <a:cubicBezTo>
                    <a:pt x="17635" y="111578"/>
                    <a:pt x="17857" y="105071"/>
                    <a:pt x="18411" y="97455"/>
                  </a:cubicBezTo>
                  <a:cubicBezTo>
                    <a:pt x="18929" y="89876"/>
                    <a:pt x="19779" y="81225"/>
                    <a:pt x="20962" y="76825"/>
                  </a:cubicBezTo>
                  <a:cubicBezTo>
                    <a:pt x="21332" y="75605"/>
                    <a:pt x="21665" y="74681"/>
                    <a:pt x="22146" y="74200"/>
                  </a:cubicBezTo>
                  <a:cubicBezTo>
                    <a:pt x="22848" y="73498"/>
                    <a:pt x="23735" y="73054"/>
                    <a:pt x="24660" y="72759"/>
                  </a:cubicBezTo>
                  <a:cubicBezTo>
                    <a:pt x="25584" y="72500"/>
                    <a:pt x="26619" y="72426"/>
                    <a:pt x="27654" y="72426"/>
                  </a:cubicBezTo>
                  <a:cubicBezTo>
                    <a:pt x="29244" y="72426"/>
                    <a:pt x="30871" y="72611"/>
                    <a:pt x="32497" y="72759"/>
                  </a:cubicBezTo>
                  <a:cubicBezTo>
                    <a:pt x="32904" y="72796"/>
                    <a:pt x="33274" y="72833"/>
                    <a:pt x="33643" y="72833"/>
                  </a:cubicBezTo>
                  <a:cubicBezTo>
                    <a:pt x="34198" y="68692"/>
                    <a:pt x="34752" y="62850"/>
                    <a:pt x="34752" y="55678"/>
                  </a:cubicBezTo>
                  <a:cubicBezTo>
                    <a:pt x="34752" y="53682"/>
                    <a:pt x="34716" y="51537"/>
                    <a:pt x="34605" y="49319"/>
                  </a:cubicBezTo>
                  <a:cubicBezTo>
                    <a:pt x="34087" y="49171"/>
                    <a:pt x="33569" y="48839"/>
                    <a:pt x="33126" y="48247"/>
                  </a:cubicBezTo>
                  <a:cubicBezTo>
                    <a:pt x="31758" y="46435"/>
                    <a:pt x="30760" y="43441"/>
                    <a:pt x="30760" y="41186"/>
                  </a:cubicBezTo>
                  <a:cubicBezTo>
                    <a:pt x="30760" y="40557"/>
                    <a:pt x="30834" y="39966"/>
                    <a:pt x="31018" y="39485"/>
                  </a:cubicBezTo>
                  <a:cubicBezTo>
                    <a:pt x="31203" y="39004"/>
                    <a:pt x="31499" y="38598"/>
                    <a:pt x="31980" y="38376"/>
                  </a:cubicBezTo>
                  <a:cubicBezTo>
                    <a:pt x="32238" y="38265"/>
                    <a:pt x="32534" y="38191"/>
                    <a:pt x="32793" y="38191"/>
                  </a:cubicBezTo>
                  <a:cubicBezTo>
                    <a:pt x="33126" y="38191"/>
                    <a:pt x="33459" y="38302"/>
                    <a:pt x="33717" y="38413"/>
                  </a:cubicBezTo>
                  <a:cubicBezTo>
                    <a:pt x="32386" y="34938"/>
                    <a:pt x="31573" y="31093"/>
                    <a:pt x="31573" y="27322"/>
                  </a:cubicBezTo>
                  <a:cubicBezTo>
                    <a:pt x="31573" y="26286"/>
                    <a:pt x="31610" y="25251"/>
                    <a:pt x="31758" y="2421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53"/>
            <p:cNvSpPr/>
            <p:nvPr/>
          </p:nvSpPr>
          <p:spPr>
            <a:xfrm>
              <a:off x="4047975" y="1140200"/>
              <a:ext cx="2499225" cy="2630500"/>
            </a:xfrm>
            <a:custGeom>
              <a:avLst/>
              <a:gdLst/>
              <a:ahLst/>
              <a:cxnLst/>
              <a:rect l="l" t="t" r="r" b="b"/>
              <a:pathLst>
                <a:path w="99969" h="105220" extrusionOk="0">
                  <a:moveTo>
                    <a:pt x="59449" y="0"/>
                  </a:moveTo>
                  <a:lnTo>
                    <a:pt x="0" y="70430"/>
                  </a:lnTo>
                  <a:lnTo>
                    <a:pt x="59375" y="94645"/>
                  </a:lnTo>
                  <a:lnTo>
                    <a:pt x="85366" y="105219"/>
                  </a:lnTo>
                  <a:cubicBezTo>
                    <a:pt x="99969" y="67546"/>
                    <a:pt x="89876" y="26582"/>
                    <a:pt x="594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53"/>
            <p:cNvSpPr/>
            <p:nvPr/>
          </p:nvSpPr>
          <p:spPr>
            <a:xfrm>
              <a:off x="3702300" y="1057950"/>
              <a:ext cx="600800" cy="15725"/>
            </a:xfrm>
            <a:custGeom>
              <a:avLst/>
              <a:gdLst/>
              <a:ahLst/>
              <a:cxnLst/>
              <a:rect l="l" t="t" r="r" b="b"/>
              <a:pathLst>
                <a:path w="24032" h="629" extrusionOk="0">
                  <a:moveTo>
                    <a:pt x="296" y="0"/>
                  </a:moveTo>
                  <a:cubicBezTo>
                    <a:pt x="111" y="0"/>
                    <a:pt x="0" y="148"/>
                    <a:pt x="0" y="333"/>
                  </a:cubicBezTo>
                  <a:cubicBezTo>
                    <a:pt x="0" y="481"/>
                    <a:pt x="111" y="629"/>
                    <a:pt x="296" y="629"/>
                  </a:cubicBezTo>
                  <a:lnTo>
                    <a:pt x="23699" y="629"/>
                  </a:lnTo>
                  <a:cubicBezTo>
                    <a:pt x="23883" y="629"/>
                    <a:pt x="24031" y="481"/>
                    <a:pt x="24031" y="333"/>
                  </a:cubicBezTo>
                  <a:cubicBezTo>
                    <a:pt x="24031" y="148"/>
                    <a:pt x="23883"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53"/>
            <p:cNvSpPr/>
            <p:nvPr/>
          </p:nvSpPr>
          <p:spPr>
            <a:xfrm>
              <a:off x="3702300" y="1157750"/>
              <a:ext cx="600800" cy="15750"/>
            </a:xfrm>
            <a:custGeom>
              <a:avLst/>
              <a:gdLst/>
              <a:ahLst/>
              <a:cxnLst/>
              <a:rect l="l" t="t" r="r" b="b"/>
              <a:pathLst>
                <a:path w="24032" h="630" extrusionOk="0">
                  <a:moveTo>
                    <a:pt x="296" y="1"/>
                  </a:moveTo>
                  <a:cubicBezTo>
                    <a:pt x="111" y="1"/>
                    <a:pt x="0" y="149"/>
                    <a:pt x="0" y="297"/>
                  </a:cubicBezTo>
                  <a:cubicBezTo>
                    <a:pt x="0" y="481"/>
                    <a:pt x="111" y="629"/>
                    <a:pt x="296" y="629"/>
                  </a:cubicBezTo>
                  <a:lnTo>
                    <a:pt x="23699" y="629"/>
                  </a:lnTo>
                  <a:cubicBezTo>
                    <a:pt x="23883" y="629"/>
                    <a:pt x="24031" y="481"/>
                    <a:pt x="24031" y="297"/>
                  </a:cubicBezTo>
                  <a:cubicBezTo>
                    <a:pt x="24031" y="149"/>
                    <a:pt x="23883"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53"/>
            <p:cNvSpPr/>
            <p:nvPr/>
          </p:nvSpPr>
          <p:spPr>
            <a:xfrm>
              <a:off x="3702300" y="1257575"/>
              <a:ext cx="600800" cy="15750"/>
            </a:xfrm>
            <a:custGeom>
              <a:avLst/>
              <a:gdLst/>
              <a:ahLst/>
              <a:cxnLst/>
              <a:rect l="l" t="t" r="r" b="b"/>
              <a:pathLst>
                <a:path w="24032" h="630" extrusionOk="0">
                  <a:moveTo>
                    <a:pt x="296" y="1"/>
                  </a:moveTo>
                  <a:cubicBezTo>
                    <a:pt x="111" y="1"/>
                    <a:pt x="0" y="149"/>
                    <a:pt x="0" y="296"/>
                  </a:cubicBezTo>
                  <a:cubicBezTo>
                    <a:pt x="0" y="481"/>
                    <a:pt x="111" y="629"/>
                    <a:pt x="296" y="629"/>
                  </a:cubicBezTo>
                  <a:lnTo>
                    <a:pt x="23699" y="629"/>
                  </a:lnTo>
                  <a:cubicBezTo>
                    <a:pt x="23883" y="629"/>
                    <a:pt x="24031" y="481"/>
                    <a:pt x="24031" y="296"/>
                  </a:cubicBezTo>
                  <a:cubicBezTo>
                    <a:pt x="24031" y="149"/>
                    <a:pt x="23883"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53"/>
            <p:cNvSpPr/>
            <p:nvPr/>
          </p:nvSpPr>
          <p:spPr>
            <a:xfrm>
              <a:off x="3702300" y="1357400"/>
              <a:ext cx="600800" cy="14825"/>
            </a:xfrm>
            <a:custGeom>
              <a:avLst/>
              <a:gdLst/>
              <a:ahLst/>
              <a:cxnLst/>
              <a:rect l="l" t="t" r="r" b="b"/>
              <a:pathLst>
                <a:path w="24032" h="593" extrusionOk="0">
                  <a:moveTo>
                    <a:pt x="296" y="1"/>
                  </a:moveTo>
                  <a:cubicBezTo>
                    <a:pt x="111" y="1"/>
                    <a:pt x="0" y="111"/>
                    <a:pt x="0" y="296"/>
                  </a:cubicBezTo>
                  <a:cubicBezTo>
                    <a:pt x="0" y="481"/>
                    <a:pt x="111" y="592"/>
                    <a:pt x="296" y="592"/>
                  </a:cubicBezTo>
                  <a:lnTo>
                    <a:pt x="23699" y="592"/>
                  </a:lnTo>
                  <a:cubicBezTo>
                    <a:pt x="23883" y="592"/>
                    <a:pt x="24031" y="481"/>
                    <a:pt x="24031" y="296"/>
                  </a:cubicBezTo>
                  <a:cubicBezTo>
                    <a:pt x="24031" y="111"/>
                    <a:pt x="23883"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53"/>
            <p:cNvSpPr/>
            <p:nvPr/>
          </p:nvSpPr>
          <p:spPr>
            <a:xfrm>
              <a:off x="4225425" y="2428625"/>
              <a:ext cx="600800" cy="15750"/>
            </a:xfrm>
            <a:custGeom>
              <a:avLst/>
              <a:gdLst/>
              <a:ahLst/>
              <a:cxnLst/>
              <a:rect l="l" t="t" r="r" b="b"/>
              <a:pathLst>
                <a:path w="24032" h="630" extrusionOk="0">
                  <a:moveTo>
                    <a:pt x="297" y="1"/>
                  </a:moveTo>
                  <a:cubicBezTo>
                    <a:pt x="112" y="1"/>
                    <a:pt x="1" y="148"/>
                    <a:pt x="1" y="296"/>
                  </a:cubicBezTo>
                  <a:cubicBezTo>
                    <a:pt x="1" y="481"/>
                    <a:pt x="112" y="629"/>
                    <a:pt x="297" y="629"/>
                  </a:cubicBezTo>
                  <a:lnTo>
                    <a:pt x="23699" y="629"/>
                  </a:lnTo>
                  <a:cubicBezTo>
                    <a:pt x="23884" y="629"/>
                    <a:pt x="24032" y="481"/>
                    <a:pt x="24032" y="296"/>
                  </a:cubicBezTo>
                  <a:cubicBezTo>
                    <a:pt x="24032" y="148"/>
                    <a:pt x="23884"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53"/>
            <p:cNvSpPr/>
            <p:nvPr/>
          </p:nvSpPr>
          <p:spPr>
            <a:xfrm>
              <a:off x="4225425" y="2528450"/>
              <a:ext cx="600800" cy="14800"/>
            </a:xfrm>
            <a:custGeom>
              <a:avLst/>
              <a:gdLst/>
              <a:ahLst/>
              <a:cxnLst/>
              <a:rect l="l" t="t" r="r" b="b"/>
              <a:pathLst>
                <a:path w="24032" h="592" extrusionOk="0">
                  <a:moveTo>
                    <a:pt x="297" y="0"/>
                  </a:moveTo>
                  <a:cubicBezTo>
                    <a:pt x="112" y="0"/>
                    <a:pt x="1" y="111"/>
                    <a:pt x="1" y="296"/>
                  </a:cubicBezTo>
                  <a:cubicBezTo>
                    <a:pt x="1" y="481"/>
                    <a:pt x="112" y="592"/>
                    <a:pt x="297" y="592"/>
                  </a:cubicBezTo>
                  <a:lnTo>
                    <a:pt x="23699" y="592"/>
                  </a:lnTo>
                  <a:cubicBezTo>
                    <a:pt x="23884" y="592"/>
                    <a:pt x="24032" y="481"/>
                    <a:pt x="24032" y="296"/>
                  </a:cubicBezTo>
                  <a:cubicBezTo>
                    <a:pt x="24032" y="111"/>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53"/>
            <p:cNvSpPr/>
            <p:nvPr/>
          </p:nvSpPr>
          <p:spPr>
            <a:xfrm>
              <a:off x="4225425" y="2628275"/>
              <a:ext cx="600800" cy="14800"/>
            </a:xfrm>
            <a:custGeom>
              <a:avLst/>
              <a:gdLst/>
              <a:ahLst/>
              <a:cxnLst/>
              <a:rect l="l" t="t" r="r" b="b"/>
              <a:pathLst>
                <a:path w="24032" h="592" extrusionOk="0">
                  <a:moveTo>
                    <a:pt x="297" y="0"/>
                  </a:moveTo>
                  <a:cubicBezTo>
                    <a:pt x="112" y="0"/>
                    <a:pt x="1" y="111"/>
                    <a:pt x="1" y="296"/>
                  </a:cubicBezTo>
                  <a:cubicBezTo>
                    <a:pt x="1" y="444"/>
                    <a:pt x="112" y="592"/>
                    <a:pt x="297" y="592"/>
                  </a:cubicBezTo>
                  <a:lnTo>
                    <a:pt x="23699" y="592"/>
                  </a:lnTo>
                  <a:cubicBezTo>
                    <a:pt x="23884" y="592"/>
                    <a:pt x="24032" y="444"/>
                    <a:pt x="24032" y="296"/>
                  </a:cubicBezTo>
                  <a:cubicBezTo>
                    <a:pt x="24032" y="111"/>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53"/>
            <p:cNvSpPr/>
            <p:nvPr/>
          </p:nvSpPr>
          <p:spPr>
            <a:xfrm>
              <a:off x="4225425" y="2727175"/>
              <a:ext cx="600800" cy="15725"/>
            </a:xfrm>
            <a:custGeom>
              <a:avLst/>
              <a:gdLst/>
              <a:ahLst/>
              <a:cxnLst/>
              <a:rect l="l" t="t" r="r" b="b"/>
              <a:pathLst>
                <a:path w="24032" h="629" extrusionOk="0">
                  <a:moveTo>
                    <a:pt x="297" y="0"/>
                  </a:moveTo>
                  <a:cubicBezTo>
                    <a:pt x="112" y="0"/>
                    <a:pt x="1" y="148"/>
                    <a:pt x="1" y="333"/>
                  </a:cubicBezTo>
                  <a:cubicBezTo>
                    <a:pt x="1" y="481"/>
                    <a:pt x="112" y="629"/>
                    <a:pt x="297"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53"/>
            <p:cNvSpPr/>
            <p:nvPr/>
          </p:nvSpPr>
          <p:spPr>
            <a:xfrm>
              <a:off x="2344550" y="3724450"/>
              <a:ext cx="600800" cy="14825"/>
            </a:xfrm>
            <a:custGeom>
              <a:avLst/>
              <a:gdLst/>
              <a:ahLst/>
              <a:cxnLst/>
              <a:rect l="l" t="t" r="r" b="b"/>
              <a:pathLst>
                <a:path w="24032" h="593" extrusionOk="0">
                  <a:moveTo>
                    <a:pt x="296" y="1"/>
                  </a:moveTo>
                  <a:cubicBezTo>
                    <a:pt x="112" y="1"/>
                    <a:pt x="1" y="111"/>
                    <a:pt x="1" y="296"/>
                  </a:cubicBezTo>
                  <a:cubicBezTo>
                    <a:pt x="1" y="444"/>
                    <a:pt x="112" y="592"/>
                    <a:pt x="296" y="592"/>
                  </a:cubicBezTo>
                  <a:lnTo>
                    <a:pt x="23699" y="592"/>
                  </a:lnTo>
                  <a:cubicBezTo>
                    <a:pt x="23884" y="592"/>
                    <a:pt x="24032" y="444"/>
                    <a:pt x="24032" y="296"/>
                  </a:cubicBezTo>
                  <a:cubicBezTo>
                    <a:pt x="24032" y="111"/>
                    <a:pt x="23884"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53"/>
            <p:cNvSpPr/>
            <p:nvPr/>
          </p:nvSpPr>
          <p:spPr>
            <a:xfrm>
              <a:off x="2344550" y="3823350"/>
              <a:ext cx="600800" cy="15725"/>
            </a:xfrm>
            <a:custGeom>
              <a:avLst/>
              <a:gdLst/>
              <a:ahLst/>
              <a:cxnLst/>
              <a:rect l="l" t="t" r="r" b="b"/>
              <a:pathLst>
                <a:path w="24032" h="629" extrusionOk="0">
                  <a:moveTo>
                    <a:pt x="296" y="0"/>
                  </a:moveTo>
                  <a:cubicBezTo>
                    <a:pt x="112" y="0"/>
                    <a:pt x="1" y="148"/>
                    <a:pt x="1" y="333"/>
                  </a:cubicBezTo>
                  <a:cubicBezTo>
                    <a:pt x="1" y="481"/>
                    <a:pt x="112" y="629"/>
                    <a:pt x="296"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53"/>
            <p:cNvSpPr/>
            <p:nvPr/>
          </p:nvSpPr>
          <p:spPr>
            <a:xfrm>
              <a:off x="2344550" y="3923175"/>
              <a:ext cx="600800" cy="15725"/>
            </a:xfrm>
            <a:custGeom>
              <a:avLst/>
              <a:gdLst/>
              <a:ahLst/>
              <a:cxnLst/>
              <a:rect l="l" t="t" r="r" b="b"/>
              <a:pathLst>
                <a:path w="24032" h="629" extrusionOk="0">
                  <a:moveTo>
                    <a:pt x="296" y="0"/>
                  </a:moveTo>
                  <a:cubicBezTo>
                    <a:pt x="112" y="0"/>
                    <a:pt x="1" y="148"/>
                    <a:pt x="1" y="333"/>
                  </a:cubicBezTo>
                  <a:cubicBezTo>
                    <a:pt x="1" y="481"/>
                    <a:pt x="112" y="629"/>
                    <a:pt x="296"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53"/>
            <p:cNvSpPr/>
            <p:nvPr/>
          </p:nvSpPr>
          <p:spPr>
            <a:xfrm>
              <a:off x="2344550" y="4023000"/>
              <a:ext cx="600800" cy="15725"/>
            </a:xfrm>
            <a:custGeom>
              <a:avLst/>
              <a:gdLst/>
              <a:ahLst/>
              <a:cxnLst/>
              <a:rect l="l" t="t" r="r" b="b"/>
              <a:pathLst>
                <a:path w="24032" h="629" extrusionOk="0">
                  <a:moveTo>
                    <a:pt x="296" y="0"/>
                  </a:moveTo>
                  <a:cubicBezTo>
                    <a:pt x="112" y="0"/>
                    <a:pt x="1" y="148"/>
                    <a:pt x="1" y="296"/>
                  </a:cubicBezTo>
                  <a:cubicBezTo>
                    <a:pt x="1" y="481"/>
                    <a:pt x="112" y="629"/>
                    <a:pt x="296" y="629"/>
                  </a:cubicBezTo>
                  <a:lnTo>
                    <a:pt x="23699" y="629"/>
                  </a:lnTo>
                  <a:cubicBezTo>
                    <a:pt x="23884" y="629"/>
                    <a:pt x="24032" y="481"/>
                    <a:pt x="24032" y="296"/>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53"/>
            <p:cNvSpPr/>
            <p:nvPr/>
          </p:nvSpPr>
          <p:spPr>
            <a:xfrm>
              <a:off x="2424975" y="1254800"/>
              <a:ext cx="1139625" cy="1286625"/>
            </a:xfrm>
            <a:custGeom>
              <a:avLst/>
              <a:gdLst/>
              <a:ahLst/>
              <a:cxnLst/>
              <a:rect l="l" t="t" r="r" b="b"/>
              <a:pathLst>
                <a:path w="45585" h="51465" extrusionOk="0">
                  <a:moveTo>
                    <a:pt x="34937" y="1"/>
                  </a:moveTo>
                  <a:lnTo>
                    <a:pt x="296" y="3328"/>
                  </a:lnTo>
                  <a:cubicBezTo>
                    <a:pt x="4991" y="31352"/>
                    <a:pt x="0" y="51464"/>
                    <a:pt x="0" y="51464"/>
                  </a:cubicBezTo>
                  <a:lnTo>
                    <a:pt x="45585" y="50207"/>
                  </a:lnTo>
                  <a:cubicBezTo>
                    <a:pt x="39891" y="38302"/>
                    <a:pt x="34937" y="1"/>
                    <a:pt x="349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53"/>
            <p:cNvSpPr/>
            <p:nvPr/>
          </p:nvSpPr>
          <p:spPr>
            <a:xfrm>
              <a:off x="2462850" y="1693825"/>
              <a:ext cx="1038900" cy="674750"/>
            </a:xfrm>
            <a:custGeom>
              <a:avLst/>
              <a:gdLst/>
              <a:ahLst/>
              <a:cxnLst/>
              <a:rect l="l" t="t" r="r" b="b"/>
              <a:pathLst>
                <a:path w="41556" h="26990" extrusionOk="0">
                  <a:moveTo>
                    <a:pt x="26805" y="13532"/>
                  </a:moveTo>
                  <a:lnTo>
                    <a:pt x="26768" y="13569"/>
                  </a:lnTo>
                  <a:cubicBezTo>
                    <a:pt x="26583" y="15713"/>
                    <a:pt x="26435" y="17969"/>
                    <a:pt x="26435" y="19743"/>
                  </a:cubicBezTo>
                  <a:cubicBezTo>
                    <a:pt x="26435" y="20372"/>
                    <a:pt x="26435" y="20963"/>
                    <a:pt x="26509" y="21444"/>
                  </a:cubicBezTo>
                  <a:cubicBezTo>
                    <a:pt x="26546" y="21888"/>
                    <a:pt x="26620" y="22294"/>
                    <a:pt x="26694" y="22516"/>
                  </a:cubicBezTo>
                  <a:cubicBezTo>
                    <a:pt x="26878" y="22960"/>
                    <a:pt x="27174" y="23366"/>
                    <a:pt x="27581" y="23736"/>
                  </a:cubicBezTo>
                  <a:lnTo>
                    <a:pt x="26805" y="13532"/>
                  </a:lnTo>
                  <a:close/>
                  <a:moveTo>
                    <a:pt x="10168" y="12053"/>
                  </a:moveTo>
                  <a:lnTo>
                    <a:pt x="10168" y="12053"/>
                  </a:lnTo>
                  <a:cubicBezTo>
                    <a:pt x="10390" y="15713"/>
                    <a:pt x="10537" y="19632"/>
                    <a:pt x="10537" y="23625"/>
                  </a:cubicBezTo>
                  <a:cubicBezTo>
                    <a:pt x="10537" y="23921"/>
                    <a:pt x="10537" y="24217"/>
                    <a:pt x="10537" y="24512"/>
                  </a:cubicBezTo>
                  <a:cubicBezTo>
                    <a:pt x="10759" y="24402"/>
                    <a:pt x="10981" y="24254"/>
                    <a:pt x="11166" y="24106"/>
                  </a:cubicBezTo>
                  <a:cubicBezTo>
                    <a:pt x="11794" y="23625"/>
                    <a:pt x="12238" y="23071"/>
                    <a:pt x="12460" y="22516"/>
                  </a:cubicBezTo>
                  <a:cubicBezTo>
                    <a:pt x="12534" y="22294"/>
                    <a:pt x="12608" y="21888"/>
                    <a:pt x="12645" y="21444"/>
                  </a:cubicBezTo>
                  <a:cubicBezTo>
                    <a:pt x="12682" y="20963"/>
                    <a:pt x="12719" y="20372"/>
                    <a:pt x="12719" y="19743"/>
                  </a:cubicBezTo>
                  <a:cubicBezTo>
                    <a:pt x="12719" y="18117"/>
                    <a:pt x="12608" y="16120"/>
                    <a:pt x="12423" y="14124"/>
                  </a:cubicBezTo>
                  <a:cubicBezTo>
                    <a:pt x="11647" y="13495"/>
                    <a:pt x="10907" y="12793"/>
                    <a:pt x="10168" y="12053"/>
                  </a:cubicBezTo>
                  <a:close/>
                  <a:moveTo>
                    <a:pt x="29725" y="8578"/>
                  </a:moveTo>
                  <a:cubicBezTo>
                    <a:pt x="28986" y="10131"/>
                    <a:pt x="28209" y="11573"/>
                    <a:pt x="27359" y="12793"/>
                  </a:cubicBezTo>
                  <a:lnTo>
                    <a:pt x="28246" y="24291"/>
                  </a:lnTo>
                  <a:cubicBezTo>
                    <a:pt x="28838" y="24697"/>
                    <a:pt x="29577" y="25067"/>
                    <a:pt x="30391" y="25400"/>
                  </a:cubicBezTo>
                  <a:cubicBezTo>
                    <a:pt x="30945" y="25622"/>
                    <a:pt x="31574" y="25843"/>
                    <a:pt x="32202" y="26028"/>
                  </a:cubicBezTo>
                  <a:cubicBezTo>
                    <a:pt x="32128" y="25696"/>
                    <a:pt x="32054" y="25363"/>
                    <a:pt x="32017" y="25030"/>
                  </a:cubicBezTo>
                  <a:cubicBezTo>
                    <a:pt x="31389" y="21222"/>
                    <a:pt x="30760" y="16712"/>
                    <a:pt x="30206" y="12386"/>
                  </a:cubicBezTo>
                  <a:cubicBezTo>
                    <a:pt x="30021" y="11092"/>
                    <a:pt x="29873" y="9798"/>
                    <a:pt x="29725" y="8578"/>
                  </a:cubicBezTo>
                  <a:close/>
                  <a:moveTo>
                    <a:pt x="5731" y="5990"/>
                  </a:moveTo>
                  <a:lnTo>
                    <a:pt x="5731" y="5990"/>
                  </a:lnTo>
                  <a:cubicBezTo>
                    <a:pt x="5768" y="6988"/>
                    <a:pt x="5768" y="8024"/>
                    <a:pt x="5768" y="9059"/>
                  </a:cubicBezTo>
                  <a:cubicBezTo>
                    <a:pt x="5768" y="15270"/>
                    <a:pt x="5399" y="21666"/>
                    <a:pt x="5066" y="26472"/>
                  </a:cubicBezTo>
                  <a:cubicBezTo>
                    <a:pt x="6877" y="26102"/>
                    <a:pt x="8578" y="25585"/>
                    <a:pt x="9909" y="24882"/>
                  </a:cubicBezTo>
                  <a:cubicBezTo>
                    <a:pt x="9909" y="24475"/>
                    <a:pt x="9909" y="24032"/>
                    <a:pt x="9909" y="23625"/>
                  </a:cubicBezTo>
                  <a:cubicBezTo>
                    <a:pt x="9909" y="19374"/>
                    <a:pt x="9761" y="15159"/>
                    <a:pt x="9502" y="11351"/>
                  </a:cubicBezTo>
                  <a:cubicBezTo>
                    <a:pt x="8578" y="10279"/>
                    <a:pt x="7728" y="9133"/>
                    <a:pt x="6951" y="7987"/>
                  </a:cubicBezTo>
                  <a:cubicBezTo>
                    <a:pt x="6545" y="7321"/>
                    <a:pt x="6138" y="6656"/>
                    <a:pt x="5731" y="5990"/>
                  </a:cubicBezTo>
                  <a:close/>
                  <a:moveTo>
                    <a:pt x="33274" y="1"/>
                  </a:moveTo>
                  <a:lnTo>
                    <a:pt x="33274" y="1"/>
                  </a:lnTo>
                  <a:cubicBezTo>
                    <a:pt x="33385" y="518"/>
                    <a:pt x="33496" y="1110"/>
                    <a:pt x="33607" y="1702"/>
                  </a:cubicBezTo>
                  <a:cubicBezTo>
                    <a:pt x="34827" y="8134"/>
                    <a:pt x="36491" y="16231"/>
                    <a:pt x="38081" y="22775"/>
                  </a:cubicBezTo>
                  <a:cubicBezTo>
                    <a:pt x="38450" y="24291"/>
                    <a:pt x="38783" y="25696"/>
                    <a:pt x="39153" y="26953"/>
                  </a:cubicBezTo>
                  <a:cubicBezTo>
                    <a:pt x="39818" y="26953"/>
                    <a:pt x="40521" y="26879"/>
                    <a:pt x="41223" y="26805"/>
                  </a:cubicBezTo>
                  <a:cubicBezTo>
                    <a:pt x="41334" y="26805"/>
                    <a:pt x="41445" y="26805"/>
                    <a:pt x="41556" y="26768"/>
                  </a:cubicBezTo>
                  <a:cubicBezTo>
                    <a:pt x="40927" y="24697"/>
                    <a:pt x="40299" y="22331"/>
                    <a:pt x="39707" y="19854"/>
                  </a:cubicBezTo>
                  <a:cubicBezTo>
                    <a:pt x="38450" y="14567"/>
                    <a:pt x="37267" y="8652"/>
                    <a:pt x="36306" y="3106"/>
                  </a:cubicBezTo>
                  <a:cubicBezTo>
                    <a:pt x="36121" y="2145"/>
                    <a:pt x="35973" y="1184"/>
                    <a:pt x="35825" y="260"/>
                  </a:cubicBezTo>
                  <a:cubicBezTo>
                    <a:pt x="35567" y="334"/>
                    <a:pt x="35271" y="371"/>
                    <a:pt x="35012" y="371"/>
                  </a:cubicBezTo>
                  <a:cubicBezTo>
                    <a:pt x="34384" y="371"/>
                    <a:pt x="33755" y="186"/>
                    <a:pt x="33274" y="1"/>
                  </a:cubicBezTo>
                  <a:close/>
                  <a:moveTo>
                    <a:pt x="3698" y="2256"/>
                  </a:moveTo>
                  <a:cubicBezTo>
                    <a:pt x="3587" y="2367"/>
                    <a:pt x="3439" y="2478"/>
                    <a:pt x="3291" y="2589"/>
                  </a:cubicBezTo>
                  <a:cubicBezTo>
                    <a:pt x="2700" y="3032"/>
                    <a:pt x="1886" y="3476"/>
                    <a:pt x="999" y="3513"/>
                  </a:cubicBezTo>
                  <a:lnTo>
                    <a:pt x="962" y="3513"/>
                  </a:lnTo>
                  <a:cubicBezTo>
                    <a:pt x="1073" y="5694"/>
                    <a:pt x="1110" y="7765"/>
                    <a:pt x="1110" y="9761"/>
                  </a:cubicBezTo>
                  <a:cubicBezTo>
                    <a:pt x="1110" y="16933"/>
                    <a:pt x="555" y="22775"/>
                    <a:pt x="1" y="26953"/>
                  </a:cubicBezTo>
                  <a:cubicBezTo>
                    <a:pt x="297" y="26989"/>
                    <a:pt x="592" y="26989"/>
                    <a:pt x="851" y="26989"/>
                  </a:cubicBezTo>
                  <a:cubicBezTo>
                    <a:pt x="1332" y="26989"/>
                    <a:pt x="1775" y="26953"/>
                    <a:pt x="2219" y="26916"/>
                  </a:cubicBezTo>
                  <a:cubicBezTo>
                    <a:pt x="2330" y="26916"/>
                    <a:pt x="2404" y="26879"/>
                    <a:pt x="2515" y="26879"/>
                  </a:cubicBezTo>
                  <a:lnTo>
                    <a:pt x="2552" y="26879"/>
                  </a:lnTo>
                  <a:cubicBezTo>
                    <a:pt x="3180" y="26805"/>
                    <a:pt x="3809" y="26731"/>
                    <a:pt x="4437" y="26620"/>
                  </a:cubicBezTo>
                  <a:cubicBezTo>
                    <a:pt x="4437" y="26435"/>
                    <a:pt x="4437" y="26287"/>
                    <a:pt x="4474" y="26139"/>
                  </a:cubicBezTo>
                  <a:cubicBezTo>
                    <a:pt x="4807" y="21370"/>
                    <a:pt x="5140" y="15085"/>
                    <a:pt x="5140" y="9059"/>
                  </a:cubicBezTo>
                  <a:cubicBezTo>
                    <a:pt x="5140" y="7617"/>
                    <a:pt x="5140" y="6249"/>
                    <a:pt x="5103" y="4881"/>
                  </a:cubicBezTo>
                  <a:cubicBezTo>
                    <a:pt x="4622" y="3994"/>
                    <a:pt x="4142" y="3143"/>
                    <a:pt x="3698" y="2256"/>
                  </a:cubicBezTo>
                  <a:close/>
                  <a:moveTo>
                    <a:pt x="32683" y="186"/>
                  </a:moveTo>
                  <a:cubicBezTo>
                    <a:pt x="32017" y="2774"/>
                    <a:pt x="31167" y="5251"/>
                    <a:pt x="30206" y="7469"/>
                  </a:cubicBezTo>
                  <a:cubicBezTo>
                    <a:pt x="30871" y="13052"/>
                    <a:pt x="31759" y="19669"/>
                    <a:pt x="32609" y="24919"/>
                  </a:cubicBezTo>
                  <a:cubicBezTo>
                    <a:pt x="32683" y="25363"/>
                    <a:pt x="32757" y="25769"/>
                    <a:pt x="32831" y="26213"/>
                  </a:cubicBezTo>
                  <a:cubicBezTo>
                    <a:pt x="33940" y="26472"/>
                    <a:pt x="35086" y="26694"/>
                    <a:pt x="36232" y="26842"/>
                  </a:cubicBezTo>
                  <a:lnTo>
                    <a:pt x="36269" y="26842"/>
                  </a:lnTo>
                  <a:cubicBezTo>
                    <a:pt x="36491" y="26879"/>
                    <a:pt x="36713" y="26879"/>
                    <a:pt x="36934" y="26916"/>
                  </a:cubicBezTo>
                  <a:cubicBezTo>
                    <a:pt x="37156" y="26953"/>
                    <a:pt x="37341" y="26953"/>
                    <a:pt x="37563" y="26953"/>
                  </a:cubicBezTo>
                  <a:cubicBezTo>
                    <a:pt x="37822" y="26989"/>
                    <a:pt x="38044" y="26989"/>
                    <a:pt x="38265" y="26989"/>
                  </a:cubicBezTo>
                  <a:lnTo>
                    <a:pt x="38524" y="26989"/>
                  </a:lnTo>
                  <a:cubicBezTo>
                    <a:pt x="38191" y="25732"/>
                    <a:pt x="37822" y="24365"/>
                    <a:pt x="37489" y="22923"/>
                  </a:cubicBezTo>
                  <a:cubicBezTo>
                    <a:pt x="36417" y="18560"/>
                    <a:pt x="35308" y="13495"/>
                    <a:pt x="34347" y="8689"/>
                  </a:cubicBezTo>
                  <a:cubicBezTo>
                    <a:pt x="33755" y="5694"/>
                    <a:pt x="33163" y="2774"/>
                    <a:pt x="32683" y="18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53"/>
            <p:cNvSpPr/>
            <p:nvPr/>
          </p:nvSpPr>
          <p:spPr>
            <a:xfrm>
              <a:off x="2416650" y="1246500"/>
              <a:ext cx="1156275" cy="1303225"/>
            </a:xfrm>
            <a:custGeom>
              <a:avLst/>
              <a:gdLst/>
              <a:ahLst/>
              <a:cxnLst/>
              <a:rect l="l" t="t" r="r" b="b"/>
              <a:pathLst>
                <a:path w="46251" h="52129" extrusionOk="0">
                  <a:moveTo>
                    <a:pt x="35012" y="657"/>
                  </a:moveTo>
                  <a:cubicBezTo>
                    <a:pt x="35230" y="2328"/>
                    <a:pt x="36393" y="11067"/>
                    <a:pt x="38154" y="20999"/>
                  </a:cubicBezTo>
                  <a:cubicBezTo>
                    <a:pt x="39115" y="26545"/>
                    <a:pt x="40298" y="32460"/>
                    <a:pt x="41555" y="37747"/>
                  </a:cubicBezTo>
                  <a:cubicBezTo>
                    <a:pt x="42754" y="42789"/>
                    <a:pt x="44087" y="47226"/>
                    <a:pt x="45459" y="50256"/>
                  </a:cubicBezTo>
                  <a:lnTo>
                    <a:pt x="45459" y="50256"/>
                  </a:lnTo>
                  <a:lnTo>
                    <a:pt x="723" y="51488"/>
                  </a:lnTo>
                  <a:lnTo>
                    <a:pt x="723" y="51488"/>
                  </a:lnTo>
                  <a:cubicBezTo>
                    <a:pt x="1160" y="49518"/>
                    <a:pt x="2958" y="40712"/>
                    <a:pt x="2958" y="27654"/>
                  </a:cubicBezTo>
                  <a:cubicBezTo>
                    <a:pt x="2958" y="20791"/>
                    <a:pt x="2453" y="12775"/>
                    <a:pt x="981" y="3926"/>
                  </a:cubicBezTo>
                  <a:lnTo>
                    <a:pt x="981" y="3926"/>
                  </a:lnTo>
                  <a:lnTo>
                    <a:pt x="35012" y="657"/>
                  </a:lnTo>
                  <a:close/>
                  <a:moveTo>
                    <a:pt x="35270" y="0"/>
                  </a:moveTo>
                  <a:lnTo>
                    <a:pt x="592" y="3364"/>
                  </a:lnTo>
                  <a:cubicBezTo>
                    <a:pt x="518" y="3364"/>
                    <a:pt x="444" y="3401"/>
                    <a:pt x="407" y="3475"/>
                  </a:cubicBezTo>
                  <a:cubicBezTo>
                    <a:pt x="333" y="3549"/>
                    <a:pt x="333" y="3623"/>
                    <a:pt x="333" y="3697"/>
                  </a:cubicBezTo>
                  <a:cubicBezTo>
                    <a:pt x="1812" y="12644"/>
                    <a:pt x="2329" y="20741"/>
                    <a:pt x="2329" y="27654"/>
                  </a:cubicBezTo>
                  <a:cubicBezTo>
                    <a:pt x="2329" y="35048"/>
                    <a:pt x="1738" y="41075"/>
                    <a:pt x="1183" y="45252"/>
                  </a:cubicBezTo>
                  <a:cubicBezTo>
                    <a:pt x="888" y="47323"/>
                    <a:pt x="592" y="48949"/>
                    <a:pt x="370" y="50058"/>
                  </a:cubicBezTo>
                  <a:cubicBezTo>
                    <a:pt x="259" y="50613"/>
                    <a:pt x="185" y="51020"/>
                    <a:pt x="111" y="51315"/>
                  </a:cubicBezTo>
                  <a:cubicBezTo>
                    <a:pt x="37" y="51611"/>
                    <a:pt x="0" y="51722"/>
                    <a:pt x="0" y="51722"/>
                  </a:cubicBezTo>
                  <a:cubicBezTo>
                    <a:pt x="0" y="51833"/>
                    <a:pt x="0" y="51944"/>
                    <a:pt x="74" y="52018"/>
                  </a:cubicBezTo>
                  <a:cubicBezTo>
                    <a:pt x="148" y="52092"/>
                    <a:pt x="222" y="52129"/>
                    <a:pt x="333" y="52129"/>
                  </a:cubicBezTo>
                  <a:lnTo>
                    <a:pt x="45955" y="50835"/>
                  </a:lnTo>
                  <a:cubicBezTo>
                    <a:pt x="46029" y="50835"/>
                    <a:pt x="46140" y="50798"/>
                    <a:pt x="46177" y="50687"/>
                  </a:cubicBezTo>
                  <a:cubicBezTo>
                    <a:pt x="46251" y="50613"/>
                    <a:pt x="46251" y="50502"/>
                    <a:pt x="46214" y="50391"/>
                  </a:cubicBezTo>
                  <a:cubicBezTo>
                    <a:pt x="44809" y="47470"/>
                    <a:pt x="43404" y="42849"/>
                    <a:pt x="42147" y="37599"/>
                  </a:cubicBezTo>
                  <a:cubicBezTo>
                    <a:pt x="40261" y="29725"/>
                    <a:pt x="38598" y="20371"/>
                    <a:pt x="37452" y="13014"/>
                  </a:cubicBezTo>
                  <a:cubicBezTo>
                    <a:pt x="36860" y="9354"/>
                    <a:pt x="36416" y="6137"/>
                    <a:pt x="36084" y="3882"/>
                  </a:cubicBezTo>
                  <a:cubicBezTo>
                    <a:pt x="35936" y="2773"/>
                    <a:pt x="35788" y="1849"/>
                    <a:pt x="35714" y="1220"/>
                  </a:cubicBezTo>
                  <a:cubicBezTo>
                    <a:pt x="35640" y="629"/>
                    <a:pt x="35603" y="296"/>
                    <a:pt x="35603" y="296"/>
                  </a:cubicBezTo>
                  <a:cubicBezTo>
                    <a:pt x="35566" y="111"/>
                    <a:pt x="35418" y="0"/>
                    <a:pt x="352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53"/>
            <p:cNvSpPr/>
            <p:nvPr/>
          </p:nvSpPr>
          <p:spPr>
            <a:xfrm>
              <a:off x="2556200" y="1537450"/>
              <a:ext cx="50875" cy="1017975"/>
            </a:xfrm>
            <a:custGeom>
              <a:avLst/>
              <a:gdLst/>
              <a:ahLst/>
              <a:cxnLst/>
              <a:rect l="l" t="t" r="r" b="b"/>
              <a:pathLst>
                <a:path w="2035" h="40719" extrusionOk="0">
                  <a:moveTo>
                    <a:pt x="541" y="1"/>
                  </a:moveTo>
                  <a:cubicBezTo>
                    <a:pt x="521" y="1"/>
                    <a:pt x="501" y="3"/>
                    <a:pt x="482" y="8"/>
                  </a:cubicBezTo>
                  <a:cubicBezTo>
                    <a:pt x="297" y="45"/>
                    <a:pt x="186" y="193"/>
                    <a:pt x="223" y="378"/>
                  </a:cubicBezTo>
                  <a:cubicBezTo>
                    <a:pt x="1110" y="4186"/>
                    <a:pt x="1406" y="9657"/>
                    <a:pt x="1406" y="15314"/>
                  </a:cubicBezTo>
                  <a:cubicBezTo>
                    <a:pt x="1406" y="21340"/>
                    <a:pt x="1073" y="27625"/>
                    <a:pt x="740" y="32394"/>
                  </a:cubicBezTo>
                  <a:cubicBezTo>
                    <a:pt x="555" y="34760"/>
                    <a:pt x="371" y="36757"/>
                    <a:pt x="260" y="38162"/>
                  </a:cubicBezTo>
                  <a:cubicBezTo>
                    <a:pt x="112" y="39566"/>
                    <a:pt x="38" y="40380"/>
                    <a:pt x="38" y="40380"/>
                  </a:cubicBezTo>
                  <a:cubicBezTo>
                    <a:pt x="1" y="40528"/>
                    <a:pt x="149" y="40713"/>
                    <a:pt x="297" y="40713"/>
                  </a:cubicBezTo>
                  <a:cubicBezTo>
                    <a:pt x="316" y="40716"/>
                    <a:pt x="335" y="40718"/>
                    <a:pt x="354" y="40718"/>
                  </a:cubicBezTo>
                  <a:cubicBezTo>
                    <a:pt x="511" y="40718"/>
                    <a:pt x="629" y="40586"/>
                    <a:pt x="629" y="40454"/>
                  </a:cubicBezTo>
                  <a:cubicBezTo>
                    <a:pt x="629" y="40417"/>
                    <a:pt x="2034" y="27440"/>
                    <a:pt x="2034" y="15314"/>
                  </a:cubicBezTo>
                  <a:cubicBezTo>
                    <a:pt x="2034" y="9620"/>
                    <a:pt x="1739" y="4149"/>
                    <a:pt x="851" y="230"/>
                  </a:cubicBezTo>
                  <a:cubicBezTo>
                    <a:pt x="819" y="101"/>
                    <a:pt x="675" y="1"/>
                    <a:pt x="5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53"/>
            <p:cNvSpPr/>
            <p:nvPr/>
          </p:nvSpPr>
          <p:spPr>
            <a:xfrm>
              <a:off x="2661575" y="1557050"/>
              <a:ext cx="64725" cy="988200"/>
            </a:xfrm>
            <a:custGeom>
              <a:avLst/>
              <a:gdLst/>
              <a:ahLst/>
              <a:cxnLst/>
              <a:rect l="l" t="t" r="r" b="b"/>
              <a:pathLst>
                <a:path w="2589" h="39528" extrusionOk="0">
                  <a:moveTo>
                    <a:pt x="259" y="0"/>
                  </a:moveTo>
                  <a:cubicBezTo>
                    <a:pt x="111" y="37"/>
                    <a:pt x="1" y="185"/>
                    <a:pt x="1" y="370"/>
                  </a:cubicBezTo>
                  <a:cubicBezTo>
                    <a:pt x="1" y="370"/>
                    <a:pt x="38" y="592"/>
                    <a:pt x="111" y="998"/>
                  </a:cubicBezTo>
                  <a:cubicBezTo>
                    <a:pt x="481" y="3882"/>
                    <a:pt x="1960" y="16341"/>
                    <a:pt x="1960" y="29096"/>
                  </a:cubicBezTo>
                  <a:cubicBezTo>
                    <a:pt x="1960" y="32497"/>
                    <a:pt x="1849" y="35936"/>
                    <a:pt x="1590" y="39189"/>
                  </a:cubicBezTo>
                  <a:cubicBezTo>
                    <a:pt x="1590" y="39374"/>
                    <a:pt x="1701" y="39522"/>
                    <a:pt x="1886" y="39522"/>
                  </a:cubicBezTo>
                  <a:cubicBezTo>
                    <a:pt x="1906" y="39526"/>
                    <a:pt x="1925" y="39528"/>
                    <a:pt x="1943" y="39528"/>
                  </a:cubicBezTo>
                  <a:cubicBezTo>
                    <a:pt x="2100" y="39528"/>
                    <a:pt x="2219" y="39395"/>
                    <a:pt x="2219" y="39263"/>
                  </a:cubicBezTo>
                  <a:cubicBezTo>
                    <a:pt x="2478" y="35973"/>
                    <a:pt x="2588" y="32497"/>
                    <a:pt x="2588" y="29096"/>
                  </a:cubicBezTo>
                  <a:cubicBezTo>
                    <a:pt x="2588" y="14456"/>
                    <a:pt x="629" y="296"/>
                    <a:pt x="629" y="259"/>
                  </a:cubicBezTo>
                  <a:cubicBezTo>
                    <a:pt x="592" y="111"/>
                    <a:pt x="444" y="0"/>
                    <a:pt x="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53"/>
            <p:cNvSpPr/>
            <p:nvPr/>
          </p:nvSpPr>
          <p:spPr>
            <a:xfrm>
              <a:off x="3105225" y="1671650"/>
              <a:ext cx="81350" cy="858675"/>
            </a:xfrm>
            <a:custGeom>
              <a:avLst/>
              <a:gdLst/>
              <a:ahLst/>
              <a:cxnLst/>
              <a:rect l="l" t="t" r="r" b="b"/>
              <a:pathLst>
                <a:path w="3254" h="34347" extrusionOk="0">
                  <a:moveTo>
                    <a:pt x="296" y="1"/>
                  </a:moveTo>
                  <a:cubicBezTo>
                    <a:pt x="148" y="38"/>
                    <a:pt x="0" y="185"/>
                    <a:pt x="37" y="333"/>
                  </a:cubicBezTo>
                  <a:lnTo>
                    <a:pt x="2625" y="34051"/>
                  </a:lnTo>
                  <a:cubicBezTo>
                    <a:pt x="2625" y="34235"/>
                    <a:pt x="2773" y="34346"/>
                    <a:pt x="2958" y="34346"/>
                  </a:cubicBezTo>
                  <a:cubicBezTo>
                    <a:pt x="3106" y="34346"/>
                    <a:pt x="3254" y="34198"/>
                    <a:pt x="3217" y="34014"/>
                  </a:cubicBezTo>
                  <a:lnTo>
                    <a:pt x="629" y="296"/>
                  </a:lnTo>
                  <a:cubicBezTo>
                    <a:pt x="629" y="111"/>
                    <a:pt x="481" y="1"/>
                    <a:pt x="2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53"/>
            <p:cNvSpPr/>
            <p:nvPr/>
          </p:nvSpPr>
          <p:spPr>
            <a:xfrm>
              <a:off x="3169925" y="1582000"/>
              <a:ext cx="157150" cy="953650"/>
            </a:xfrm>
            <a:custGeom>
              <a:avLst/>
              <a:gdLst/>
              <a:ahLst/>
              <a:cxnLst/>
              <a:rect l="l" t="t" r="r" b="b"/>
              <a:pathLst>
                <a:path w="6286" h="38146" extrusionOk="0">
                  <a:moveTo>
                    <a:pt x="296" y="0"/>
                  </a:moveTo>
                  <a:cubicBezTo>
                    <a:pt x="148" y="37"/>
                    <a:pt x="0" y="185"/>
                    <a:pt x="37" y="333"/>
                  </a:cubicBezTo>
                  <a:cubicBezTo>
                    <a:pt x="37" y="333"/>
                    <a:pt x="814" y="8245"/>
                    <a:pt x="1923" y="16859"/>
                  </a:cubicBezTo>
                  <a:cubicBezTo>
                    <a:pt x="2477" y="21185"/>
                    <a:pt x="3106" y="25695"/>
                    <a:pt x="3734" y="29503"/>
                  </a:cubicBezTo>
                  <a:cubicBezTo>
                    <a:pt x="4363" y="33311"/>
                    <a:pt x="5028" y="36380"/>
                    <a:pt x="5620" y="37932"/>
                  </a:cubicBezTo>
                  <a:cubicBezTo>
                    <a:pt x="5675" y="38069"/>
                    <a:pt x="5791" y="38146"/>
                    <a:pt x="5907" y="38146"/>
                  </a:cubicBezTo>
                  <a:cubicBezTo>
                    <a:pt x="5948" y="38146"/>
                    <a:pt x="5988" y="38136"/>
                    <a:pt x="6027" y="38117"/>
                  </a:cubicBezTo>
                  <a:cubicBezTo>
                    <a:pt x="6174" y="38043"/>
                    <a:pt x="6285" y="37858"/>
                    <a:pt x="6211" y="37711"/>
                  </a:cubicBezTo>
                  <a:cubicBezTo>
                    <a:pt x="5620" y="36269"/>
                    <a:pt x="4954" y="33163"/>
                    <a:pt x="4326" y="29392"/>
                  </a:cubicBezTo>
                  <a:cubicBezTo>
                    <a:pt x="3402" y="23699"/>
                    <a:pt x="2477" y="16415"/>
                    <a:pt x="1775" y="10574"/>
                  </a:cubicBezTo>
                  <a:cubicBezTo>
                    <a:pt x="1442" y="7653"/>
                    <a:pt x="1146" y="5065"/>
                    <a:pt x="962" y="3217"/>
                  </a:cubicBezTo>
                  <a:cubicBezTo>
                    <a:pt x="740" y="1405"/>
                    <a:pt x="629" y="296"/>
                    <a:pt x="629" y="296"/>
                  </a:cubicBezTo>
                  <a:cubicBezTo>
                    <a:pt x="629" y="111"/>
                    <a:pt x="481" y="0"/>
                    <a:pt x="2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53"/>
            <p:cNvSpPr/>
            <p:nvPr/>
          </p:nvSpPr>
          <p:spPr>
            <a:xfrm>
              <a:off x="3234625" y="1447800"/>
              <a:ext cx="256975" cy="1077700"/>
            </a:xfrm>
            <a:custGeom>
              <a:avLst/>
              <a:gdLst/>
              <a:ahLst/>
              <a:cxnLst/>
              <a:rect l="l" t="t" r="r" b="b"/>
              <a:pathLst>
                <a:path w="10279" h="43108" extrusionOk="0">
                  <a:moveTo>
                    <a:pt x="356" y="0"/>
                  </a:moveTo>
                  <a:cubicBezTo>
                    <a:pt x="336" y="0"/>
                    <a:pt x="316" y="3"/>
                    <a:pt x="296" y="8"/>
                  </a:cubicBezTo>
                  <a:cubicBezTo>
                    <a:pt x="111" y="8"/>
                    <a:pt x="0" y="193"/>
                    <a:pt x="37" y="340"/>
                  </a:cubicBezTo>
                  <a:cubicBezTo>
                    <a:pt x="37" y="340"/>
                    <a:pt x="1516" y="8918"/>
                    <a:pt x="3476" y="18530"/>
                  </a:cubicBezTo>
                  <a:cubicBezTo>
                    <a:pt x="4437" y="23336"/>
                    <a:pt x="5546" y="28401"/>
                    <a:pt x="6618" y="32764"/>
                  </a:cubicBezTo>
                  <a:cubicBezTo>
                    <a:pt x="7690" y="37163"/>
                    <a:pt x="8725" y="40823"/>
                    <a:pt x="9650" y="42931"/>
                  </a:cubicBezTo>
                  <a:cubicBezTo>
                    <a:pt x="9677" y="43039"/>
                    <a:pt x="9783" y="43108"/>
                    <a:pt x="9911" y="43108"/>
                  </a:cubicBezTo>
                  <a:cubicBezTo>
                    <a:pt x="9957" y="43108"/>
                    <a:pt x="10007" y="43098"/>
                    <a:pt x="10056" y="43079"/>
                  </a:cubicBezTo>
                  <a:cubicBezTo>
                    <a:pt x="10204" y="43005"/>
                    <a:pt x="10278" y="42820"/>
                    <a:pt x="10204" y="42672"/>
                  </a:cubicBezTo>
                  <a:cubicBezTo>
                    <a:pt x="9317" y="40675"/>
                    <a:pt x="8282" y="36978"/>
                    <a:pt x="7210" y="32616"/>
                  </a:cubicBezTo>
                  <a:cubicBezTo>
                    <a:pt x="5620" y="26072"/>
                    <a:pt x="3956" y="17975"/>
                    <a:pt x="2736" y="11543"/>
                  </a:cubicBezTo>
                  <a:cubicBezTo>
                    <a:pt x="2108" y="8289"/>
                    <a:pt x="1590" y="5479"/>
                    <a:pt x="1220" y="3446"/>
                  </a:cubicBezTo>
                  <a:cubicBezTo>
                    <a:pt x="1035" y="2448"/>
                    <a:pt x="888" y="1634"/>
                    <a:pt x="777" y="1117"/>
                  </a:cubicBezTo>
                  <a:cubicBezTo>
                    <a:pt x="703" y="562"/>
                    <a:pt x="629" y="229"/>
                    <a:pt x="629" y="229"/>
                  </a:cubicBezTo>
                  <a:cubicBezTo>
                    <a:pt x="629" y="101"/>
                    <a:pt x="489" y="0"/>
                    <a:pt x="3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53"/>
            <p:cNvSpPr/>
            <p:nvPr/>
          </p:nvSpPr>
          <p:spPr>
            <a:xfrm>
              <a:off x="2356575" y="1508525"/>
              <a:ext cx="207050" cy="265150"/>
            </a:xfrm>
            <a:custGeom>
              <a:avLst/>
              <a:gdLst/>
              <a:ahLst/>
              <a:cxnLst/>
              <a:rect l="l" t="t" r="r" b="b"/>
              <a:pathLst>
                <a:path w="8282" h="10606" extrusionOk="0">
                  <a:moveTo>
                    <a:pt x="2784" y="0"/>
                  </a:moveTo>
                  <a:cubicBezTo>
                    <a:pt x="2558" y="0"/>
                    <a:pt x="2320" y="51"/>
                    <a:pt x="2071" y="167"/>
                  </a:cubicBezTo>
                  <a:cubicBezTo>
                    <a:pt x="0" y="1128"/>
                    <a:pt x="1294" y="6858"/>
                    <a:pt x="3365" y="9557"/>
                  </a:cubicBezTo>
                  <a:cubicBezTo>
                    <a:pt x="3957" y="10330"/>
                    <a:pt x="4614" y="10606"/>
                    <a:pt x="5249" y="10606"/>
                  </a:cubicBezTo>
                  <a:cubicBezTo>
                    <a:pt x="6832" y="10606"/>
                    <a:pt x="8282" y="8892"/>
                    <a:pt x="8282" y="8892"/>
                  </a:cubicBezTo>
                  <a:lnTo>
                    <a:pt x="5435" y="2718"/>
                  </a:lnTo>
                  <a:cubicBezTo>
                    <a:pt x="5435" y="2718"/>
                    <a:pt x="4434" y="0"/>
                    <a:pt x="27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53"/>
            <p:cNvSpPr/>
            <p:nvPr/>
          </p:nvSpPr>
          <p:spPr>
            <a:xfrm>
              <a:off x="2389850" y="1516375"/>
              <a:ext cx="159000" cy="249575"/>
            </a:xfrm>
            <a:custGeom>
              <a:avLst/>
              <a:gdLst/>
              <a:ahLst/>
              <a:cxnLst/>
              <a:rect l="l" t="t" r="r" b="b"/>
              <a:pathLst>
                <a:path w="6360" h="9983" extrusionOk="0">
                  <a:moveTo>
                    <a:pt x="1442" y="0"/>
                  </a:moveTo>
                  <a:cubicBezTo>
                    <a:pt x="1294" y="0"/>
                    <a:pt x="1109" y="37"/>
                    <a:pt x="887" y="148"/>
                  </a:cubicBezTo>
                  <a:cubicBezTo>
                    <a:pt x="592" y="259"/>
                    <a:pt x="370" y="518"/>
                    <a:pt x="222" y="888"/>
                  </a:cubicBezTo>
                  <a:cubicBezTo>
                    <a:pt x="74" y="1258"/>
                    <a:pt x="0" y="1775"/>
                    <a:pt x="0" y="2367"/>
                  </a:cubicBezTo>
                  <a:cubicBezTo>
                    <a:pt x="0" y="4437"/>
                    <a:pt x="998" y="7395"/>
                    <a:pt x="2255" y="9058"/>
                  </a:cubicBezTo>
                  <a:cubicBezTo>
                    <a:pt x="2810" y="9761"/>
                    <a:pt x="3365" y="9983"/>
                    <a:pt x="3919" y="9983"/>
                  </a:cubicBezTo>
                  <a:cubicBezTo>
                    <a:pt x="4548" y="9983"/>
                    <a:pt x="5213" y="9650"/>
                    <a:pt x="5731" y="9280"/>
                  </a:cubicBezTo>
                  <a:cubicBezTo>
                    <a:pt x="5989" y="9095"/>
                    <a:pt x="6174" y="8910"/>
                    <a:pt x="6359" y="8763"/>
                  </a:cubicBezTo>
                  <a:cubicBezTo>
                    <a:pt x="5879" y="7801"/>
                    <a:pt x="5435" y="6840"/>
                    <a:pt x="4991" y="5879"/>
                  </a:cubicBezTo>
                  <a:cubicBezTo>
                    <a:pt x="4954" y="5879"/>
                    <a:pt x="4917" y="5879"/>
                    <a:pt x="4843" y="5842"/>
                  </a:cubicBezTo>
                  <a:lnTo>
                    <a:pt x="4326" y="5842"/>
                  </a:lnTo>
                  <a:cubicBezTo>
                    <a:pt x="4178" y="5842"/>
                    <a:pt x="3993" y="5842"/>
                    <a:pt x="3882" y="5879"/>
                  </a:cubicBezTo>
                  <a:cubicBezTo>
                    <a:pt x="3771" y="5879"/>
                    <a:pt x="3697" y="5916"/>
                    <a:pt x="3697" y="5953"/>
                  </a:cubicBezTo>
                  <a:cubicBezTo>
                    <a:pt x="3697" y="5953"/>
                    <a:pt x="3697" y="6027"/>
                    <a:pt x="3771" y="6101"/>
                  </a:cubicBezTo>
                  <a:cubicBezTo>
                    <a:pt x="3845" y="6249"/>
                    <a:pt x="3808" y="6433"/>
                    <a:pt x="3697" y="6544"/>
                  </a:cubicBezTo>
                  <a:cubicBezTo>
                    <a:pt x="3623" y="6581"/>
                    <a:pt x="3586" y="6581"/>
                    <a:pt x="3512" y="6581"/>
                  </a:cubicBezTo>
                  <a:cubicBezTo>
                    <a:pt x="3401" y="6581"/>
                    <a:pt x="3328" y="6544"/>
                    <a:pt x="3254" y="6470"/>
                  </a:cubicBezTo>
                  <a:cubicBezTo>
                    <a:pt x="3143" y="6286"/>
                    <a:pt x="3069" y="6101"/>
                    <a:pt x="3069" y="5916"/>
                  </a:cubicBezTo>
                  <a:cubicBezTo>
                    <a:pt x="3069" y="5768"/>
                    <a:pt x="3143" y="5620"/>
                    <a:pt x="3254" y="5509"/>
                  </a:cubicBezTo>
                  <a:cubicBezTo>
                    <a:pt x="3365" y="5398"/>
                    <a:pt x="3475" y="5361"/>
                    <a:pt x="3586" y="5324"/>
                  </a:cubicBezTo>
                  <a:cubicBezTo>
                    <a:pt x="3808" y="5213"/>
                    <a:pt x="4067" y="5213"/>
                    <a:pt x="4326" y="5213"/>
                  </a:cubicBezTo>
                  <a:cubicBezTo>
                    <a:pt x="4178" y="5065"/>
                    <a:pt x="3993" y="4881"/>
                    <a:pt x="3808" y="4696"/>
                  </a:cubicBezTo>
                  <a:cubicBezTo>
                    <a:pt x="3217" y="4104"/>
                    <a:pt x="2477" y="3439"/>
                    <a:pt x="1997" y="3180"/>
                  </a:cubicBezTo>
                  <a:cubicBezTo>
                    <a:pt x="1849" y="3106"/>
                    <a:pt x="1738" y="3032"/>
                    <a:pt x="1664" y="3032"/>
                  </a:cubicBezTo>
                  <a:lnTo>
                    <a:pt x="1664" y="3069"/>
                  </a:lnTo>
                  <a:cubicBezTo>
                    <a:pt x="1627" y="3143"/>
                    <a:pt x="1590" y="3291"/>
                    <a:pt x="1590" y="3476"/>
                  </a:cubicBezTo>
                  <a:cubicBezTo>
                    <a:pt x="1590" y="3993"/>
                    <a:pt x="1738" y="4659"/>
                    <a:pt x="1812" y="4992"/>
                  </a:cubicBezTo>
                  <a:cubicBezTo>
                    <a:pt x="1849" y="5065"/>
                    <a:pt x="1849" y="5139"/>
                    <a:pt x="1849" y="5139"/>
                  </a:cubicBezTo>
                  <a:cubicBezTo>
                    <a:pt x="1886" y="5324"/>
                    <a:pt x="1812" y="5472"/>
                    <a:pt x="1627" y="5509"/>
                  </a:cubicBezTo>
                  <a:cubicBezTo>
                    <a:pt x="1627" y="5509"/>
                    <a:pt x="1590" y="5546"/>
                    <a:pt x="1553" y="5546"/>
                  </a:cubicBezTo>
                  <a:cubicBezTo>
                    <a:pt x="1405" y="5546"/>
                    <a:pt x="1294" y="5435"/>
                    <a:pt x="1257" y="5287"/>
                  </a:cubicBezTo>
                  <a:cubicBezTo>
                    <a:pt x="1257" y="5287"/>
                    <a:pt x="998" y="4289"/>
                    <a:pt x="998" y="3476"/>
                  </a:cubicBezTo>
                  <a:cubicBezTo>
                    <a:pt x="998" y="3291"/>
                    <a:pt x="998" y="3143"/>
                    <a:pt x="1035" y="2995"/>
                  </a:cubicBezTo>
                  <a:cubicBezTo>
                    <a:pt x="1072" y="2810"/>
                    <a:pt x="1146" y="2662"/>
                    <a:pt x="1294" y="2551"/>
                  </a:cubicBezTo>
                  <a:cubicBezTo>
                    <a:pt x="1368" y="2478"/>
                    <a:pt x="1516" y="2404"/>
                    <a:pt x="1664" y="2404"/>
                  </a:cubicBezTo>
                  <a:lnTo>
                    <a:pt x="1812" y="2441"/>
                  </a:lnTo>
                  <a:cubicBezTo>
                    <a:pt x="1960" y="2478"/>
                    <a:pt x="2108" y="2551"/>
                    <a:pt x="2292" y="2625"/>
                  </a:cubicBezTo>
                  <a:cubicBezTo>
                    <a:pt x="2477" y="2736"/>
                    <a:pt x="2625" y="2847"/>
                    <a:pt x="2810" y="2995"/>
                  </a:cubicBezTo>
                  <a:cubicBezTo>
                    <a:pt x="3180" y="3291"/>
                    <a:pt x="3586" y="3661"/>
                    <a:pt x="3956" y="3993"/>
                  </a:cubicBezTo>
                  <a:cubicBezTo>
                    <a:pt x="4104" y="4104"/>
                    <a:pt x="4215" y="4252"/>
                    <a:pt x="4326" y="4363"/>
                  </a:cubicBezTo>
                  <a:cubicBezTo>
                    <a:pt x="3845" y="3254"/>
                    <a:pt x="3401" y="2145"/>
                    <a:pt x="2921" y="1036"/>
                  </a:cubicBezTo>
                  <a:cubicBezTo>
                    <a:pt x="2884" y="962"/>
                    <a:pt x="2847" y="888"/>
                    <a:pt x="2847" y="814"/>
                  </a:cubicBezTo>
                  <a:cubicBezTo>
                    <a:pt x="2699" y="629"/>
                    <a:pt x="2551" y="481"/>
                    <a:pt x="2366" y="370"/>
                  </a:cubicBezTo>
                  <a:cubicBezTo>
                    <a:pt x="2071" y="111"/>
                    <a:pt x="1775" y="0"/>
                    <a:pt x="1442" y="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53"/>
            <p:cNvSpPr/>
            <p:nvPr/>
          </p:nvSpPr>
          <p:spPr>
            <a:xfrm>
              <a:off x="2414800" y="1576450"/>
              <a:ext cx="110925" cy="105150"/>
            </a:xfrm>
            <a:custGeom>
              <a:avLst/>
              <a:gdLst/>
              <a:ahLst/>
              <a:cxnLst/>
              <a:rect l="l" t="t" r="r" b="b"/>
              <a:pathLst>
                <a:path w="4437" h="4206" extrusionOk="0">
                  <a:moveTo>
                    <a:pt x="666" y="1"/>
                  </a:moveTo>
                  <a:cubicBezTo>
                    <a:pt x="518" y="1"/>
                    <a:pt x="407" y="75"/>
                    <a:pt x="296" y="148"/>
                  </a:cubicBezTo>
                  <a:cubicBezTo>
                    <a:pt x="148" y="259"/>
                    <a:pt x="74" y="407"/>
                    <a:pt x="37" y="592"/>
                  </a:cubicBezTo>
                  <a:cubicBezTo>
                    <a:pt x="0" y="740"/>
                    <a:pt x="0" y="888"/>
                    <a:pt x="0" y="1073"/>
                  </a:cubicBezTo>
                  <a:cubicBezTo>
                    <a:pt x="0" y="1886"/>
                    <a:pt x="259" y="2884"/>
                    <a:pt x="259" y="2884"/>
                  </a:cubicBezTo>
                  <a:cubicBezTo>
                    <a:pt x="290" y="3038"/>
                    <a:pt x="424" y="3115"/>
                    <a:pt x="553" y="3115"/>
                  </a:cubicBezTo>
                  <a:cubicBezTo>
                    <a:pt x="579" y="3115"/>
                    <a:pt x="604" y="3112"/>
                    <a:pt x="629" y="3106"/>
                  </a:cubicBezTo>
                  <a:cubicBezTo>
                    <a:pt x="814" y="3069"/>
                    <a:pt x="888" y="2921"/>
                    <a:pt x="851" y="2736"/>
                  </a:cubicBezTo>
                  <a:cubicBezTo>
                    <a:pt x="851" y="2736"/>
                    <a:pt x="851" y="2662"/>
                    <a:pt x="814" y="2589"/>
                  </a:cubicBezTo>
                  <a:cubicBezTo>
                    <a:pt x="740" y="2256"/>
                    <a:pt x="592" y="1590"/>
                    <a:pt x="592" y="1073"/>
                  </a:cubicBezTo>
                  <a:cubicBezTo>
                    <a:pt x="592" y="888"/>
                    <a:pt x="629" y="740"/>
                    <a:pt x="666" y="666"/>
                  </a:cubicBezTo>
                  <a:lnTo>
                    <a:pt x="666" y="629"/>
                  </a:lnTo>
                  <a:cubicBezTo>
                    <a:pt x="740" y="629"/>
                    <a:pt x="851" y="703"/>
                    <a:pt x="999" y="777"/>
                  </a:cubicBezTo>
                  <a:cubicBezTo>
                    <a:pt x="1479" y="1036"/>
                    <a:pt x="2219" y="1701"/>
                    <a:pt x="2810" y="2293"/>
                  </a:cubicBezTo>
                  <a:cubicBezTo>
                    <a:pt x="2998" y="2480"/>
                    <a:pt x="3185" y="2653"/>
                    <a:pt x="3344" y="2810"/>
                  </a:cubicBezTo>
                  <a:lnTo>
                    <a:pt x="3344" y="2810"/>
                  </a:lnTo>
                  <a:cubicBezTo>
                    <a:pt x="3339" y="2810"/>
                    <a:pt x="3333" y="2810"/>
                    <a:pt x="3328" y="2810"/>
                  </a:cubicBezTo>
                  <a:cubicBezTo>
                    <a:pt x="3106" y="2810"/>
                    <a:pt x="2847" y="2810"/>
                    <a:pt x="2588" y="2921"/>
                  </a:cubicBezTo>
                  <a:cubicBezTo>
                    <a:pt x="2477" y="2958"/>
                    <a:pt x="2367" y="2995"/>
                    <a:pt x="2256" y="3106"/>
                  </a:cubicBezTo>
                  <a:cubicBezTo>
                    <a:pt x="2145" y="3217"/>
                    <a:pt x="2071" y="3365"/>
                    <a:pt x="2071" y="3513"/>
                  </a:cubicBezTo>
                  <a:cubicBezTo>
                    <a:pt x="2071" y="3698"/>
                    <a:pt x="2145" y="3883"/>
                    <a:pt x="2256" y="4067"/>
                  </a:cubicBezTo>
                  <a:cubicBezTo>
                    <a:pt x="2323" y="4157"/>
                    <a:pt x="2417" y="4206"/>
                    <a:pt x="2514" y="4206"/>
                  </a:cubicBezTo>
                  <a:cubicBezTo>
                    <a:pt x="2577" y="4206"/>
                    <a:pt x="2641" y="4185"/>
                    <a:pt x="2699" y="4141"/>
                  </a:cubicBezTo>
                  <a:cubicBezTo>
                    <a:pt x="2810" y="4030"/>
                    <a:pt x="2847" y="3846"/>
                    <a:pt x="2773" y="3698"/>
                  </a:cubicBezTo>
                  <a:cubicBezTo>
                    <a:pt x="2715" y="3610"/>
                    <a:pt x="2703" y="3569"/>
                    <a:pt x="2700" y="3537"/>
                  </a:cubicBezTo>
                  <a:lnTo>
                    <a:pt x="2700" y="3537"/>
                  </a:lnTo>
                  <a:cubicBezTo>
                    <a:pt x="2742" y="3515"/>
                    <a:pt x="2803" y="3476"/>
                    <a:pt x="2884" y="3476"/>
                  </a:cubicBezTo>
                  <a:cubicBezTo>
                    <a:pt x="3032" y="3439"/>
                    <a:pt x="3180" y="3439"/>
                    <a:pt x="3328" y="3439"/>
                  </a:cubicBezTo>
                  <a:lnTo>
                    <a:pt x="3845" y="3439"/>
                  </a:lnTo>
                  <a:cubicBezTo>
                    <a:pt x="3919" y="3476"/>
                    <a:pt x="3956" y="3476"/>
                    <a:pt x="3993" y="3476"/>
                  </a:cubicBezTo>
                  <a:lnTo>
                    <a:pt x="4067" y="3476"/>
                  </a:lnTo>
                  <a:cubicBezTo>
                    <a:pt x="4087" y="3482"/>
                    <a:pt x="4108" y="3485"/>
                    <a:pt x="4129" y="3485"/>
                  </a:cubicBezTo>
                  <a:cubicBezTo>
                    <a:pt x="4228" y="3485"/>
                    <a:pt x="4339" y="3419"/>
                    <a:pt x="4400" y="3328"/>
                  </a:cubicBezTo>
                  <a:cubicBezTo>
                    <a:pt x="4437" y="3217"/>
                    <a:pt x="4437" y="3069"/>
                    <a:pt x="4326" y="2958"/>
                  </a:cubicBezTo>
                  <a:cubicBezTo>
                    <a:pt x="4326" y="2958"/>
                    <a:pt x="3697" y="2293"/>
                    <a:pt x="2958" y="1590"/>
                  </a:cubicBezTo>
                  <a:cubicBezTo>
                    <a:pt x="2588" y="1258"/>
                    <a:pt x="2182" y="888"/>
                    <a:pt x="1812" y="592"/>
                  </a:cubicBezTo>
                  <a:cubicBezTo>
                    <a:pt x="1627" y="444"/>
                    <a:pt x="1479" y="333"/>
                    <a:pt x="1294" y="222"/>
                  </a:cubicBezTo>
                  <a:cubicBezTo>
                    <a:pt x="1110" y="148"/>
                    <a:pt x="962" y="75"/>
                    <a:pt x="814" y="38"/>
                  </a:cubicBezTo>
                  <a:lnTo>
                    <a:pt x="6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53"/>
            <p:cNvSpPr/>
            <p:nvPr/>
          </p:nvSpPr>
          <p:spPr>
            <a:xfrm>
              <a:off x="2375050" y="1500650"/>
              <a:ext cx="196900" cy="281025"/>
            </a:xfrm>
            <a:custGeom>
              <a:avLst/>
              <a:gdLst/>
              <a:ahLst/>
              <a:cxnLst/>
              <a:rect l="l" t="t" r="r" b="b"/>
              <a:pathLst>
                <a:path w="7876" h="11241" extrusionOk="0">
                  <a:moveTo>
                    <a:pt x="2034" y="629"/>
                  </a:moveTo>
                  <a:cubicBezTo>
                    <a:pt x="2367" y="629"/>
                    <a:pt x="2663" y="740"/>
                    <a:pt x="2958" y="999"/>
                  </a:cubicBezTo>
                  <a:cubicBezTo>
                    <a:pt x="3402" y="1332"/>
                    <a:pt x="3772" y="1850"/>
                    <a:pt x="4030" y="2330"/>
                  </a:cubicBezTo>
                  <a:cubicBezTo>
                    <a:pt x="4141" y="2552"/>
                    <a:pt x="4215" y="2737"/>
                    <a:pt x="4289" y="2885"/>
                  </a:cubicBezTo>
                  <a:cubicBezTo>
                    <a:pt x="4326" y="2959"/>
                    <a:pt x="4363" y="3033"/>
                    <a:pt x="4363" y="3070"/>
                  </a:cubicBezTo>
                  <a:lnTo>
                    <a:pt x="4400" y="3144"/>
                  </a:lnTo>
                  <a:lnTo>
                    <a:pt x="7162" y="9170"/>
                  </a:lnTo>
                  <a:lnTo>
                    <a:pt x="7162" y="9170"/>
                  </a:lnTo>
                  <a:cubicBezTo>
                    <a:pt x="7000" y="9350"/>
                    <a:pt x="6700" y="9639"/>
                    <a:pt x="6323" y="9909"/>
                  </a:cubicBezTo>
                  <a:cubicBezTo>
                    <a:pt x="5805" y="10279"/>
                    <a:pt x="5140" y="10612"/>
                    <a:pt x="4511" y="10612"/>
                  </a:cubicBezTo>
                  <a:cubicBezTo>
                    <a:pt x="3957" y="10612"/>
                    <a:pt x="3402" y="10390"/>
                    <a:pt x="2847" y="9687"/>
                  </a:cubicBezTo>
                  <a:cubicBezTo>
                    <a:pt x="1590" y="8024"/>
                    <a:pt x="592" y="5066"/>
                    <a:pt x="592" y="2996"/>
                  </a:cubicBezTo>
                  <a:cubicBezTo>
                    <a:pt x="592" y="2404"/>
                    <a:pt x="666" y="1887"/>
                    <a:pt x="814" y="1517"/>
                  </a:cubicBezTo>
                  <a:cubicBezTo>
                    <a:pt x="962" y="1147"/>
                    <a:pt x="1184" y="888"/>
                    <a:pt x="1479" y="777"/>
                  </a:cubicBezTo>
                  <a:cubicBezTo>
                    <a:pt x="1701" y="666"/>
                    <a:pt x="1886" y="629"/>
                    <a:pt x="2034" y="629"/>
                  </a:cubicBezTo>
                  <a:close/>
                  <a:moveTo>
                    <a:pt x="2034" y="1"/>
                  </a:moveTo>
                  <a:cubicBezTo>
                    <a:pt x="1775" y="1"/>
                    <a:pt x="1479" y="75"/>
                    <a:pt x="1221" y="186"/>
                  </a:cubicBezTo>
                  <a:cubicBezTo>
                    <a:pt x="740" y="408"/>
                    <a:pt x="444" y="814"/>
                    <a:pt x="259" y="1295"/>
                  </a:cubicBezTo>
                  <a:cubicBezTo>
                    <a:pt x="75" y="1776"/>
                    <a:pt x="1" y="2367"/>
                    <a:pt x="1" y="2996"/>
                  </a:cubicBezTo>
                  <a:cubicBezTo>
                    <a:pt x="1" y="5251"/>
                    <a:pt x="999" y="8245"/>
                    <a:pt x="2367" y="10057"/>
                  </a:cubicBezTo>
                  <a:cubicBezTo>
                    <a:pt x="2995" y="10870"/>
                    <a:pt x="3772" y="11240"/>
                    <a:pt x="4511" y="11240"/>
                  </a:cubicBezTo>
                  <a:cubicBezTo>
                    <a:pt x="5398" y="11203"/>
                    <a:pt x="6212" y="10759"/>
                    <a:pt x="6803" y="10316"/>
                  </a:cubicBezTo>
                  <a:cubicBezTo>
                    <a:pt x="7395" y="9872"/>
                    <a:pt x="7764" y="9429"/>
                    <a:pt x="7764" y="9429"/>
                  </a:cubicBezTo>
                  <a:cubicBezTo>
                    <a:pt x="7838" y="9318"/>
                    <a:pt x="7875" y="9207"/>
                    <a:pt x="7838" y="9096"/>
                  </a:cubicBezTo>
                  <a:lnTo>
                    <a:pt x="4955" y="2885"/>
                  </a:lnTo>
                  <a:lnTo>
                    <a:pt x="4943" y="2891"/>
                  </a:lnTo>
                  <a:lnTo>
                    <a:pt x="4943" y="2891"/>
                  </a:lnTo>
                  <a:cubicBezTo>
                    <a:pt x="4888" y="2749"/>
                    <a:pt x="4642" y="2133"/>
                    <a:pt x="4252" y="1517"/>
                  </a:cubicBezTo>
                  <a:cubicBezTo>
                    <a:pt x="3993" y="1147"/>
                    <a:pt x="3698" y="777"/>
                    <a:pt x="3365" y="482"/>
                  </a:cubicBezTo>
                  <a:cubicBezTo>
                    <a:pt x="2995" y="223"/>
                    <a:pt x="2552" y="1"/>
                    <a:pt x="20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53"/>
            <p:cNvSpPr/>
            <p:nvPr/>
          </p:nvSpPr>
          <p:spPr>
            <a:xfrm>
              <a:off x="3269750" y="1420400"/>
              <a:ext cx="156225" cy="275075"/>
            </a:xfrm>
            <a:custGeom>
              <a:avLst/>
              <a:gdLst/>
              <a:ahLst/>
              <a:cxnLst/>
              <a:rect l="l" t="t" r="r" b="b"/>
              <a:pathLst>
                <a:path w="6249" h="11003" extrusionOk="0">
                  <a:moveTo>
                    <a:pt x="3508" y="0"/>
                  </a:moveTo>
                  <a:cubicBezTo>
                    <a:pt x="1552" y="0"/>
                    <a:pt x="1220" y="3322"/>
                    <a:pt x="1220" y="3322"/>
                  </a:cubicBezTo>
                  <a:lnTo>
                    <a:pt x="0" y="10051"/>
                  </a:lnTo>
                  <a:cubicBezTo>
                    <a:pt x="0" y="10051"/>
                    <a:pt x="1358" y="11003"/>
                    <a:pt x="2713" y="11003"/>
                  </a:cubicBezTo>
                  <a:cubicBezTo>
                    <a:pt x="3560" y="11003"/>
                    <a:pt x="4405" y="10631"/>
                    <a:pt x="4917" y="9422"/>
                  </a:cubicBezTo>
                  <a:cubicBezTo>
                    <a:pt x="6248" y="6317"/>
                    <a:pt x="6063" y="438"/>
                    <a:pt x="3845" y="32"/>
                  </a:cubicBezTo>
                  <a:cubicBezTo>
                    <a:pt x="3728" y="10"/>
                    <a:pt x="3615" y="0"/>
                    <a:pt x="350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53"/>
            <p:cNvSpPr/>
            <p:nvPr/>
          </p:nvSpPr>
          <p:spPr>
            <a:xfrm>
              <a:off x="3286375" y="1428575"/>
              <a:ext cx="120175" cy="258825"/>
            </a:xfrm>
            <a:custGeom>
              <a:avLst/>
              <a:gdLst/>
              <a:ahLst/>
              <a:cxnLst/>
              <a:rect l="l" t="t" r="r" b="b"/>
              <a:pathLst>
                <a:path w="4807" h="10353" extrusionOk="0">
                  <a:moveTo>
                    <a:pt x="2847" y="0"/>
                  </a:moveTo>
                  <a:cubicBezTo>
                    <a:pt x="2478" y="0"/>
                    <a:pt x="2182" y="111"/>
                    <a:pt x="1923" y="370"/>
                  </a:cubicBezTo>
                  <a:cubicBezTo>
                    <a:pt x="1738" y="555"/>
                    <a:pt x="1590" y="777"/>
                    <a:pt x="1443" y="1072"/>
                  </a:cubicBezTo>
                  <a:cubicBezTo>
                    <a:pt x="1295" y="2736"/>
                    <a:pt x="1073" y="4400"/>
                    <a:pt x="777" y="6100"/>
                  </a:cubicBezTo>
                  <a:cubicBezTo>
                    <a:pt x="1036" y="5620"/>
                    <a:pt x="1775" y="4215"/>
                    <a:pt x="2441" y="3328"/>
                  </a:cubicBezTo>
                  <a:cubicBezTo>
                    <a:pt x="2700" y="2958"/>
                    <a:pt x="2958" y="2625"/>
                    <a:pt x="3254" y="2477"/>
                  </a:cubicBezTo>
                  <a:cubicBezTo>
                    <a:pt x="3365" y="2440"/>
                    <a:pt x="3439" y="2403"/>
                    <a:pt x="3550" y="2403"/>
                  </a:cubicBezTo>
                  <a:cubicBezTo>
                    <a:pt x="3735" y="2403"/>
                    <a:pt x="3920" y="2477"/>
                    <a:pt x="3993" y="2588"/>
                  </a:cubicBezTo>
                  <a:cubicBezTo>
                    <a:pt x="4104" y="2699"/>
                    <a:pt x="4178" y="2810"/>
                    <a:pt x="4215" y="2958"/>
                  </a:cubicBezTo>
                  <a:cubicBezTo>
                    <a:pt x="4363" y="3217"/>
                    <a:pt x="4400" y="3549"/>
                    <a:pt x="4474" y="3845"/>
                  </a:cubicBezTo>
                  <a:cubicBezTo>
                    <a:pt x="4548" y="4474"/>
                    <a:pt x="4585" y="5065"/>
                    <a:pt x="4585" y="5065"/>
                  </a:cubicBezTo>
                  <a:cubicBezTo>
                    <a:pt x="4585" y="5250"/>
                    <a:pt x="4437" y="5398"/>
                    <a:pt x="4289" y="5398"/>
                  </a:cubicBezTo>
                  <a:lnTo>
                    <a:pt x="4252" y="5398"/>
                  </a:lnTo>
                  <a:cubicBezTo>
                    <a:pt x="4104" y="5398"/>
                    <a:pt x="3957" y="5250"/>
                    <a:pt x="3957" y="5102"/>
                  </a:cubicBezTo>
                  <a:cubicBezTo>
                    <a:pt x="3957" y="5102"/>
                    <a:pt x="3957" y="5028"/>
                    <a:pt x="3957" y="4917"/>
                  </a:cubicBezTo>
                  <a:cubicBezTo>
                    <a:pt x="3957" y="4843"/>
                    <a:pt x="3957" y="4696"/>
                    <a:pt x="3920" y="4511"/>
                  </a:cubicBezTo>
                  <a:cubicBezTo>
                    <a:pt x="3883" y="4178"/>
                    <a:pt x="3846" y="3771"/>
                    <a:pt x="3735" y="3439"/>
                  </a:cubicBezTo>
                  <a:cubicBezTo>
                    <a:pt x="3698" y="3217"/>
                    <a:pt x="3587" y="3069"/>
                    <a:pt x="3550" y="3032"/>
                  </a:cubicBezTo>
                  <a:cubicBezTo>
                    <a:pt x="3476" y="3069"/>
                    <a:pt x="3291" y="3217"/>
                    <a:pt x="3106" y="3439"/>
                  </a:cubicBezTo>
                  <a:cubicBezTo>
                    <a:pt x="2921" y="3660"/>
                    <a:pt x="2736" y="3956"/>
                    <a:pt x="2552" y="4252"/>
                  </a:cubicBezTo>
                  <a:cubicBezTo>
                    <a:pt x="2182" y="4806"/>
                    <a:pt x="1849" y="5398"/>
                    <a:pt x="1590" y="5842"/>
                  </a:cubicBezTo>
                  <a:cubicBezTo>
                    <a:pt x="1812" y="5805"/>
                    <a:pt x="2071" y="5731"/>
                    <a:pt x="2293" y="5731"/>
                  </a:cubicBezTo>
                  <a:cubicBezTo>
                    <a:pt x="2441" y="5731"/>
                    <a:pt x="2626" y="5768"/>
                    <a:pt x="2773" y="5879"/>
                  </a:cubicBezTo>
                  <a:cubicBezTo>
                    <a:pt x="2958" y="5990"/>
                    <a:pt x="3032" y="6211"/>
                    <a:pt x="3032" y="6396"/>
                  </a:cubicBezTo>
                  <a:cubicBezTo>
                    <a:pt x="3032" y="6507"/>
                    <a:pt x="3032" y="6618"/>
                    <a:pt x="2995" y="6766"/>
                  </a:cubicBezTo>
                  <a:cubicBezTo>
                    <a:pt x="2958" y="6877"/>
                    <a:pt x="2810" y="6951"/>
                    <a:pt x="2700" y="6951"/>
                  </a:cubicBezTo>
                  <a:lnTo>
                    <a:pt x="2589" y="6951"/>
                  </a:lnTo>
                  <a:cubicBezTo>
                    <a:pt x="2441" y="6914"/>
                    <a:pt x="2330" y="6729"/>
                    <a:pt x="2404" y="6581"/>
                  </a:cubicBezTo>
                  <a:cubicBezTo>
                    <a:pt x="2404" y="6470"/>
                    <a:pt x="2441" y="6433"/>
                    <a:pt x="2441" y="6396"/>
                  </a:cubicBezTo>
                  <a:lnTo>
                    <a:pt x="2441" y="6359"/>
                  </a:lnTo>
                  <a:lnTo>
                    <a:pt x="2293" y="6359"/>
                  </a:lnTo>
                  <a:cubicBezTo>
                    <a:pt x="2108" y="6359"/>
                    <a:pt x="1849" y="6433"/>
                    <a:pt x="1627" y="6507"/>
                  </a:cubicBezTo>
                  <a:cubicBezTo>
                    <a:pt x="1406" y="6581"/>
                    <a:pt x="1184" y="6655"/>
                    <a:pt x="1110" y="6692"/>
                  </a:cubicBezTo>
                  <a:lnTo>
                    <a:pt x="1073" y="6692"/>
                  </a:lnTo>
                  <a:cubicBezTo>
                    <a:pt x="1036" y="6729"/>
                    <a:pt x="999" y="6729"/>
                    <a:pt x="962" y="6729"/>
                  </a:cubicBezTo>
                  <a:cubicBezTo>
                    <a:pt x="888" y="6729"/>
                    <a:pt x="777" y="6692"/>
                    <a:pt x="740" y="6655"/>
                  </a:cubicBezTo>
                  <a:cubicBezTo>
                    <a:pt x="703" y="6618"/>
                    <a:pt x="703" y="6618"/>
                    <a:pt x="703" y="6581"/>
                  </a:cubicBezTo>
                  <a:cubicBezTo>
                    <a:pt x="481" y="7653"/>
                    <a:pt x="259" y="8725"/>
                    <a:pt x="1" y="9761"/>
                  </a:cubicBezTo>
                  <a:cubicBezTo>
                    <a:pt x="112" y="9798"/>
                    <a:pt x="222" y="9871"/>
                    <a:pt x="333" y="9908"/>
                  </a:cubicBezTo>
                  <a:cubicBezTo>
                    <a:pt x="814" y="10130"/>
                    <a:pt x="1443" y="10352"/>
                    <a:pt x="2071" y="10352"/>
                  </a:cubicBezTo>
                  <a:cubicBezTo>
                    <a:pt x="2441" y="10352"/>
                    <a:pt x="2810" y="10278"/>
                    <a:pt x="3143" y="10093"/>
                  </a:cubicBezTo>
                  <a:cubicBezTo>
                    <a:pt x="3439" y="9871"/>
                    <a:pt x="3735" y="9539"/>
                    <a:pt x="3993" y="8984"/>
                  </a:cubicBezTo>
                  <a:cubicBezTo>
                    <a:pt x="4511" y="7764"/>
                    <a:pt x="4807" y="6063"/>
                    <a:pt x="4807" y="4474"/>
                  </a:cubicBezTo>
                  <a:cubicBezTo>
                    <a:pt x="4807" y="3586"/>
                    <a:pt x="4696" y="2773"/>
                    <a:pt x="4548" y="2071"/>
                  </a:cubicBezTo>
                  <a:cubicBezTo>
                    <a:pt x="4363" y="1331"/>
                    <a:pt x="4104" y="777"/>
                    <a:pt x="3809" y="444"/>
                  </a:cubicBezTo>
                  <a:cubicBezTo>
                    <a:pt x="3587" y="185"/>
                    <a:pt x="3365" y="74"/>
                    <a:pt x="3106" y="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53"/>
            <p:cNvSpPr/>
            <p:nvPr/>
          </p:nvSpPr>
          <p:spPr>
            <a:xfrm>
              <a:off x="3302100" y="1488650"/>
              <a:ext cx="98925" cy="113950"/>
            </a:xfrm>
            <a:custGeom>
              <a:avLst/>
              <a:gdLst/>
              <a:ahLst/>
              <a:cxnLst/>
              <a:rect l="l" t="t" r="r" b="b"/>
              <a:pathLst>
                <a:path w="3957" h="4558" extrusionOk="0">
                  <a:moveTo>
                    <a:pt x="2921" y="0"/>
                  </a:moveTo>
                  <a:cubicBezTo>
                    <a:pt x="2810" y="0"/>
                    <a:pt x="2736" y="37"/>
                    <a:pt x="2625" y="74"/>
                  </a:cubicBezTo>
                  <a:cubicBezTo>
                    <a:pt x="2329" y="222"/>
                    <a:pt x="2071" y="555"/>
                    <a:pt x="1812" y="925"/>
                  </a:cubicBezTo>
                  <a:cubicBezTo>
                    <a:pt x="961" y="2034"/>
                    <a:pt x="74" y="3882"/>
                    <a:pt x="37" y="3882"/>
                  </a:cubicBezTo>
                  <a:cubicBezTo>
                    <a:pt x="0" y="3993"/>
                    <a:pt x="0" y="4141"/>
                    <a:pt x="111" y="4252"/>
                  </a:cubicBezTo>
                  <a:cubicBezTo>
                    <a:pt x="157" y="4298"/>
                    <a:pt x="231" y="4329"/>
                    <a:pt x="307" y="4329"/>
                  </a:cubicBezTo>
                  <a:cubicBezTo>
                    <a:pt x="354" y="4329"/>
                    <a:pt x="401" y="4317"/>
                    <a:pt x="444" y="4289"/>
                  </a:cubicBezTo>
                  <a:lnTo>
                    <a:pt x="481" y="4289"/>
                  </a:lnTo>
                  <a:cubicBezTo>
                    <a:pt x="555" y="4252"/>
                    <a:pt x="777" y="4178"/>
                    <a:pt x="998" y="4104"/>
                  </a:cubicBezTo>
                  <a:cubicBezTo>
                    <a:pt x="1220" y="4030"/>
                    <a:pt x="1479" y="3956"/>
                    <a:pt x="1664" y="3956"/>
                  </a:cubicBezTo>
                  <a:cubicBezTo>
                    <a:pt x="1738" y="3956"/>
                    <a:pt x="1812" y="3956"/>
                    <a:pt x="1812" y="3993"/>
                  </a:cubicBezTo>
                  <a:cubicBezTo>
                    <a:pt x="1812" y="4030"/>
                    <a:pt x="1775" y="4067"/>
                    <a:pt x="1775" y="4178"/>
                  </a:cubicBezTo>
                  <a:cubicBezTo>
                    <a:pt x="1701" y="4326"/>
                    <a:pt x="1812" y="4511"/>
                    <a:pt x="1960" y="4548"/>
                  </a:cubicBezTo>
                  <a:cubicBezTo>
                    <a:pt x="1991" y="4554"/>
                    <a:pt x="2022" y="4557"/>
                    <a:pt x="2051" y="4557"/>
                  </a:cubicBezTo>
                  <a:cubicBezTo>
                    <a:pt x="2193" y="4557"/>
                    <a:pt x="2305" y="4485"/>
                    <a:pt x="2366" y="4363"/>
                  </a:cubicBezTo>
                  <a:cubicBezTo>
                    <a:pt x="2403" y="4215"/>
                    <a:pt x="2403" y="4104"/>
                    <a:pt x="2403" y="3993"/>
                  </a:cubicBezTo>
                  <a:cubicBezTo>
                    <a:pt x="2403" y="3808"/>
                    <a:pt x="2329" y="3587"/>
                    <a:pt x="2144" y="3476"/>
                  </a:cubicBezTo>
                  <a:cubicBezTo>
                    <a:pt x="1997" y="3365"/>
                    <a:pt x="1812" y="3328"/>
                    <a:pt x="1664" y="3328"/>
                  </a:cubicBezTo>
                  <a:cubicBezTo>
                    <a:pt x="1432" y="3328"/>
                    <a:pt x="1182" y="3382"/>
                    <a:pt x="965" y="3452"/>
                  </a:cubicBezTo>
                  <a:lnTo>
                    <a:pt x="965" y="3452"/>
                  </a:lnTo>
                  <a:cubicBezTo>
                    <a:pt x="1220" y="2989"/>
                    <a:pt x="1572" y="2392"/>
                    <a:pt x="1923" y="1849"/>
                  </a:cubicBezTo>
                  <a:cubicBezTo>
                    <a:pt x="2107" y="1553"/>
                    <a:pt x="2292" y="1257"/>
                    <a:pt x="2477" y="1036"/>
                  </a:cubicBezTo>
                  <a:cubicBezTo>
                    <a:pt x="2662" y="814"/>
                    <a:pt x="2847" y="666"/>
                    <a:pt x="2921" y="629"/>
                  </a:cubicBezTo>
                  <a:cubicBezTo>
                    <a:pt x="2958" y="666"/>
                    <a:pt x="3069" y="814"/>
                    <a:pt x="3106" y="1036"/>
                  </a:cubicBezTo>
                  <a:cubicBezTo>
                    <a:pt x="3217" y="1368"/>
                    <a:pt x="3254" y="1775"/>
                    <a:pt x="3291" y="2108"/>
                  </a:cubicBezTo>
                  <a:cubicBezTo>
                    <a:pt x="3328" y="2293"/>
                    <a:pt x="3328" y="2440"/>
                    <a:pt x="3328" y="2514"/>
                  </a:cubicBezTo>
                  <a:cubicBezTo>
                    <a:pt x="3328" y="2625"/>
                    <a:pt x="3328" y="2699"/>
                    <a:pt x="3328" y="2699"/>
                  </a:cubicBezTo>
                  <a:cubicBezTo>
                    <a:pt x="3328" y="2847"/>
                    <a:pt x="3475" y="2995"/>
                    <a:pt x="3660" y="2995"/>
                  </a:cubicBezTo>
                  <a:cubicBezTo>
                    <a:pt x="3808" y="2995"/>
                    <a:pt x="3956" y="2847"/>
                    <a:pt x="3956" y="2662"/>
                  </a:cubicBezTo>
                  <a:cubicBezTo>
                    <a:pt x="3956" y="2662"/>
                    <a:pt x="3919" y="2071"/>
                    <a:pt x="3845" y="1442"/>
                  </a:cubicBezTo>
                  <a:cubicBezTo>
                    <a:pt x="3771" y="1146"/>
                    <a:pt x="3734" y="814"/>
                    <a:pt x="3586" y="555"/>
                  </a:cubicBezTo>
                  <a:cubicBezTo>
                    <a:pt x="3549" y="407"/>
                    <a:pt x="3475" y="296"/>
                    <a:pt x="3364" y="185"/>
                  </a:cubicBezTo>
                  <a:cubicBezTo>
                    <a:pt x="3254" y="74"/>
                    <a:pt x="3106" y="0"/>
                    <a:pt x="29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53"/>
            <p:cNvSpPr/>
            <p:nvPr/>
          </p:nvSpPr>
          <p:spPr>
            <a:xfrm>
              <a:off x="3261425" y="1412850"/>
              <a:ext cx="159925" cy="290250"/>
            </a:xfrm>
            <a:custGeom>
              <a:avLst/>
              <a:gdLst/>
              <a:ahLst/>
              <a:cxnLst/>
              <a:rect l="l" t="t" r="r" b="b"/>
              <a:pathLst>
                <a:path w="6397" h="11610" extrusionOk="0">
                  <a:moveTo>
                    <a:pt x="4104" y="629"/>
                  </a:moveTo>
                  <a:cubicBezTo>
                    <a:pt x="4363" y="703"/>
                    <a:pt x="4585" y="814"/>
                    <a:pt x="4807" y="1073"/>
                  </a:cubicBezTo>
                  <a:cubicBezTo>
                    <a:pt x="5102" y="1406"/>
                    <a:pt x="5361" y="1960"/>
                    <a:pt x="5546" y="2700"/>
                  </a:cubicBezTo>
                  <a:cubicBezTo>
                    <a:pt x="5694" y="3402"/>
                    <a:pt x="5805" y="4215"/>
                    <a:pt x="5805" y="5103"/>
                  </a:cubicBezTo>
                  <a:cubicBezTo>
                    <a:pt x="5805" y="6692"/>
                    <a:pt x="5509" y="8393"/>
                    <a:pt x="4991" y="9613"/>
                  </a:cubicBezTo>
                  <a:cubicBezTo>
                    <a:pt x="4733" y="10168"/>
                    <a:pt x="4437" y="10500"/>
                    <a:pt x="4141" y="10722"/>
                  </a:cubicBezTo>
                  <a:cubicBezTo>
                    <a:pt x="3808" y="10907"/>
                    <a:pt x="3439" y="10981"/>
                    <a:pt x="3069" y="10981"/>
                  </a:cubicBezTo>
                  <a:cubicBezTo>
                    <a:pt x="2441" y="10981"/>
                    <a:pt x="1812" y="10759"/>
                    <a:pt x="1331" y="10537"/>
                  </a:cubicBezTo>
                  <a:cubicBezTo>
                    <a:pt x="1073" y="10427"/>
                    <a:pt x="888" y="10316"/>
                    <a:pt x="740" y="10242"/>
                  </a:cubicBezTo>
                  <a:cubicBezTo>
                    <a:pt x="714" y="10229"/>
                    <a:pt x="688" y="10216"/>
                    <a:pt x="664" y="10203"/>
                  </a:cubicBezTo>
                  <a:lnTo>
                    <a:pt x="664" y="10203"/>
                  </a:lnTo>
                  <a:lnTo>
                    <a:pt x="1886" y="3698"/>
                  </a:lnTo>
                  <a:lnTo>
                    <a:pt x="1886" y="3661"/>
                  </a:lnTo>
                  <a:lnTo>
                    <a:pt x="1886" y="3624"/>
                  </a:lnTo>
                  <a:cubicBezTo>
                    <a:pt x="1886" y="3476"/>
                    <a:pt x="1997" y="2663"/>
                    <a:pt x="2330" y="1923"/>
                  </a:cubicBezTo>
                  <a:cubicBezTo>
                    <a:pt x="2477" y="1554"/>
                    <a:pt x="2699" y="1221"/>
                    <a:pt x="2921" y="999"/>
                  </a:cubicBezTo>
                  <a:cubicBezTo>
                    <a:pt x="3180" y="740"/>
                    <a:pt x="3476" y="629"/>
                    <a:pt x="3845" y="629"/>
                  </a:cubicBezTo>
                  <a:close/>
                  <a:moveTo>
                    <a:pt x="3845" y="1"/>
                  </a:moveTo>
                  <a:cubicBezTo>
                    <a:pt x="3254" y="1"/>
                    <a:pt x="2773" y="260"/>
                    <a:pt x="2441" y="592"/>
                  </a:cubicBezTo>
                  <a:cubicBezTo>
                    <a:pt x="1923" y="1147"/>
                    <a:pt x="1664" y="1886"/>
                    <a:pt x="1479" y="2515"/>
                  </a:cubicBezTo>
                  <a:cubicBezTo>
                    <a:pt x="1294" y="3106"/>
                    <a:pt x="1257" y="3587"/>
                    <a:pt x="1257" y="3587"/>
                  </a:cubicBezTo>
                  <a:lnTo>
                    <a:pt x="37" y="10279"/>
                  </a:lnTo>
                  <a:cubicBezTo>
                    <a:pt x="0" y="10390"/>
                    <a:pt x="74" y="10537"/>
                    <a:pt x="148" y="10611"/>
                  </a:cubicBezTo>
                  <a:cubicBezTo>
                    <a:pt x="148" y="10611"/>
                    <a:pt x="518" y="10870"/>
                    <a:pt x="1073" y="11092"/>
                  </a:cubicBezTo>
                  <a:cubicBezTo>
                    <a:pt x="1590" y="11351"/>
                    <a:pt x="2330" y="11610"/>
                    <a:pt x="3069" y="11610"/>
                  </a:cubicBezTo>
                  <a:cubicBezTo>
                    <a:pt x="3550" y="11610"/>
                    <a:pt x="4030" y="11499"/>
                    <a:pt x="4474" y="11240"/>
                  </a:cubicBezTo>
                  <a:cubicBezTo>
                    <a:pt x="4881" y="10944"/>
                    <a:pt x="5287" y="10500"/>
                    <a:pt x="5546" y="9872"/>
                  </a:cubicBezTo>
                  <a:cubicBezTo>
                    <a:pt x="6101" y="8541"/>
                    <a:pt x="6396" y="6766"/>
                    <a:pt x="6396" y="5103"/>
                  </a:cubicBezTo>
                  <a:cubicBezTo>
                    <a:pt x="6396" y="3883"/>
                    <a:pt x="6248" y="2737"/>
                    <a:pt x="5916" y="1812"/>
                  </a:cubicBezTo>
                  <a:cubicBezTo>
                    <a:pt x="5768" y="1369"/>
                    <a:pt x="5546" y="962"/>
                    <a:pt x="5250" y="629"/>
                  </a:cubicBezTo>
                  <a:cubicBezTo>
                    <a:pt x="4991" y="334"/>
                    <a:pt x="4622" y="112"/>
                    <a:pt x="4215" y="38"/>
                  </a:cubicBezTo>
                  <a:cubicBezTo>
                    <a:pt x="4104" y="1"/>
                    <a:pt x="3956" y="1"/>
                    <a:pt x="38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53"/>
            <p:cNvSpPr/>
            <p:nvPr/>
          </p:nvSpPr>
          <p:spPr>
            <a:xfrm>
              <a:off x="2054325" y="1865750"/>
              <a:ext cx="1766300" cy="1469600"/>
            </a:xfrm>
            <a:custGeom>
              <a:avLst/>
              <a:gdLst/>
              <a:ahLst/>
              <a:cxnLst/>
              <a:rect l="l" t="t" r="r" b="b"/>
              <a:pathLst>
                <a:path w="70652" h="58784" extrusionOk="0">
                  <a:moveTo>
                    <a:pt x="28283" y="0"/>
                  </a:moveTo>
                  <a:cubicBezTo>
                    <a:pt x="28283" y="1"/>
                    <a:pt x="30021" y="13199"/>
                    <a:pt x="29097" y="15750"/>
                  </a:cubicBezTo>
                  <a:cubicBezTo>
                    <a:pt x="28135" y="18264"/>
                    <a:pt x="23218" y="19854"/>
                    <a:pt x="18597" y="20334"/>
                  </a:cubicBezTo>
                  <a:cubicBezTo>
                    <a:pt x="18132" y="20390"/>
                    <a:pt x="17648" y="20412"/>
                    <a:pt x="17149" y="20412"/>
                  </a:cubicBezTo>
                  <a:cubicBezTo>
                    <a:pt x="15982" y="20412"/>
                    <a:pt x="14739" y="20290"/>
                    <a:pt x="13495" y="20186"/>
                  </a:cubicBezTo>
                  <a:cubicBezTo>
                    <a:pt x="12212" y="20064"/>
                    <a:pt x="10929" y="19941"/>
                    <a:pt x="9714" y="19941"/>
                  </a:cubicBezTo>
                  <a:cubicBezTo>
                    <a:pt x="7640" y="19941"/>
                    <a:pt x="5766" y="20299"/>
                    <a:pt x="4437" y="21628"/>
                  </a:cubicBezTo>
                  <a:cubicBezTo>
                    <a:pt x="1258" y="24808"/>
                    <a:pt x="1" y="58784"/>
                    <a:pt x="1" y="58784"/>
                  </a:cubicBezTo>
                  <a:lnTo>
                    <a:pt x="30982" y="51316"/>
                  </a:lnTo>
                  <a:lnTo>
                    <a:pt x="41112" y="48802"/>
                  </a:lnTo>
                  <a:lnTo>
                    <a:pt x="70652" y="41851"/>
                  </a:lnTo>
                  <a:cubicBezTo>
                    <a:pt x="70652" y="41851"/>
                    <a:pt x="70578" y="24808"/>
                    <a:pt x="67398" y="21628"/>
                  </a:cubicBezTo>
                  <a:cubicBezTo>
                    <a:pt x="66069" y="20299"/>
                    <a:pt x="64196" y="19941"/>
                    <a:pt x="62122" y="19941"/>
                  </a:cubicBezTo>
                  <a:cubicBezTo>
                    <a:pt x="60907" y="19941"/>
                    <a:pt x="59624" y="20064"/>
                    <a:pt x="58340" y="20186"/>
                  </a:cubicBezTo>
                  <a:cubicBezTo>
                    <a:pt x="57097" y="20290"/>
                    <a:pt x="55853" y="20412"/>
                    <a:pt x="54686" y="20412"/>
                  </a:cubicBezTo>
                  <a:cubicBezTo>
                    <a:pt x="54188" y="20412"/>
                    <a:pt x="53703" y="20390"/>
                    <a:pt x="53239" y="20334"/>
                  </a:cubicBezTo>
                  <a:cubicBezTo>
                    <a:pt x="48617" y="19854"/>
                    <a:pt x="43700" y="18264"/>
                    <a:pt x="42739" y="15750"/>
                  </a:cubicBezTo>
                  <a:cubicBezTo>
                    <a:pt x="41815" y="13199"/>
                    <a:pt x="43552" y="1"/>
                    <a:pt x="43552" y="0"/>
                  </a:cubicBezTo>
                  <a:lnTo>
                    <a:pt x="43552" y="0"/>
                  </a:lnTo>
                  <a:lnTo>
                    <a:pt x="35899" y="1220"/>
                  </a:lnTo>
                  <a:lnTo>
                    <a:pt x="282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53"/>
            <p:cNvSpPr/>
            <p:nvPr/>
          </p:nvSpPr>
          <p:spPr>
            <a:xfrm>
              <a:off x="2062650" y="2189250"/>
              <a:ext cx="1729325" cy="1135950"/>
            </a:xfrm>
            <a:custGeom>
              <a:avLst/>
              <a:gdLst/>
              <a:ahLst/>
              <a:cxnLst/>
              <a:rect l="l" t="t" r="r" b="b"/>
              <a:pathLst>
                <a:path w="69173" h="45438" extrusionOk="0">
                  <a:moveTo>
                    <a:pt x="61741" y="7320"/>
                  </a:moveTo>
                  <a:cubicBezTo>
                    <a:pt x="60411" y="7320"/>
                    <a:pt x="58969" y="7468"/>
                    <a:pt x="57527" y="7579"/>
                  </a:cubicBezTo>
                  <a:cubicBezTo>
                    <a:pt x="57490" y="8430"/>
                    <a:pt x="57453" y="9613"/>
                    <a:pt x="57453" y="10944"/>
                  </a:cubicBezTo>
                  <a:cubicBezTo>
                    <a:pt x="57453" y="13014"/>
                    <a:pt x="57564" y="15528"/>
                    <a:pt x="57934" y="18116"/>
                  </a:cubicBezTo>
                  <a:cubicBezTo>
                    <a:pt x="59967" y="17561"/>
                    <a:pt x="62814" y="16933"/>
                    <a:pt x="65660" y="16933"/>
                  </a:cubicBezTo>
                  <a:cubicBezTo>
                    <a:pt x="66548" y="16933"/>
                    <a:pt x="67435" y="17007"/>
                    <a:pt x="68285" y="17155"/>
                  </a:cubicBezTo>
                  <a:lnTo>
                    <a:pt x="69173" y="17155"/>
                  </a:lnTo>
                  <a:cubicBezTo>
                    <a:pt x="68914" y="15232"/>
                    <a:pt x="68655" y="13531"/>
                    <a:pt x="68322" y="12164"/>
                  </a:cubicBezTo>
                  <a:cubicBezTo>
                    <a:pt x="67916" y="10648"/>
                    <a:pt x="67398" y="9465"/>
                    <a:pt x="66843" y="8910"/>
                  </a:cubicBezTo>
                  <a:cubicBezTo>
                    <a:pt x="66215" y="8282"/>
                    <a:pt x="65476" y="7875"/>
                    <a:pt x="64588" y="7653"/>
                  </a:cubicBezTo>
                  <a:cubicBezTo>
                    <a:pt x="63738" y="7394"/>
                    <a:pt x="62777" y="7320"/>
                    <a:pt x="61778" y="7320"/>
                  </a:cubicBezTo>
                  <a:close/>
                  <a:moveTo>
                    <a:pt x="29355" y="0"/>
                  </a:moveTo>
                  <a:cubicBezTo>
                    <a:pt x="29355" y="629"/>
                    <a:pt x="29318" y="1183"/>
                    <a:pt x="29281" y="1664"/>
                  </a:cubicBezTo>
                  <a:cubicBezTo>
                    <a:pt x="29244" y="2181"/>
                    <a:pt x="29170" y="2588"/>
                    <a:pt x="29023" y="2921"/>
                  </a:cubicBezTo>
                  <a:cubicBezTo>
                    <a:pt x="28764" y="3623"/>
                    <a:pt x="28246" y="4215"/>
                    <a:pt x="27544" y="4769"/>
                  </a:cubicBezTo>
                  <a:cubicBezTo>
                    <a:pt x="26841" y="5324"/>
                    <a:pt x="25954" y="5768"/>
                    <a:pt x="24993" y="6174"/>
                  </a:cubicBezTo>
                  <a:cubicBezTo>
                    <a:pt x="23218" y="6877"/>
                    <a:pt x="21111" y="7357"/>
                    <a:pt x="19003" y="7616"/>
                  </a:cubicBezTo>
                  <a:cubicBezTo>
                    <a:pt x="19299" y="8393"/>
                    <a:pt x="19669" y="9317"/>
                    <a:pt x="20150" y="10315"/>
                  </a:cubicBezTo>
                  <a:cubicBezTo>
                    <a:pt x="24031" y="11313"/>
                    <a:pt x="30797" y="13864"/>
                    <a:pt x="31500" y="14936"/>
                  </a:cubicBezTo>
                  <a:cubicBezTo>
                    <a:pt x="31647" y="15121"/>
                    <a:pt x="31500" y="15195"/>
                    <a:pt x="31130" y="15195"/>
                  </a:cubicBezTo>
                  <a:cubicBezTo>
                    <a:pt x="29651" y="15195"/>
                    <a:pt x="24549" y="13716"/>
                    <a:pt x="21333" y="12755"/>
                  </a:cubicBezTo>
                  <a:lnTo>
                    <a:pt x="21333" y="12755"/>
                  </a:lnTo>
                  <a:cubicBezTo>
                    <a:pt x="21739" y="13531"/>
                    <a:pt x="22183" y="14308"/>
                    <a:pt x="22664" y="15121"/>
                  </a:cubicBezTo>
                  <a:cubicBezTo>
                    <a:pt x="24512" y="18153"/>
                    <a:pt x="26915" y="21258"/>
                    <a:pt x="29799" y="23218"/>
                  </a:cubicBezTo>
                  <a:cubicBezTo>
                    <a:pt x="31721" y="24512"/>
                    <a:pt x="33866" y="25325"/>
                    <a:pt x="36232" y="25325"/>
                  </a:cubicBezTo>
                  <a:cubicBezTo>
                    <a:pt x="36712" y="25325"/>
                    <a:pt x="37230" y="25288"/>
                    <a:pt x="37748" y="25214"/>
                  </a:cubicBezTo>
                  <a:cubicBezTo>
                    <a:pt x="42739" y="24475"/>
                    <a:pt x="46029" y="21258"/>
                    <a:pt x="48210" y="17561"/>
                  </a:cubicBezTo>
                  <a:cubicBezTo>
                    <a:pt x="48802" y="16526"/>
                    <a:pt x="49319" y="15491"/>
                    <a:pt x="49763" y="14456"/>
                  </a:cubicBezTo>
                  <a:lnTo>
                    <a:pt x="49763" y="14456"/>
                  </a:lnTo>
                  <a:cubicBezTo>
                    <a:pt x="47360" y="14641"/>
                    <a:pt x="43589" y="14899"/>
                    <a:pt x="41223" y="14899"/>
                  </a:cubicBezTo>
                  <a:cubicBezTo>
                    <a:pt x="40299" y="14899"/>
                    <a:pt x="39596" y="14862"/>
                    <a:pt x="39300" y="14751"/>
                  </a:cubicBezTo>
                  <a:cubicBezTo>
                    <a:pt x="38043" y="14382"/>
                    <a:pt x="46731" y="13125"/>
                    <a:pt x="50502" y="12607"/>
                  </a:cubicBezTo>
                  <a:cubicBezTo>
                    <a:pt x="51168" y="10722"/>
                    <a:pt x="51612" y="8947"/>
                    <a:pt x="51870" y="7579"/>
                  </a:cubicBezTo>
                  <a:cubicBezTo>
                    <a:pt x="48691" y="7172"/>
                    <a:pt x="45511" y="6211"/>
                    <a:pt x="43626" y="4769"/>
                  </a:cubicBezTo>
                  <a:cubicBezTo>
                    <a:pt x="42923" y="4215"/>
                    <a:pt x="42406" y="3623"/>
                    <a:pt x="42147" y="2921"/>
                  </a:cubicBezTo>
                  <a:cubicBezTo>
                    <a:pt x="41999" y="2588"/>
                    <a:pt x="41925" y="2181"/>
                    <a:pt x="41888" y="1664"/>
                  </a:cubicBezTo>
                  <a:cubicBezTo>
                    <a:pt x="41851" y="1257"/>
                    <a:pt x="41851" y="814"/>
                    <a:pt x="41814" y="333"/>
                  </a:cubicBezTo>
                  <a:cubicBezTo>
                    <a:pt x="40520" y="961"/>
                    <a:pt x="39042" y="1368"/>
                    <a:pt x="37378" y="1405"/>
                  </a:cubicBezTo>
                  <a:lnTo>
                    <a:pt x="36749" y="1405"/>
                  </a:lnTo>
                  <a:cubicBezTo>
                    <a:pt x="32978" y="1405"/>
                    <a:pt x="30723" y="740"/>
                    <a:pt x="29355" y="0"/>
                  </a:cubicBezTo>
                  <a:close/>
                  <a:moveTo>
                    <a:pt x="9391" y="7320"/>
                  </a:moveTo>
                  <a:cubicBezTo>
                    <a:pt x="8393" y="7320"/>
                    <a:pt x="7432" y="7394"/>
                    <a:pt x="6544" y="7653"/>
                  </a:cubicBezTo>
                  <a:cubicBezTo>
                    <a:pt x="5694" y="7875"/>
                    <a:pt x="4955" y="8282"/>
                    <a:pt x="4326" y="8910"/>
                  </a:cubicBezTo>
                  <a:cubicBezTo>
                    <a:pt x="4067" y="9169"/>
                    <a:pt x="3735" y="9871"/>
                    <a:pt x="3439" y="10833"/>
                  </a:cubicBezTo>
                  <a:cubicBezTo>
                    <a:pt x="3143" y="11831"/>
                    <a:pt x="2847" y="13088"/>
                    <a:pt x="2589" y="14567"/>
                  </a:cubicBezTo>
                  <a:cubicBezTo>
                    <a:pt x="2071" y="17524"/>
                    <a:pt x="1664" y="21258"/>
                    <a:pt x="1295" y="25140"/>
                  </a:cubicBezTo>
                  <a:cubicBezTo>
                    <a:pt x="592" y="32904"/>
                    <a:pt x="185" y="41112"/>
                    <a:pt x="38" y="44402"/>
                  </a:cubicBezTo>
                  <a:cubicBezTo>
                    <a:pt x="1" y="44846"/>
                    <a:pt x="1" y="45215"/>
                    <a:pt x="1" y="45437"/>
                  </a:cubicBezTo>
                  <a:lnTo>
                    <a:pt x="11351" y="42701"/>
                  </a:lnTo>
                  <a:cubicBezTo>
                    <a:pt x="11203" y="41592"/>
                    <a:pt x="11129" y="40446"/>
                    <a:pt x="11129" y="39337"/>
                  </a:cubicBezTo>
                  <a:cubicBezTo>
                    <a:pt x="11129" y="36121"/>
                    <a:pt x="11942" y="31795"/>
                    <a:pt x="12829" y="27469"/>
                  </a:cubicBezTo>
                  <a:cubicBezTo>
                    <a:pt x="13717" y="23107"/>
                    <a:pt x="14604" y="18781"/>
                    <a:pt x="14789" y="15676"/>
                  </a:cubicBezTo>
                  <a:cubicBezTo>
                    <a:pt x="14789" y="15195"/>
                    <a:pt x="14789" y="14751"/>
                    <a:pt x="14789" y="14345"/>
                  </a:cubicBezTo>
                  <a:cubicBezTo>
                    <a:pt x="14789" y="11646"/>
                    <a:pt x="14419" y="9317"/>
                    <a:pt x="13975" y="7616"/>
                  </a:cubicBezTo>
                  <a:cubicBezTo>
                    <a:pt x="12423" y="7468"/>
                    <a:pt x="10870" y="7320"/>
                    <a:pt x="9428" y="732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53"/>
            <p:cNvSpPr/>
            <p:nvPr/>
          </p:nvSpPr>
          <p:spPr>
            <a:xfrm>
              <a:off x="2790050" y="2053375"/>
              <a:ext cx="325375" cy="171025"/>
            </a:xfrm>
            <a:custGeom>
              <a:avLst/>
              <a:gdLst/>
              <a:ahLst/>
              <a:cxnLst/>
              <a:rect l="l" t="t" r="r" b="b"/>
              <a:pathLst>
                <a:path w="13015" h="6841" extrusionOk="0">
                  <a:moveTo>
                    <a:pt x="13014" y="0"/>
                  </a:moveTo>
                  <a:cubicBezTo>
                    <a:pt x="11979" y="1147"/>
                    <a:pt x="10907" y="1960"/>
                    <a:pt x="9798" y="2330"/>
                  </a:cubicBezTo>
                  <a:cubicBezTo>
                    <a:pt x="8836" y="2662"/>
                    <a:pt x="7875" y="2847"/>
                    <a:pt x="6914" y="2847"/>
                  </a:cubicBezTo>
                  <a:cubicBezTo>
                    <a:pt x="4474" y="2847"/>
                    <a:pt x="2108" y="1812"/>
                    <a:pt x="0" y="259"/>
                  </a:cubicBezTo>
                  <a:lnTo>
                    <a:pt x="0" y="259"/>
                  </a:lnTo>
                  <a:cubicBezTo>
                    <a:pt x="148" y="2071"/>
                    <a:pt x="259" y="3882"/>
                    <a:pt x="259" y="5361"/>
                  </a:cubicBezTo>
                  <a:lnTo>
                    <a:pt x="259" y="5435"/>
                  </a:lnTo>
                  <a:cubicBezTo>
                    <a:pt x="1627" y="6175"/>
                    <a:pt x="3882" y="6840"/>
                    <a:pt x="7653" y="6840"/>
                  </a:cubicBezTo>
                  <a:lnTo>
                    <a:pt x="8282" y="6840"/>
                  </a:lnTo>
                  <a:cubicBezTo>
                    <a:pt x="9946" y="6803"/>
                    <a:pt x="11424" y="6396"/>
                    <a:pt x="12718" y="5768"/>
                  </a:cubicBezTo>
                  <a:cubicBezTo>
                    <a:pt x="12718" y="5620"/>
                    <a:pt x="12718" y="5509"/>
                    <a:pt x="12718" y="5361"/>
                  </a:cubicBezTo>
                  <a:cubicBezTo>
                    <a:pt x="12718" y="3808"/>
                    <a:pt x="12829" y="1886"/>
                    <a:pt x="13014"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53"/>
            <p:cNvSpPr/>
            <p:nvPr/>
          </p:nvSpPr>
          <p:spPr>
            <a:xfrm>
              <a:off x="3013725" y="2504425"/>
              <a:ext cx="311500" cy="57325"/>
            </a:xfrm>
            <a:custGeom>
              <a:avLst/>
              <a:gdLst/>
              <a:ahLst/>
              <a:cxnLst/>
              <a:rect l="l" t="t" r="r" b="b"/>
              <a:pathLst>
                <a:path w="12460" h="2293" extrusionOk="0">
                  <a:moveTo>
                    <a:pt x="12459" y="0"/>
                  </a:moveTo>
                  <a:cubicBezTo>
                    <a:pt x="8688" y="518"/>
                    <a:pt x="0" y="1775"/>
                    <a:pt x="1257" y="2144"/>
                  </a:cubicBezTo>
                  <a:cubicBezTo>
                    <a:pt x="1553" y="2255"/>
                    <a:pt x="2256" y="2292"/>
                    <a:pt x="3180" y="2292"/>
                  </a:cubicBezTo>
                  <a:cubicBezTo>
                    <a:pt x="5546" y="2292"/>
                    <a:pt x="9317" y="2034"/>
                    <a:pt x="11720" y="1849"/>
                  </a:cubicBezTo>
                  <a:cubicBezTo>
                    <a:pt x="11979" y="1220"/>
                    <a:pt x="12238" y="629"/>
                    <a:pt x="12459"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53"/>
            <p:cNvSpPr/>
            <p:nvPr/>
          </p:nvSpPr>
          <p:spPr>
            <a:xfrm>
              <a:off x="2566375" y="2447125"/>
              <a:ext cx="287475" cy="122025"/>
            </a:xfrm>
            <a:custGeom>
              <a:avLst/>
              <a:gdLst/>
              <a:ahLst/>
              <a:cxnLst/>
              <a:rect l="l" t="t" r="r" b="b"/>
              <a:pathLst>
                <a:path w="11499" h="4881" extrusionOk="0">
                  <a:moveTo>
                    <a:pt x="1" y="0"/>
                  </a:moveTo>
                  <a:lnTo>
                    <a:pt x="1" y="0"/>
                  </a:lnTo>
                  <a:cubicBezTo>
                    <a:pt x="333" y="776"/>
                    <a:pt x="740" y="1590"/>
                    <a:pt x="1184" y="2440"/>
                  </a:cubicBezTo>
                  <a:cubicBezTo>
                    <a:pt x="4400" y="3401"/>
                    <a:pt x="9502" y="4880"/>
                    <a:pt x="10981" y="4880"/>
                  </a:cubicBezTo>
                  <a:cubicBezTo>
                    <a:pt x="11351" y="4880"/>
                    <a:pt x="11498" y="4806"/>
                    <a:pt x="11351" y="4621"/>
                  </a:cubicBezTo>
                  <a:cubicBezTo>
                    <a:pt x="10648" y="3549"/>
                    <a:pt x="3882" y="998"/>
                    <a:pt x="1"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53"/>
            <p:cNvSpPr/>
            <p:nvPr/>
          </p:nvSpPr>
          <p:spPr>
            <a:xfrm>
              <a:off x="2046025" y="1858000"/>
              <a:ext cx="1782000" cy="1485125"/>
            </a:xfrm>
            <a:custGeom>
              <a:avLst/>
              <a:gdLst/>
              <a:ahLst/>
              <a:cxnLst/>
              <a:rect l="l" t="t" r="r" b="b"/>
              <a:pathLst>
                <a:path w="71280" h="59405" extrusionOk="0">
                  <a:moveTo>
                    <a:pt x="28963" y="668"/>
                  </a:moveTo>
                  <a:lnTo>
                    <a:pt x="36194" y="1826"/>
                  </a:lnTo>
                  <a:lnTo>
                    <a:pt x="36305" y="1826"/>
                  </a:lnTo>
                  <a:lnTo>
                    <a:pt x="43536" y="668"/>
                  </a:lnTo>
                  <a:lnTo>
                    <a:pt x="43536" y="668"/>
                  </a:lnTo>
                  <a:cubicBezTo>
                    <a:pt x="43316" y="2351"/>
                    <a:pt x="42479" y="9033"/>
                    <a:pt x="42479" y="13176"/>
                  </a:cubicBezTo>
                  <a:cubicBezTo>
                    <a:pt x="42479" y="13842"/>
                    <a:pt x="42516" y="14433"/>
                    <a:pt x="42553" y="14914"/>
                  </a:cubicBezTo>
                  <a:cubicBezTo>
                    <a:pt x="42590" y="15431"/>
                    <a:pt x="42664" y="15838"/>
                    <a:pt x="42812" y="16171"/>
                  </a:cubicBezTo>
                  <a:cubicBezTo>
                    <a:pt x="43071" y="16873"/>
                    <a:pt x="43588" y="17465"/>
                    <a:pt x="44291" y="18019"/>
                  </a:cubicBezTo>
                  <a:cubicBezTo>
                    <a:pt x="46398" y="19609"/>
                    <a:pt x="50058" y="20607"/>
                    <a:pt x="53534" y="20977"/>
                  </a:cubicBezTo>
                  <a:cubicBezTo>
                    <a:pt x="54014" y="21014"/>
                    <a:pt x="54495" y="21014"/>
                    <a:pt x="54975" y="21014"/>
                  </a:cubicBezTo>
                  <a:cubicBezTo>
                    <a:pt x="57289" y="21014"/>
                    <a:pt x="59844" y="20568"/>
                    <a:pt x="62175" y="20568"/>
                  </a:cubicBezTo>
                  <a:cubicBezTo>
                    <a:pt x="62265" y="20568"/>
                    <a:pt x="62354" y="20569"/>
                    <a:pt x="62443" y="20570"/>
                  </a:cubicBezTo>
                  <a:cubicBezTo>
                    <a:pt x="63442" y="20570"/>
                    <a:pt x="64403" y="20644"/>
                    <a:pt x="65253" y="20903"/>
                  </a:cubicBezTo>
                  <a:cubicBezTo>
                    <a:pt x="66141" y="21125"/>
                    <a:pt x="66880" y="21532"/>
                    <a:pt x="67508" y="22160"/>
                  </a:cubicBezTo>
                  <a:cubicBezTo>
                    <a:pt x="68211" y="22826"/>
                    <a:pt x="68839" y="24489"/>
                    <a:pt x="69283" y="26486"/>
                  </a:cubicBezTo>
                  <a:cubicBezTo>
                    <a:pt x="69948" y="29517"/>
                    <a:pt x="70281" y="33436"/>
                    <a:pt x="70466" y="36616"/>
                  </a:cubicBezTo>
                  <a:cubicBezTo>
                    <a:pt x="70577" y="38168"/>
                    <a:pt x="70614" y="39573"/>
                    <a:pt x="70651" y="40572"/>
                  </a:cubicBezTo>
                  <a:cubicBezTo>
                    <a:pt x="70651" y="41168"/>
                    <a:pt x="70651" y="41622"/>
                    <a:pt x="70651" y="41890"/>
                  </a:cubicBezTo>
                  <a:lnTo>
                    <a:pt x="70651" y="41890"/>
                  </a:lnTo>
                  <a:lnTo>
                    <a:pt x="41370" y="48816"/>
                  </a:lnTo>
                  <a:lnTo>
                    <a:pt x="31240" y="51330"/>
                  </a:lnTo>
                  <a:lnTo>
                    <a:pt x="31240" y="51293"/>
                  </a:lnTo>
                  <a:lnTo>
                    <a:pt x="653" y="58703"/>
                  </a:lnTo>
                  <a:lnTo>
                    <a:pt x="653" y="58703"/>
                  </a:lnTo>
                  <a:cubicBezTo>
                    <a:pt x="666" y="58458"/>
                    <a:pt x="685" y="58104"/>
                    <a:pt x="703" y="57652"/>
                  </a:cubicBezTo>
                  <a:cubicBezTo>
                    <a:pt x="850" y="54362"/>
                    <a:pt x="1257" y="46154"/>
                    <a:pt x="1960" y="38390"/>
                  </a:cubicBezTo>
                  <a:cubicBezTo>
                    <a:pt x="2329" y="34508"/>
                    <a:pt x="2736" y="30774"/>
                    <a:pt x="3254" y="27817"/>
                  </a:cubicBezTo>
                  <a:cubicBezTo>
                    <a:pt x="3512" y="26338"/>
                    <a:pt x="3808" y="25081"/>
                    <a:pt x="4104" y="24083"/>
                  </a:cubicBezTo>
                  <a:cubicBezTo>
                    <a:pt x="4400" y="23121"/>
                    <a:pt x="4732" y="22419"/>
                    <a:pt x="4991" y="22160"/>
                  </a:cubicBezTo>
                  <a:cubicBezTo>
                    <a:pt x="5620" y="21532"/>
                    <a:pt x="6359" y="21125"/>
                    <a:pt x="7209" y="20903"/>
                  </a:cubicBezTo>
                  <a:cubicBezTo>
                    <a:pt x="8097" y="20644"/>
                    <a:pt x="9058" y="20570"/>
                    <a:pt x="10056" y="20570"/>
                  </a:cubicBezTo>
                  <a:cubicBezTo>
                    <a:pt x="10145" y="20569"/>
                    <a:pt x="10235" y="20568"/>
                    <a:pt x="10324" y="20568"/>
                  </a:cubicBezTo>
                  <a:cubicBezTo>
                    <a:pt x="12656" y="20568"/>
                    <a:pt x="15210" y="21014"/>
                    <a:pt x="17524" y="21014"/>
                  </a:cubicBezTo>
                  <a:cubicBezTo>
                    <a:pt x="18005" y="21014"/>
                    <a:pt x="18485" y="21014"/>
                    <a:pt x="18966" y="20977"/>
                  </a:cubicBezTo>
                  <a:cubicBezTo>
                    <a:pt x="21295" y="20718"/>
                    <a:pt x="23698" y="20201"/>
                    <a:pt x="25658" y="19424"/>
                  </a:cubicBezTo>
                  <a:cubicBezTo>
                    <a:pt x="26619" y="19018"/>
                    <a:pt x="27506" y="18574"/>
                    <a:pt x="28209" y="18019"/>
                  </a:cubicBezTo>
                  <a:cubicBezTo>
                    <a:pt x="28911" y="17465"/>
                    <a:pt x="29429" y="16873"/>
                    <a:pt x="29688" y="16171"/>
                  </a:cubicBezTo>
                  <a:cubicBezTo>
                    <a:pt x="29835" y="15838"/>
                    <a:pt x="29909" y="15431"/>
                    <a:pt x="29946" y="14914"/>
                  </a:cubicBezTo>
                  <a:cubicBezTo>
                    <a:pt x="29983" y="14433"/>
                    <a:pt x="30020" y="13842"/>
                    <a:pt x="30020" y="13176"/>
                  </a:cubicBezTo>
                  <a:cubicBezTo>
                    <a:pt x="30020" y="9033"/>
                    <a:pt x="29183" y="2351"/>
                    <a:pt x="28963" y="668"/>
                  </a:cubicBezTo>
                  <a:close/>
                  <a:moveTo>
                    <a:pt x="28586" y="0"/>
                  </a:moveTo>
                  <a:cubicBezTo>
                    <a:pt x="28522" y="0"/>
                    <a:pt x="28448" y="34"/>
                    <a:pt x="28394" y="89"/>
                  </a:cubicBezTo>
                  <a:cubicBezTo>
                    <a:pt x="28320" y="163"/>
                    <a:pt x="28283" y="273"/>
                    <a:pt x="28320" y="347"/>
                  </a:cubicBezTo>
                  <a:cubicBezTo>
                    <a:pt x="28320" y="347"/>
                    <a:pt x="28394" y="865"/>
                    <a:pt x="28467" y="1715"/>
                  </a:cubicBezTo>
                  <a:cubicBezTo>
                    <a:pt x="28800" y="4192"/>
                    <a:pt x="29392" y="9664"/>
                    <a:pt x="29392" y="13176"/>
                  </a:cubicBezTo>
                  <a:cubicBezTo>
                    <a:pt x="29392" y="13805"/>
                    <a:pt x="29355" y="14396"/>
                    <a:pt x="29318" y="14877"/>
                  </a:cubicBezTo>
                  <a:cubicBezTo>
                    <a:pt x="29281" y="15321"/>
                    <a:pt x="29207" y="15727"/>
                    <a:pt x="29133" y="15949"/>
                  </a:cubicBezTo>
                  <a:cubicBezTo>
                    <a:pt x="28911" y="16504"/>
                    <a:pt x="28467" y="17058"/>
                    <a:pt x="27839" y="17539"/>
                  </a:cubicBezTo>
                  <a:cubicBezTo>
                    <a:pt x="25917" y="19018"/>
                    <a:pt x="22330" y="20016"/>
                    <a:pt x="18892" y="20349"/>
                  </a:cubicBezTo>
                  <a:cubicBezTo>
                    <a:pt x="18448" y="20386"/>
                    <a:pt x="18005" y="20422"/>
                    <a:pt x="17524" y="20422"/>
                  </a:cubicBezTo>
                  <a:cubicBezTo>
                    <a:pt x="15195" y="20422"/>
                    <a:pt x="12533" y="19942"/>
                    <a:pt x="10056" y="19942"/>
                  </a:cubicBezTo>
                  <a:cubicBezTo>
                    <a:pt x="9021" y="19942"/>
                    <a:pt x="7986" y="20016"/>
                    <a:pt x="7062" y="20275"/>
                  </a:cubicBezTo>
                  <a:cubicBezTo>
                    <a:pt x="6137" y="20570"/>
                    <a:pt x="5250" y="21014"/>
                    <a:pt x="4548" y="21716"/>
                  </a:cubicBezTo>
                  <a:cubicBezTo>
                    <a:pt x="4067" y="22197"/>
                    <a:pt x="3734" y="23121"/>
                    <a:pt x="3364" y="24341"/>
                  </a:cubicBezTo>
                  <a:cubicBezTo>
                    <a:pt x="2181" y="28741"/>
                    <a:pt x="1331" y="37392"/>
                    <a:pt x="813" y="44971"/>
                  </a:cubicBezTo>
                  <a:cubicBezTo>
                    <a:pt x="259" y="52587"/>
                    <a:pt x="37" y="59094"/>
                    <a:pt x="37" y="59094"/>
                  </a:cubicBezTo>
                  <a:cubicBezTo>
                    <a:pt x="0" y="59168"/>
                    <a:pt x="74" y="59279"/>
                    <a:pt x="148" y="59316"/>
                  </a:cubicBezTo>
                  <a:cubicBezTo>
                    <a:pt x="202" y="59370"/>
                    <a:pt x="256" y="59404"/>
                    <a:pt x="325" y="59404"/>
                  </a:cubicBezTo>
                  <a:cubicBezTo>
                    <a:pt x="350" y="59404"/>
                    <a:pt x="377" y="59400"/>
                    <a:pt x="407" y="59390"/>
                  </a:cubicBezTo>
                  <a:lnTo>
                    <a:pt x="31388" y="51922"/>
                  </a:lnTo>
                  <a:lnTo>
                    <a:pt x="41518" y="49408"/>
                  </a:lnTo>
                  <a:lnTo>
                    <a:pt x="71058" y="42457"/>
                  </a:lnTo>
                  <a:cubicBezTo>
                    <a:pt x="71169" y="42420"/>
                    <a:pt x="71279" y="42272"/>
                    <a:pt x="71279" y="42124"/>
                  </a:cubicBezTo>
                  <a:cubicBezTo>
                    <a:pt x="71279" y="42124"/>
                    <a:pt x="71279" y="37873"/>
                    <a:pt x="70836" y="33214"/>
                  </a:cubicBezTo>
                  <a:cubicBezTo>
                    <a:pt x="70651" y="30848"/>
                    <a:pt x="70318" y="28445"/>
                    <a:pt x="69875" y="26375"/>
                  </a:cubicBezTo>
                  <a:cubicBezTo>
                    <a:pt x="69394" y="24304"/>
                    <a:pt x="68802" y="22604"/>
                    <a:pt x="67952" y="21716"/>
                  </a:cubicBezTo>
                  <a:cubicBezTo>
                    <a:pt x="67213" y="21014"/>
                    <a:pt x="66362" y="20570"/>
                    <a:pt x="65438" y="20275"/>
                  </a:cubicBezTo>
                  <a:cubicBezTo>
                    <a:pt x="64514" y="20016"/>
                    <a:pt x="63479" y="19942"/>
                    <a:pt x="62443" y="19942"/>
                  </a:cubicBezTo>
                  <a:cubicBezTo>
                    <a:pt x="59966" y="19942"/>
                    <a:pt x="57305" y="20422"/>
                    <a:pt x="54975" y="20422"/>
                  </a:cubicBezTo>
                  <a:cubicBezTo>
                    <a:pt x="54495" y="20422"/>
                    <a:pt x="54051" y="20386"/>
                    <a:pt x="53607" y="20349"/>
                  </a:cubicBezTo>
                  <a:cubicBezTo>
                    <a:pt x="51315" y="20127"/>
                    <a:pt x="48949" y="19609"/>
                    <a:pt x="47064" y="18833"/>
                  </a:cubicBezTo>
                  <a:cubicBezTo>
                    <a:pt x="46139" y="18463"/>
                    <a:pt x="45289" y="18019"/>
                    <a:pt x="44661" y="17539"/>
                  </a:cubicBezTo>
                  <a:cubicBezTo>
                    <a:pt x="44032" y="17058"/>
                    <a:pt x="43588" y="16504"/>
                    <a:pt x="43367" y="15949"/>
                  </a:cubicBezTo>
                  <a:cubicBezTo>
                    <a:pt x="43293" y="15727"/>
                    <a:pt x="43219" y="15321"/>
                    <a:pt x="43182" y="14877"/>
                  </a:cubicBezTo>
                  <a:cubicBezTo>
                    <a:pt x="43108" y="14396"/>
                    <a:pt x="43108" y="13805"/>
                    <a:pt x="43108" y="13176"/>
                  </a:cubicBezTo>
                  <a:cubicBezTo>
                    <a:pt x="43108" y="10847"/>
                    <a:pt x="43367" y="7631"/>
                    <a:pt x="43662" y="5006"/>
                  </a:cubicBezTo>
                  <a:cubicBezTo>
                    <a:pt x="43773" y="3712"/>
                    <a:pt x="43921" y="2529"/>
                    <a:pt x="44032" y="1715"/>
                  </a:cubicBezTo>
                  <a:cubicBezTo>
                    <a:pt x="44106" y="865"/>
                    <a:pt x="44180" y="347"/>
                    <a:pt x="44180" y="347"/>
                  </a:cubicBezTo>
                  <a:cubicBezTo>
                    <a:pt x="44180" y="273"/>
                    <a:pt x="44180" y="163"/>
                    <a:pt x="44106" y="89"/>
                  </a:cubicBezTo>
                  <a:cubicBezTo>
                    <a:pt x="44052" y="34"/>
                    <a:pt x="43978" y="0"/>
                    <a:pt x="43913" y="0"/>
                  </a:cubicBezTo>
                  <a:cubicBezTo>
                    <a:pt x="43890" y="0"/>
                    <a:pt x="43867" y="5"/>
                    <a:pt x="43847" y="15"/>
                  </a:cubicBezTo>
                  <a:lnTo>
                    <a:pt x="36231" y="1198"/>
                  </a:lnTo>
                  <a:lnTo>
                    <a:pt x="28652" y="15"/>
                  </a:lnTo>
                  <a:cubicBezTo>
                    <a:pt x="28633" y="5"/>
                    <a:pt x="28610" y="0"/>
                    <a:pt x="285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53"/>
            <p:cNvSpPr/>
            <p:nvPr/>
          </p:nvSpPr>
          <p:spPr>
            <a:xfrm>
              <a:off x="2348250" y="2372250"/>
              <a:ext cx="1243150" cy="890100"/>
            </a:xfrm>
            <a:custGeom>
              <a:avLst/>
              <a:gdLst/>
              <a:ahLst/>
              <a:cxnLst/>
              <a:rect l="l" t="t" r="r" b="b"/>
              <a:pathLst>
                <a:path w="49726" h="35604" extrusionOk="0">
                  <a:moveTo>
                    <a:pt x="40816" y="0"/>
                  </a:moveTo>
                  <a:cubicBezTo>
                    <a:pt x="39855" y="4917"/>
                    <a:pt x="36527" y="16711"/>
                    <a:pt x="26398" y="18190"/>
                  </a:cubicBezTo>
                  <a:cubicBezTo>
                    <a:pt x="25854" y="18271"/>
                    <a:pt x="25321" y="18310"/>
                    <a:pt x="24798" y="18310"/>
                  </a:cubicBezTo>
                  <a:cubicBezTo>
                    <a:pt x="15083" y="18310"/>
                    <a:pt x="8995" y="4879"/>
                    <a:pt x="7136" y="37"/>
                  </a:cubicBezTo>
                  <a:cubicBezTo>
                    <a:pt x="7025" y="74"/>
                    <a:pt x="6951" y="74"/>
                    <a:pt x="6840" y="74"/>
                  </a:cubicBezTo>
                  <a:cubicBezTo>
                    <a:pt x="6360" y="131"/>
                    <a:pt x="5864" y="155"/>
                    <a:pt x="5355" y="155"/>
                  </a:cubicBezTo>
                  <a:cubicBezTo>
                    <a:pt x="4533" y="155"/>
                    <a:pt x="3679" y="92"/>
                    <a:pt x="2810" y="0"/>
                  </a:cubicBezTo>
                  <a:lnTo>
                    <a:pt x="2810" y="0"/>
                  </a:lnTo>
                  <a:cubicBezTo>
                    <a:pt x="3328" y="2034"/>
                    <a:pt x="3808" y="4954"/>
                    <a:pt x="3661" y="8356"/>
                  </a:cubicBezTo>
                  <a:cubicBezTo>
                    <a:pt x="3328" y="14715"/>
                    <a:pt x="1" y="25695"/>
                    <a:pt x="1" y="32017"/>
                  </a:cubicBezTo>
                  <a:cubicBezTo>
                    <a:pt x="1" y="33200"/>
                    <a:pt x="111" y="34420"/>
                    <a:pt x="296" y="35603"/>
                  </a:cubicBezTo>
                  <a:lnTo>
                    <a:pt x="49726" y="23514"/>
                  </a:lnTo>
                  <a:cubicBezTo>
                    <a:pt x="49097" y="21443"/>
                    <a:pt x="48321" y="19225"/>
                    <a:pt x="47508" y="16785"/>
                  </a:cubicBezTo>
                  <a:cubicBezTo>
                    <a:pt x="45437" y="10352"/>
                    <a:pt x="45622" y="2958"/>
                    <a:pt x="45807" y="0"/>
                  </a:cubicBezTo>
                  <a:lnTo>
                    <a:pt x="45807" y="0"/>
                  </a:lnTo>
                  <a:cubicBezTo>
                    <a:pt x="44839" y="73"/>
                    <a:pt x="43855" y="146"/>
                    <a:pt x="42917" y="146"/>
                  </a:cubicBezTo>
                  <a:cubicBezTo>
                    <a:pt x="42423" y="146"/>
                    <a:pt x="41941" y="125"/>
                    <a:pt x="41482" y="74"/>
                  </a:cubicBezTo>
                  <a:cubicBezTo>
                    <a:pt x="41260" y="74"/>
                    <a:pt x="41038" y="37"/>
                    <a:pt x="408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53"/>
            <p:cNvSpPr/>
            <p:nvPr/>
          </p:nvSpPr>
          <p:spPr>
            <a:xfrm>
              <a:off x="2340850" y="2363925"/>
              <a:ext cx="1259800" cy="906425"/>
            </a:xfrm>
            <a:custGeom>
              <a:avLst/>
              <a:gdLst/>
              <a:ahLst/>
              <a:cxnLst/>
              <a:rect l="l" t="t" r="r" b="b"/>
              <a:pathLst>
                <a:path w="50392" h="36257" extrusionOk="0">
                  <a:moveTo>
                    <a:pt x="45792" y="655"/>
                  </a:moveTo>
                  <a:cubicBezTo>
                    <a:pt x="45753" y="1510"/>
                    <a:pt x="45696" y="2635"/>
                    <a:pt x="45696" y="3957"/>
                  </a:cubicBezTo>
                  <a:cubicBezTo>
                    <a:pt x="45696" y="7580"/>
                    <a:pt x="46029" y="12608"/>
                    <a:pt x="47545" y="17192"/>
                  </a:cubicBezTo>
                  <a:cubicBezTo>
                    <a:pt x="48280" y="19539"/>
                    <a:pt x="49016" y="21653"/>
                    <a:pt x="49626" y="23630"/>
                  </a:cubicBezTo>
                  <a:lnTo>
                    <a:pt x="49626" y="23630"/>
                  </a:lnTo>
                  <a:lnTo>
                    <a:pt x="837" y="35562"/>
                  </a:lnTo>
                  <a:lnTo>
                    <a:pt x="837" y="35562"/>
                  </a:lnTo>
                  <a:cubicBezTo>
                    <a:pt x="683" y="34492"/>
                    <a:pt x="592" y="33421"/>
                    <a:pt x="592" y="32350"/>
                  </a:cubicBezTo>
                  <a:cubicBezTo>
                    <a:pt x="592" y="29244"/>
                    <a:pt x="1443" y="24919"/>
                    <a:pt x="2293" y="20593"/>
                  </a:cubicBezTo>
                  <a:cubicBezTo>
                    <a:pt x="3180" y="16268"/>
                    <a:pt x="4104" y="11905"/>
                    <a:pt x="4252" y="8689"/>
                  </a:cubicBezTo>
                  <a:cubicBezTo>
                    <a:pt x="4289" y="8245"/>
                    <a:pt x="4289" y="7801"/>
                    <a:pt x="4289" y="7358"/>
                  </a:cubicBezTo>
                  <a:cubicBezTo>
                    <a:pt x="4289" y="4705"/>
                    <a:pt x="3914" y="2428"/>
                    <a:pt x="3508" y="699"/>
                  </a:cubicBezTo>
                  <a:lnTo>
                    <a:pt x="3508" y="699"/>
                  </a:lnTo>
                  <a:cubicBezTo>
                    <a:pt x="4275" y="751"/>
                    <a:pt x="5016" y="777"/>
                    <a:pt x="5731" y="777"/>
                  </a:cubicBezTo>
                  <a:cubicBezTo>
                    <a:pt x="6249" y="777"/>
                    <a:pt x="6692" y="777"/>
                    <a:pt x="7173" y="740"/>
                  </a:cubicBezTo>
                  <a:cubicBezTo>
                    <a:pt x="7194" y="733"/>
                    <a:pt x="7213" y="728"/>
                    <a:pt x="7232" y="723"/>
                  </a:cubicBezTo>
                  <a:lnTo>
                    <a:pt x="7232" y="723"/>
                  </a:lnTo>
                  <a:cubicBezTo>
                    <a:pt x="8227" y="3215"/>
                    <a:pt x="10190" y="7635"/>
                    <a:pt x="13088" y="11536"/>
                  </a:cubicBezTo>
                  <a:cubicBezTo>
                    <a:pt x="14567" y="13532"/>
                    <a:pt x="16305" y="15380"/>
                    <a:pt x="18338" y="16748"/>
                  </a:cubicBezTo>
                  <a:cubicBezTo>
                    <a:pt x="20335" y="18116"/>
                    <a:pt x="22590" y="18967"/>
                    <a:pt x="25104" y="18967"/>
                  </a:cubicBezTo>
                  <a:cubicBezTo>
                    <a:pt x="25621" y="18967"/>
                    <a:pt x="26176" y="18930"/>
                    <a:pt x="26730" y="18856"/>
                  </a:cubicBezTo>
                  <a:cubicBezTo>
                    <a:pt x="31906" y="18079"/>
                    <a:pt x="35382" y="14678"/>
                    <a:pt x="37600" y="10870"/>
                  </a:cubicBezTo>
                  <a:cubicBezTo>
                    <a:pt x="39773" y="7235"/>
                    <a:pt x="40848" y="3189"/>
                    <a:pt x="41353" y="683"/>
                  </a:cubicBezTo>
                  <a:lnTo>
                    <a:pt x="41353" y="683"/>
                  </a:lnTo>
                  <a:cubicBezTo>
                    <a:pt x="41482" y="697"/>
                    <a:pt x="41611" y="719"/>
                    <a:pt x="41741" y="740"/>
                  </a:cubicBezTo>
                  <a:cubicBezTo>
                    <a:pt x="42221" y="777"/>
                    <a:pt x="42665" y="777"/>
                    <a:pt x="43145" y="777"/>
                  </a:cubicBezTo>
                  <a:cubicBezTo>
                    <a:pt x="44027" y="777"/>
                    <a:pt x="44910" y="719"/>
                    <a:pt x="45792" y="655"/>
                  </a:cubicBezTo>
                  <a:close/>
                  <a:moveTo>
                    <a:pt x="46103" y="1"/>
                  </a:moveTo>
                  <a:cubicBezTo>
                    <a:pt x="45068" y="112"/>
                    <a:pt x="44107" y="185"/>
                    <a:pt x="43145" y="185"/>
                  </a:cubicBezTo>
                  <a:cubicBezTo>
                    <a:pt x="42702" y="185"/>
                    <a:pt x="42258" y="149"/>
                    <a:pt x="41814" y="112"/>
                  </a:cubicBezTo>
                  <a:cubicBezTo>
                    <a:pt x="41593" y="75"/>
                    <a:pt x="41371" y="75"/>
                    <a:pt x="41149" y="38"/>
                  </a:cubicBezTo>
                  <a:cubicBezTo>
                    <a:pt x="41130" y="33"/>
                    <a:pt x="41111" y="31"/>
                    <a:pt x="41092" y="31"/>
                  </a:cubicBezTo>
                  <a:cubicBezTo>
                    <a:pt x="40965" y="31"/>
                    <a:pt x="40848" y="135"/>
                    <a:pt x="40816" y="296"/>
                  </a:cubicBezTo>
                  <a:cubicBezTo>
                    <a:pt x="40336" y="2736"/>
                    <a:pt x="39264" y="6877"/>
                    <a:pt x="37082" y="10574"/>
                  </a:cubicBezTo>
                  <a:cubicBezTo>
                    <a:pt x="34901" y="14271"/>
                    <a:pt x="31611" y="17488"/>
                    <a:pt x="26620" y="18227"/>
                  </a:cubicBezTo>
                  <a:cubicBezTo>
                    <a:pt x="26102" y="18301"/>
                    <a:pt x="25584" y="18338"/>
                    <a:pt x="25104" y="18338"/>
                  </a:cubicBezTo>
                  <a:cubicBezTo>
                    <a:pt x="22738" y="18338"/>
                    <a:pt x="20593" y="17525"/>
                    <a:pt x="18671" y="16231"/>
                  </a:cubicBezTo>
                  <a:cubicBezTo>
                    <a:pt x="15787" y="14271"/>
                    <a:pt x="13384" y="11166"/>
                    <a:pt x="11536" y="8134"/>
                  </a:cubicBezTo>
                  <a:cubicBezTo>
                    <a:pt x="9687" y="5103"/>
                    <a:pt x="8430" y="2071"/>
                    <a:pt x="7728" y="259"/>
                  </a:cubicBezTo>
                  <a:cubicBezTo>
                    <a:pt x="7654" y="149"/>
                    <a:pt x="7543" y="75"/>
                    <a:pt x="7395" y="75"/>
                  </a:cubicBezTo>
                  <a:cubicBezTo>
                    <a:pt x="7284" y="75"/>
                    <a:pt x="7210" y="112"/>
                    <a:pt x="7099" y="112"/>
                  </a:cubicBezTo>
                  <a:cubicBezTo>
                    <a:pt x="6655" y="149"/>
                    <a:pt x="6212" y="185"/>
                    <a:pt x="5731" y="185"/>
                  </a:cubicBezTo>
                  <a:cubicBezTo>
                    <a:pt x="4918" y="185"/>
                    <a:pt x="4031" y="112"/>
                    <a:pt x="3106" y="38"/>
                  </a:cubicBezTo>
                  <a:cubicBezTo>
                    <a:pt x="3032" y="38"/>
                    <a:pt x="2921" y="75"/>
                    <a:pt x="2847" y="149"/>
                  </a:cubicBezTo>
                  <a:cubicBezTo>
                    <a:pt x="2811" y="222"/>
                    <a:pt x="2774" y="333"/>
                    <a:pt x="2811" y="407"/>
                  </a:cubicBezTo>
                  <a:cubicBezTo>
                    <a:pt x="3254" y="2145"/>
                    <a:pt x="3661" y="4548"/>
                    <a:pt x="3661" y="7358"/>
                  </a:cubicBezTo>
                  <a:cubicBezTo>
                    <a:pt x="3661" y="7764"/>
                    <a:pt x="3661" y="8208"/>
                    <a:pt x="3661" y="8689"/>
                  </a:cubicBezTo>
                  <a:cubicBezTo>
                    <a:pt x="3476" y="11794"/>
                    <a:pt x="2589" y="16120"/>
                    <a:pt x="1701" y="20482"/>
                  </a:cubicBezTo>
                  <a:cubicBezTo>
                    <a:pt x="814" y="24808"/>
                    <a:pt x="1" y="29134"/>
                    <a:pt x="1" y="32350"/>
                  </a:cubicBezTo>
                  <a:cubicBezTo>
                    <a:pt x="1" y="33570"/>
                    <a:pt x="112" y="34790"/>
                    <a:pt x="260" y="36010"/>
                  </a:cubicBezTo>
                  <a:cubicBezTo>
                    <a:pt x="297" y="36084"/>
                    <a:pt x="333" y="36158"/>
                    <a:pt x="407" y="36195"/>
                  </a:cubicBezTo>
                  <a:cubicBezTo>
                    <a:pt x="451" y="36238"/>
                    <a:pt x="494" y="36256"/>
                    <a:pt x="545" y="36256"/>
                  </a:cubicBezTo>
                  <a:cubicBezTo>
                    <a:pt x="581" y="36256"/>
                    <a:pt x="620" y="36247"/>
                    <a:pt x="666" y="36232"/>
                  </a:cubicBezTo>
                  <a:lnTo>
                    <a:pt x="50001" y="24166"/>
                  </a:lnTo>
                  <a:lnTo>
                    <a:pt x="50001" y="24166"/>
                  </a:lnTo>
                  <a:cubicBezTo>
                    <a:pt x="50007" y="24166"/>
                    <a:pt x="50012" y="24166"/>
                    <a:pt x="50017" y="24166"/>
                  </a:cubicBezTo>
                  <a:cubicBezTo>
                    <a:pt x="50054" y="24166"/>
                    <a:pt x="50092" y="24159"/>
                    <a:pt x="50133" y="24143"/>
                  </a:cubicBezTo>
                  <a:cubicBezTo>
                    <a:pt x="50281" y="24106"/>
                    <a:pt x="50392" y="23921"/>
                    <a:pt x="50318" y="23773"/>
                  </a:cubicBezTo>
                  <a:lnTo>
                    <a:pt x="50318" y="23773"/>
                  </a:lnTo>
                  <a:cubicBezTo>
                    <a:pt x="50318" y="23773"/>
                    <a:pt x="50318" y="23773"/>
                    <a:pt x="50318" y="23773"/>
                  </a:cubicBezTo>
                  <a:cubicBezTo>
                    <a:pt x="50316" y="23764"/>
                    <a:pt x="50313" y="23755"/>
                    <a:pt x="50310" y="23747"/>
                  </a:cubicBezTo>
                  <a:lnTo>
                    <a:pt x="50310" y="23747"/>
                  </a:lnTo>
                  <a:cubicBezTo>
                    <a:pt x="49683" y="21647"/>
                    <a:pt x="48910" y="19437"/>
                    <a:pt x="48099" y="17007"/>
                  </a:cubicBezTo>
                  <a:cubicBezTo>
                    <a:pt x="46658" y="12534"/>
                    <a:pt x="46325" y="7543"/>
                    <a:pt x="46325" y="3957"/>
                  </a:cubicBezTo>
                  <a:cubicBezTo>
                    <a:pt x="46325" y="2478"/>
                    <a:pt x="46362" y="1221"/>
                    <a:pt x="46436" y="333"/>
                  </a:cubicBezTo>
                  <a:cubicBezTo>
                    <a:pt x="46436" y="259"/>
                    <a:pt x="46399" y="149"/>
                    <a:pt x="46325" y="112"/>
                  </a:cubicBezTo>
                  <a:cubicBezTo>
                    <a:pt x="46288" y="38"/>
                    <a:pt x="46177" y="1"/>
                    <a:pt x="461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53"/>
            <p:cNvSpPr/>
            <p:nvPr/>
          </p:nvSpPr>
          <p:spPr>
            <a:xfrm>
              <a:off x="2357500" y="766675"/>
              <a:ext cx="964950" cy="1349825"/>
            </a:xfrm>
            <a:custGeom>
              <a:avLst/>
              <a:gdLst/>
              <a:ahLst/>
              <a:cxnLst/>
              <a:rect l="l" t="t" r="r" b="b"/>
              <a:pathLst>
                <a:path w="38598" h="53993" extrusionOk="0">
                  <a:moveTo>
                    <a:pt x="19826" y="0"/>
                  </a:moveTo>
                  <a:cubicBezTo>
                    <a:pt x="15796" y="0"/>
                    <a:pt x="11036" y="1781"/>
                    <a:pt x="7949" y="4294"/>
                  </a:cubicBezTo>
                  <a:lnTo>
                    <a:pt x="7912" y="4368"/>
                  </a:lnTo>
                  <a:cubicBezTo>
                    <a:pt x="0" y="10949"/>
                    <a:pt x="851" y="22262"/>
                    <a:pt x="4511" y="30876"/>
                  </a:cubicBezTo>
                  <a:cubicBezTo>
                    <a:pt x="6581" y="35793"/>
                    <a:pt x="8540" y="40451"/>
                    <a:pt x="11424" y="44888"/>
                  </a:cubicBezTo>
                  <a:cubicBezTo>
                    <a:pt x="14525" y="49586"/>
                    <a:pt x="19218" y="53993"/>
                    <a:pt x="24245" y="53993"/>
                  </a:cubicBezTo>
                  <a:cubicBezTo>
                    <a:pt x="25151" y="53993"/>
                    <a:pt x="26068" y="53849"/>
                    <a:pt x="26989" y="53539"/>
                  </a:cubicBezTo>
                  <a:cubicBezTo>
                    <a:pt x="33052" y="51468"/>
                    <a:pt x="38598" y="35423"/>
                    <a:pt x="38450" y="23334"/>
                  </a:cubicBezTo>
                  <a:cubicBezTo>
                    <a:pt x="38339" y="16383"/>
                    <a:pt x="35677" y="8730"/>
                    <a:pt x="30390" y="3961"/>
                  </a:cubicBezTo>
                  <a:cubicBezTo>
                    <a:pt x="27617" y="1410"/>
                    <a:pt x="23957" y="79"/>
                    <a:pt x="20186" y="5"/>
                  </a:cubicBezTo>
                  <a:cubicBezTo>
                    <a:pt x="20067" y="2"/>
                    <a:pt x="19947" y="0"/>
                    <a:pt x="198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53"/>
            <p:cNvSpPr/>
            <p:nvPr/>
          </p:nvSpPr>
          <p:spPr>
            <a:xfrm>
              <a:off x="2466550" y="1083825"/>
              <a:ext cx="843875" cy="1025025"/>
            </a:xfrm>
            <a:custGeom>
              <a:avLst/>
              <a:gdLst/>
              <a:ahLst/>
              <a:cxnLst/>
              <a:rect l="l" t="t" r="r" b="b"/>
              <a:pathLst>
                <a:path w="33755" h="41001" extrusionOk="0">
                  <a:moveTo>
                    <a:pt x="21887" y="28579"/>
                  </a:moveTo>
                  <a:cubicBezTo>
                    <a:pt x="22886" y="28579"/>
                    <a:pt x="24327" y="28911"/>
                    <a:pt x="25067" y="29096"/>
                  </a:cubicBezTo>
                  <a:cubicBezTo>
                    <a:pt x="25178" y="29059"/>
                    <a:pt x="25289" y="29022"/>
                    <a:pt x="25326" y="28985"/>
                  </a:cubicBezTo>
                  <a:lnTo>
                    <a:pt x="25363" y="28948"/>
                  </a:lnTo>
                  <a:cubicBezTo>
                    <a:pt x="25400" y="28948"/>
                    <a:pt x="25437" y="28911"/>
                    <a:pt x="25510" y="28911"/>
                  </a:cubicBezTo>
                  <a:cubicBezTo>
                    <a:pt x="25547" y="28911"/>
                    <a:pt x="25621" y="28948"/>
                    <a:pt x="25695" y="28985"/>
                  </a:cubicBezTo>
                  <a:cubicBezTo>
                    <a:pt x="25769" y="29059"/>
                    <a:pt x="25843" y="29170"/>
                    <a:pt x="25806" y="29318"/>
                  </a:cubicBezTo>
                  <a:cubicBezTo>
                    <a:pt x="25806" y="29318"/>
                    <a:pt x="25547" y="30427"/>
                    <a:pt x="24845" y="31684"/>
                  </a:cubicBezTo>
                  <a:cubicBezTo>
                    <a:pt x="24106" y="32978"/>
                    <a:pt x="22923" y="34420"/>
                    <a:pt x="21000" y="35085"/>
                  </a:cubicBezTo>
                  <a:cubicBezTo>
                    <a:pt x="20556" y="35233"/>
                    <a:pt x="20150" y="35307"/>
                    <a:pt x="19706" y="35307"/>
                  </a:cubicBezTo>
                  <a:cubicBezTo>
                    <a:pt x="18005" y="35307"/>
                    <a:pt x="16490" y="34198"/>
                    <a:pt x="15417" y="33126"/>
                  </a:cubicBezTo>
                  <a:cubicBezTo>
                    <a:pt x="14308" y="32054"/>
                    <a:pt x="13643" y="31019"/>
                    <a:pt x="13643" y="30982"/>
                  </a:cubicBezTo>
                  <a:cubicBezTo>
                    <a:pt x="13569" y="30871"/>
                    <a:pt x="13569" y="30760"/>
                    <a:pt x="13643" y="30649"/>
                  </a:cubicBezTo>
                  <a:cubicBezTo>
                    <a:pt x="13680" y="30575"/>
                    <a:pt x="13791" y="30501"/>
                    <a:pt x="13902" y="30501"/>
                  </a:cubicBezTo>
                  <a:cubicBezTo>
                    <a:pt x="13902" y="30501"/>
                    <a:pt x="13939" y="30501"/>
                    <a:pt x="13939" y="30538"/>
                  </a:cubicBezTo>
                  <a:lnTo>
                    <a:pt x="14160" y="30538"/>
                  </a:lnTo>
                  <a:cubicBezTo>
                    <a:pt x="14641" y="30057"/>
                    <a:pt x="15750" y="29059"/>
                    <a:pt x="16601" y="29059"/>
                  </a:cubicBezTo>
                  <a:cubicBezTo>
                    <a:pt x="17710" y="29059"/>
                    <a:pt x="19447" y="29873"/>
                    <a:pt x="19447" y="29873"/>
                  </a:cubicBezTo>
                  <a:cubicBezTo>
                    <a:pt x="19447" y="29873"/>
                    <a:pt x="20261" y="28763"/>
                    <a:pt x="21518" y="28616"/>
                  </a:cubicBezTo>
                  <a:cubicBezTo>
                    <a:pt x="21629" y="28579"/>
                    <a:pt x="21776" y="28579"/>
                    <a:pt x="21887" y="28579"/>
                  </a:cubicBezTo>
                  <a:close/>
                  <a:moveTo>
                    <a:pt x="16896" y="0"/>
                  </a:moveTo>
                  <a:cubicBezTo>
                    <a:pt x="13754" y="0"/>
                    <a:pt x="10242" y="1072"/>
                    <a:pt x="6729" y="3956"/>
                  </a:cubicBezTo>
                  <a:cubicBezTo>
                    <a:pt x="2071" y="7838"/>
                    <a:pt x="518" y="13901"/>
                    <a:pt x="1" y="17044"/>
                  </a:cubicBezTo>
                  <a:cubicBezTo>
                    <a:pt x="149" y="17376"/>
                    <a:pt x="260" y="17746"/>
                    <a:pt x="407" y="18079"/>
                  </a:cubicBezTo>
                  <a:cubicBezTo>
                    <a:pt x="2478" y="22959"/>
                    <a:pt x="4437" y="27654"/>
                    <a:pt x="7321" y="32017"/>
                  </a:cubicBezTo>
                  <a:cubicBezTo>
                    <a:pt x="8874" y="34346"/>
                    <a:pt x="10796" y="36601"/>
                    <a:pt x="12940" y="38265"/>
                  </a:cubicBezTo>
                  <a:cubicBezTo>
                    <a:pt x="15085" y="39929"/>
                    <a:pt x="17451" y="41001"/>
                    <a:pt x="19854" y="41001"/>
                  </a:cubicBezTo>
                  <a:cubicBezTo>
                    <a:pt x="20741" y="41001"/>
                    <a:pt x="21629" y="40853"/>
                    <a:pt x="22553" y="40557"/>
                  </a:cubicBezTo>
                  <a:cubicBezTo>
                    <a:pt x="23921" y="40076"/>
                    <a:pt x="25363" y="38782"/>
                    <a:pt x="26694" y="36860"/>
                  </a:cubicBezTo>
                  <a:cubicBezTo>
                    <a:pt x="28024" y="34938"/>
                    <a:pt x="29244" y="32424"/>
                    <a:pt x="30317" y="29614"/>
                  </a:cubicBezTo>
                  <a:cubicBezTo>
                    <a:pt x="32239" y="24401"/>
                    <a:pt x="33570" y="18116"/>
                    <a:pt x="33755" y="12496"/>
                  </a:cubicBezTo>
                  <a:cubicBezTo>
                    <a:pt x="31648" y="7283"/>
                    <a:pt x="27692" y="3771"/>
                    <a:pt x="24216" y="1886"/>
                  </a:cubicBezTo>
                  <a:cubicBezTo>
                    <a:pt x="22146" y="777"/>
                    <a:pt x="19669" y="0"/>
                    <a:pt x="16896" y="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53"/>
            <p:cNvSpPr/>
            <p:nvPr/>
          </p:nvSpPr>
          <p:spPr>
            <a:xfrm>
              <a:off x="2395400" y="758475"/>
              <a:ext cx="930750" cy="1366100"/>
            </a:xfrm>
            <a:custGeom>
              <a:avLst/>
              <a:gdLst/>
              <a:ahLst/>
              <a:cxnLst/>
              <a:rect l="l" t="t" r="r" b="b"/>
              <a:pathLst>
                <a:path w="37230" h="54644" extrusionOk="0">
                  <a:moveTo>
                    <a:pt x="18670" y="629"/>
                  </a:moveTo>
                  <a:cubicBezTo>
                    <a:pt x="22367" y="703"/>
                    <a:pt x="25953" y="2034"/>
                    <a:pt x="28689" y="4511"/>
                  </a:cubicBezTo>
                  <a:cubicBezTo>
                    <a:pt x="33865" y="9206"/>
                    <a:pt x="36527" y="16785"/>
                    <a:pt x="36601" y="23662"/>
                  </a:cubicBezTo>
                  <a:cubicBezTo>
                    <a:pt x="36638" y="23810"/>
                    <a:pt x="36638" y="23995"/>
                    <a:pt x="36638" y="24179"/>
                  </a:cubicBezTo>
                  <a:cubicBezTo>
                    <a:pt x="36638" y="30132"/>
                    <a:pt x="35270" y="37008"/>
                    <a:pt x="33163" y="42628"/>
                  </a:cubicBezTo>
                  <a:cubicBezTo>
                    <a:pt x="32090" y="45438"/>
                    <a:pt x="30870" y="47952"/>
                    <a:pt x="29540" y="49874"/>
                  </a:cubicBezTo>
                  <a:cubicBezTo>
                    <a:pt x="28209" y="51796"/>
                    <a:pt x="26767" y="53090"/>
                    <a:pt x="25399" y="53571"/>
                  </a:cubicBezTo>
                  <a:cubicBezTo>
                    <a:pt x="24475" y="53867"/>
                    <a:pt x="23587" y="54015"/>
                    <a:pt x="22700" y="54015"/>
                  </a:cubicBezTo>
                  <a:cubicBezTo>
                    <a:pt x="20297" y="54015"/>
                    <a:pt x="17931" y="52943"/>
                    <a:pt x="15786" y="51279"/>
                  </a:cubicBezTo>
                  <a:cubicBezTo>
                    <a:pt x="13642" y="49615"/>
                    <a:pt x="11720" y="47360"/>
                    <a:pt x="10167" y="45031"/>
                  </a:cubicBezTo>
                  <a:cubicBezTo>
                    <a:pt x="7283" y="40668"/>
                    <a:pt x="5324" y="35973"/>
                    <a:pt x="3253" y="31093"/>
                  </a:cubicBezTo>
                  <a:cubicBezTo>
                    <a:pt x="1664" y="27285"/>
                    <a:pt x="592" y="22996"/>
                    <a:pt x="592" y="18819"/>
                  </a:cubicBezTo>
                  <a:cubicBezTo>
                    <a:pt x="629" y="13569"/>
                    <a:pt x="2255" y="8541"/>
                    <a:pt x="6581" y="4918"/>
                  </a:cubicBezTo>
                  <a:lnTo>
                    <a:pt x="6655" y="4881"/>
                  </a:lnTo>
                  <a:cubicBezTo>
                    <a:pt x="9686" y="2367"/>
                    <a:pt x="14456" y="629"/>
                    <a:pt x="18411" y="629"/>
                  </a:cubicBezTo>
                  <a:close/>
                  <a:moveTo>
                    <a:pt x="18411" y="1"/>
                  </a:moveTo>
                  <a:cubicBezTo>
                    <a:pt x="14271" y="1"/>
                    <a:pt x="9428" y="1775"/>
                    <a:pt x="6248" y="4400"/>
                  </a:cubicBezTo>
                  <a:lnTo>
                    <a:pt x="6174" y="4437"/>
                  </a:lnTo>
                  <a:lnTo>
                    <a:pt x="6174" y="4474"/>
                  </a:lnTo>
                  <a:cubicBezTo>
                    <a:pt x="1701" y="8208"/>
                    <a:pt x="0" y="13421"/>
                    <a:pt x="0" y="18819"/>
                  </a:cubicBezTo>
                  <a:cubicBezTo>
                    <a:pt x="0" y="23107"/>
                    <a:pt x="1072" y="27470"/>
                    <a:pt x="2699" y="31352"/>
                  </a:cubicBezTo>
                  <a:cubicBezTo>
                    <a:pt x="4769" y="36232"/>
                    <a:pt x="6729" y="40927"/>
                    <a:pt x="9649" y="45401"/>
                  </a:cubicBezTo>
                  <a:cubicBezTo>
                    <a:pt x="11239" y="47767"/>
                    <a:pt x="13199" y="50059"/>
                    <a:pt x="15417" y="51760"/>
                  </a:cubicBezTo>
                  <a:cubicBezTo>
                    <a:pt x="17598" y="53497"/>
                    <a:pt x="20112" y="54643"/>
                    <a:pt x="22700" y="54643"/>
                  </a:cubicBezTo>
                  <a:cubicBezTo>
                    <a:pt x="23661" y="54643"/>
                    <a:pt x="24622" y="54458"/>
                    <a:pt x="25584" y="54126"/>
                  </a:cubicBezTo>
                  <a:cubicBezTo>
                    <a:pt x="27173" y="53608"/>
                    <a:pt x="28652" y="52203"/>
                    <a:pt x="30020" y="50207"/>
                  </a:cubicBezTo>
                  <a:cubicBezTo>
                    <a:pt x="34161" y="44328"/>
                    <a:pt x="37229" y="33237"/>
                    <a:pt x="37229" y="24179"/>
                  </a:cubicBezTo>
                  <a:cubicBezTo>
                    <a:pt x="37229" y="23995"/>
                    <a:pt x="37229" y="23810"/>
                    <a:pt x="37229" y="23662"/>
                  </a:cubicBezTo>
                  <a:cubicBezTo>
                    <a:pt x="37155" y="16637"/>
                    <a:pt x="34420" y="8910"/>
                    <a:pt x="29096" y="4067"/>
                  </a:cubicBezTo>
                  <a:cubicBezTo>
                    <a:pt x="26249" y="1442"/>
                    <a:pt x="22515" y="74"/>
                    <a:pt x="186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53"/>
            <p:cNvSpPr/>
            <p:nvPr/>
          </p:nvSpPr>
          <p:spPr>
            <a:xfrm>
              <a:off x="2828875" y="1628375"/>
              <a:ext cx="212600" cy="129250"/>
            </a:xfrm>
            <a:custGeom>
              <a:avLst/>
              <a:gdLst/>
              <a:ahLst/>
              <a:cxnLst/>
              <a:rect l="l" t="t" r="r" b="b"/>
              <a:pathLst>
                <a:path w="8504" h="5170" extrusionOk="0">
                  <a:moveTo>
                    <a:pt x="6880" y="1"/>
                  </a:moveTo>
                  <a:cubicBezTo>
                    <a:pt x="6784" y="1"/>
                    <a:pt x="6682" y="40"/>
                    <a:pt x="6618" y="105"/>
                  </a:cubicBezTo>
                  <a:cubicBezTo>
                    <a:pt x="6544" y="253"/>
                    <a:pt x="6544" y="438"/>
                    <a:pt x="6692" y="549"/>
                  </a:cubicBezTo>
                  <a:cubicBezTo>
                    <a:pt x="6766" y="585"/>
                    <a:pt x="7062" y="881"/>
                    <a:pt x="7357" y="1251"/>
                  </a:cubicBezTo>
                  <a:cubicBezTo>
                    <a:pt x="7616" y="1621"/>
                    <a:pt x="7875" y="2138"/>
                    <a:pt x="7875" y="2619"/>
                  </a:cubicBezTo>
                  <a:cubicBezTo>
                    <a:pt x="7875" y="2730"/>
                    <a:pt x="7875" y="2841"/>
                    <a:pt x="7838" y="2952"/>
                  </a:cubicBezTo>
                  <a:cubicBezTo>
                    <a:pt x="7764" y="3284"/>
                    <a:pt x="7653" y="3469"/>
                    <a:pt x="7579" y="3543"/>
                  </a:cubicBezTo>
                  <a:cubicBezTo>
                    <a:pt x="7468" y="3617"/>
                    <a:pt x="7431" y="3617"/>
                    <a:pt x="7357" y="3617"/>
                  </a:cubicBezTo>
                  <a:cubicBezTo>
                    <a:pt x="7283" y="3617"/>
                    <a:pt x="7173" y="3617"/>
                    <a:pt x="7136" y="3580"/>
                  </a:cubicBezTo>
                  <a:lnTo>
                    <a:pt x="7062" y="3543"/>
                  </a:lnTo>
                  <a:cubicBezTo>
                    <a:pt x="7009" y="3517"/>
                    <a:pt x="6939" y="3491"/>
                    <a:pt x="6875" y="3491"/>
                  </a:cubicBezTo>
                  <a:cubicBezTo>
                    <a:pt x="6849" y="3491"/>
                    <a:pt x="6824" y="3495"/>
                    <a:pt x="6803" y="3506"/>
                  </a:cubicBezTo>
                  <a:cubicBezTo>
                    <a:pt x="6692" y="3506"/>
                    <a:pt x="6655" y="3580"/>
                    <a:pt x="6581" y="3654"/>
                  </a:cubicBezTo>
                  <a:cubicBezTo>
                    <a:pt x="6544" y="3728"/>
                    <a:pt x="6248" y="4172"/>
                    <a:pt x="5065" y="4467"/>
                  </a:cubicBezTo>
                  <a:cubicBezTo>
                    <a:pt x="4732" y="4541"/>
                    <a:pt x="4400" y="4541"/>
                    <a:pt x="4067" y="4541"/>
                  </a:cubicBezTo>
                  <a:cubicBezTo>
                    <a:pt x="3586" y="4541"/>
                    <a:pt x="3180" y="4504"/>
                    <a:pt x="2847" y="4430"/>
                  </a:cubicBezTo>
                  <a:cubicBezTo>
                    <a:pt x="2699" y="4393"/>
                    <a:pt x="2588" y="4357"/>
                    <a:pt x="2477" y="4320"/>
                  </a:cubicBezTo>
                  <a:lnTo>
                    <a:pt x="2403" y="4320"/>
                  </a:lnTo>
                  <a:lnTo>
                    <a:pt x="2366" y="4283"/>
                  </a:lnTo>
                  <a:cubicBezTo>
                    <a:pt x="2292" y="4283"/>
                    <a:pt x="2218" y="4283"/>
                    <a:pt x="2145" y="4320"/>
                  </a:cubicBezTo>
                  <a:cubicBezTo>
                    <a:pt x="2145" y="4320"/>
                    <a:pt x="1886" y="4393"/>
                    <a:pt x="1627" y="4393"/>
                  </a:cubicBezTo>
                  <a:cubicBezTo>
                    <a:pt x="1479" y="4393"/>
                    <a:pt x="1331" y="4393"/>
                    <a:pt x="1183" y="4320"/>
                  </a:cubicBezTo>
                  <a:cubicBezTo>
                    <a:pt x="1035" y="4246"/>
                    <a:pt x="888" y="4135"/>
                    <a:pt x="777" y="3950"/>
                  </a:cubicBezTo>
                  <a:cubicBezTo>
                    <a:pt x="666" y="3802"/>
                    <a:pt x="629" y="3617"/>
                    <a:pt x="629" y="3358"/>
                  </a:cubicBezTo>
                  <a:cubicBezTo>
                    <a:pt x="629" y="2952"/>
                    <a:pt x="777" y="2471"/>
                    <a:pt x="924" y="2064"/>
                  </a:cubicBezTo>
                  <a:cubicBezTo>
                    <a:pt x="1035" y="1879"/>
                    <a:pt x="1109" y="1695"/>
                    <a:pt x="1146" y="1584"/>
                  </a:cubicBezTo>
                  <a:cubicBezTo>
                    <a:pt x="1183" y="1547"/>
                    <a:pt x="1220" y="1473"/>
                    <a:pt x="1220" y="1473"/>
                  </a:cubicBezTo>
                  <a:lnTo>
                    <a:pt x="1257" y="1399"/>
                  </a:lnTo>
                  <a:cubicBezTo>
                    <a:pt x="1331" y="1251"/>
                    <a:pt x="1294" y="1066"/>
                    <a:pt x="1146" y="992"/>
                  </a:cubicBezTo>
                  <a:cubicBezTo>
                    <a:pt x="1097" y="968"/>
                    <a:pt x="1044" y="955"/>
                    <a:pt x="992" y="955"/>
                  </a:cubicBezTo>
                  <a:cubicBezTo>
                    <a:pt x="888" y="955"/>
                    <a:pt x="789" y="1004"/>
                    <a:pt x="740" y="1103"/>
                  </a:cubicBezTo>
                  <a:cubicBezTo>
                    <a:pt x="703" y="1103"/>
                    <a:pt x="555" y="1399"/>
                    <a:pt x="370" y="1842"/>
                  </a:cubicBezTo>
                  <a:cubicBezTo>
                    <a:pt x="185" y="2249"/>
                    <a:pt x="0" y="2804"/>
                    <a:pt x="0" y="3358"/>
                  </a:cubicBezTo>
                  <a:cubicBezTo>
                    <a:pt x="0" y="3691"/>
                    <a:pt x="74" y="4024"/>
                    <a:pt x="259" y="4283"/>
                  </a:cubicBezTo>
                  <a:cubicBezTo>
                    <a:pt x="444" y="4578"/>
                    <a:pt x="666" y="4763"/>
                    <a:pt x="924" y="4874"/>
                  </a:cubicBezTo>
                  <a:cubicBezTo>
                    <a:pt x="1183" y="4985"/>
                    <a:pt x="1405" y="5022"/>
                    <a:pt x="1627" y="5022"/>
                  </a:cubicBezTo>
                  <a:cubicBezTo>
                    <a:pt x="1934" y="5022"/>
                    <a:pt x="2171" y="4951"/>
                    <a:pt x="2287" y="4907"/>
                  </a:cubicBezTo>
                  <a:lnTo>
                    <a:pt x="2287" y="4907"/>
                  </a:lnTo>
                  <a:cubicBezTo>
                    <a:pt x="2545" y="4985"/>
                    <a:pt x="3248" y="5170"/>
                    <a:pt x="4067" y="5170"/>
                  </a:cubicBezTo>
                  <a:cubicBezTo>
                    <a:pt x="4437" y="5170"/>
                    <a:pt x="4806" y="5133"/>
                    <a:pt x="5176" y="5059"/>
                  </a:cubicBezTo>
                  <a:cubicBezTo>
                    <a:pt x="6212" y="4832"/>
                    <a:pt x="6730" y="4432"/>
                    <a:pt x="6966" y="4178"/>
                  </a:cubicBezTo>
                  <a:lnTo>
                    <a:pt x="6966" y="4178"/>
                  </a:lnTo>
                  <a:cubicBezTo>
                    <a:pt x="7072" y="4214"/>
                    <a:pt x="7205" y="4246"/>
                    <a:pt x="7357" y="4246"/>
                  </a:cubicBezTo>
                  <a:cubicBezTo>
                    <a:pt x="7542" y="4246"/>
                    <a:pt x="7801" y="4172"/>
                    <a:pt x="7986" y="3987"/>
                  </a:cubicBezTo>
                  <a:cubicBezTo>
                    <a:pt x="8208" y="3765"/>
                    <a:pt x="8356" y="3469"/>
                    <a:pt x="8430" y="3063"/>
                  </a:cubicBezTo>
                  <a:cubicBezTo>
                    <a:pt x="8466" y="2915"/>
                    <a:pt x="8503" y="2767"/>
                    <a:pt x="8503" y="2619"/>
                  </a:cubicBezTo>
                  <a:cubicBezTo>
                    <a:pt x="8503" y="1879"/>
                    <a:pt x="8134" y="1251"/>
                    <a:pt x="7764" y="807"/>
                  </a:cubicBezTo>
                  <a:cubicBezTo>
                    <a:pt x="7431" y="327"/>
                    <a:pt x="7062" y="68"/>
                    <a:pt x="7062" y="68"/>
                  </a:cubicBezTo>
                  <a:cubicBezTo>
                    <a:pt x="7015" y="21"/>
                    <a:pt x="6949" y="1"/>
                    <a:pt x="68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53"/>
            <p:cNvSpPr/>
            <p:nvPr/>
          </p:nvSpPr>
          <p:spPr>
            <a:xfrm>
              <a:off x="2814075" y="1814925"/>
              <a:ext cx="290250" cy="143775"/>
            </a:xfrm>
            <a:custGeom>
              <a:avLst/>
              <a:gdLst/>
              <a:ahLst/>
              <a:cxnLst/>
              <a:rect l="l" t="t" r="r" b="b"/>
              <a:pathLst>
                <a:path w="11610" h="5751" extrusionOk="0">
                  <a:moveTo>
                    <a:pt x="11609" y="0"/>
                  </a:moveTo>
                  <a:cubicBezTo>
                    <a:pt x="11609" y="0"/>
                    <a:pt x="8200" y="1857"/>
                    <a:pt x="3239" y="1857"/>
                  </a:cubicBezTo>
                  <a:cubicBezTo>
                    <a:pt x="2220" y="1857"/>
                    <a:pt x="1135" y="1779"/>
                    <a:pt x="1" y="1590"/>
                  </a:cubicBezTo>
                  <a:lnTo>
                    <a:pt x="1" y="1590"/>
                  </a:lnTo>
                  <a:cubicBezTo>
                    <a:pt x="1" y="1590"/>
                    <a:pt x="2638" y="5751"/>
                    <a:pt x="5799" y="5751"/>
                  </a:cubicBezTo>
                  <a:cubicBezTo>
                    <a:pt x="6189" y="5751"/>
                    <a:pt x="6587" y="5688"/>
                    <a:pt x="6988" y="5546"/>
                  </a:cubicBezTo>
                  <a:cubicBezTo>
                    <a:pt x="10648" y="4289"/>
                    <a:pt x="11609" y="0"/>
                    <a:pt x="116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53"/>
            <p:cNvSpPr/>
            <p:nvPr/>
          </p:nvSpPr>
          <p:spPr>
            <a:xfrm>
              <a:off x="2830725" y="1828775"/>
              <a:ext cx="260650" cy="122025"/>
            </a:xfrm>
            <a:custGeom>
              <a:avLst/>
              <a:gdLst/>
              <a:ahLst/>
              <a:cxnLst/>
              <a:rect l="l" t="t" r="r" b="b"/>
              <a:pathLst>
                <a:path w="10426" h="4881" extrusionOk="0">
                  <a:moveTo>
                    <a:pt x="10426" y="1"/>
                  </a:moveTo>
                  <a:lnTo>
                    <a:pt x="10426" y="1"/>
                  </a:lnTo>
                  <a:cubicBezTo>
                    <a:pt x="9206" y="555"/>
                    <a:pt x="6359" y="1590"/>
                    <a:pt x="2588" y="1590"/>
                  </a:cubicBezTo>
                  <a:cubicBezTo>
                    <a:pt x="1775" y="1590"/>
                    <a:pt x="887" y="1553"/>
                    <a:pt x="0" y="1442"/>
                  </a:cubicBezTo>
                  <a:lnTo>
                    <a:pt x="0" y="1442"/>
                  </a:lnTo>
                  <a:cubicBezTo>
                    <a:pt x="0" y="1442"/>
                    <a:pt x="37" y="1479"/>
                    <a:pt x="37" y="1479"/>
                  </a:cubicBezTo>
                  <a:cubicBezTo>
                    <a:pt x="333" y="1886"/>
                    <a:pt x="740" y="2367"/>
                    <a:pt x="1257" y="2884"/>
                  </a:cubicBezTo>
                  <a:cubicBezTo>
                    <a:pt x="2292" y="3919"/>
                    <a:pt x="3697" y="4881"/>
                    <a:pt x="5139" y="4881"/>
                  </a:cubicBezTo>
                  <a:cubicBezTo>
                    <a:pt x="5509" y="4881"/>
                    <a:pt x="5842" y="4844"/>
                    <a:pt x="6211" y="4696"/>
                  </a:cubicBezTo>
                  <a:cubicBezTo>
                    <a:pt x="7838" y="4141"/>
                    <a:pt x="8910" y="2958"/>
                    <a:pt x="9613" y="1812"/>
                  </a:cubicBezTo>
                  <a:cubicBezTo>
                    <a:pt x="10019" y="1147"/>
                    <a:pt x="10278" y="481"/>
                    <a:pt x="104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53"/>
            <p:cNvSpPr/>
            <p:nvPr/>
          </p:nvSpPr>
          <p:spPr>
            <a:xfrm>
              <a:off x="2805750" y="1806900"/>
              <a:ext cx="306900" cy="159625"/>
            </a:xfrm>
            <a:custGeom>
              <a:avLst/>
              <a:gdLst/>
              <a:ahLst/>
              <a:cxnLst/>
              <a:rect l="l" t="t" r="r" b="b"/>
              <a:pathLst>
                <a:path w="12276" h="6385" extrusionOk="0">
                  <a:moveTo>
                    <a:pt x="11443" y="879"/>
                  </a:moveTo>
                  <a:cubicBezTo>
                    <a:pt x="11288" y="1343"/>
                    <a:pt x="11019" y="2008"/>
                    <a:pt x="10612" y="2687"/>
                  </a:cubicBezTo>
                  <a:cubicBezTo>
                    <a:pt x="9909" y="3833"/>
                    <a:pt x="8837" y="5016"/>
                    <a:pt x="7210" y="5571"/>
                  </a:cubicBezTo>
                  <a:cubicBezTo>
                    <a:pt x="6841" y="5719"/>
                    <a:pt x="6508" y="5756"/>
                    <a:pt x="6138" y="5756"/>
                  </a:cubicBezTo>
                  <a:cubicBezTo>
                    <a:pt x="4696" y="5756"/>
                    <a:pt x="3291" y="4794"/>
                    <a:pt x="2256" y="3759"/>
                  </a:cubicBezTo>
                  <a:cubicBezTo>
                    <a:pt x="1739" y="3242"/>
                    <a:pt x="1332" y="2761"/>
                    <a:pt x="1036" y="2354"/>
                  </a:cubicBezTo>
                  <a:cubicBezTo>
                    <a:pt x="1024" y="2339"/>
                    <a:pt x="1012" y="2324"/>
                    <a:pt x="1000" y="2309"/>
                  </a:cubicBezTo>
                  <a:lnTo>
                    <a:pt x="1000" y="2309"/>
                  </a:lnTo>
                  <a:cubicBezTo>
                    <a:pt x="1908" y="2419"/>
                    <a:pt x="2771" y="2465"/>
                    <a:pt x="3587" y="2465"/>
                  </a:cubicBezTo>
                  <a:cubicBezTo>
                    <a:pt x="7348" y="2465"/>
                    <a:pt x="10219" y="1410"/>
                    <a:pt x="11443" y="879"/>
                  </a:cubicBezTo>
                  <a:close/>
                  <a:moveTo>
                    <a:pt x="11932" y="1"/>
                  </a:moveTo>
                  <a:cubicBezTo>
                    <a:pt x="11886" y="1"/>
                    <a:pt x="11841" y="10"/>
                    <a:pt x="11795" y="25"/>
                  </a:cubicBezTo>
                  <a:lnTo>
                    <a:pt x="11758" y="62"/>
                  </a:lnTo>
                  <a:cubicBezTo>
                    <a:pt x="11388" y="247"/>
                    <a:pt x="8171" y="1874"/>
                    <a:pt x="3587" y="1874"/>
                  </a:cubicBezTo>
                  <a:cubicBezTo>
                    <a:pt x="2589" y="1874"/>
                    <a:pt x="1517" y="1800"/>
                    <a:pt x="371" y="1615"/>
                  </a:cubicBezTo>
                  <a:cubicBezTo>
                    <a:pt x="343" y="1606"/>
                    <a:pt x="315" y="1601"/>
                    <a:pt x="288" y="1601"/>
                  </a:cubicBezTo>
                  <a:cubicBezTo>
                    <a:pt x="207" y="1601"/>
                    <a:pt x="130" y="1643"/>
                    <a:pt x="75" y="1726"/>
                  </a:cubicBezTo>
                  <a:cubicBezTo>
                    <a:pt x="1" y="1837"/>
                    <a:pt x="1" y="1948"/>
                    <a:pt x="75" y="2059"/>
                  </a:cubicBezTo>
                  <a:cubicBezTo>
                    <a:pt x="75" y="2096"/>
                    <a:pt x="740" y="3131"/>
                    <a:pt x="1849" y="4203"/>
                  </a:cubicBezTo>
                  <a:cubicBezTo>
                    <a:pt x="2922" y="5275"/>
                    <a:pt x="4437" y="6384"/>
                    <a:pt x="6138" y="6384"/>
                  </a:cubicBezTo>
                  <a:cubicBezTo>
                    <a:pt x="6582" y="6384"/>
                    <a:pt x="6988" y="6310"/>
                    <a:pt x="7432" y="6162"/>
                  </a:cubicBezTo>
                  <a:cubicBezTo>
                    <a:pt x="9355" y="5497"/>
                    <a:pt x="10538" y="4055"/>
                    <a:pt x="11277" y="2761"/>
                  </a:cubicBezTo>
                  <a:cubicBezTo>
                    <a:pt x="11979" y="1504"/>
                    <a:pt x="12238" y="395"/>
                    <a:pt x="12238" y="395"/>
                  </a:cubicBezTo>
                  <a:cubicBezTo>
                    <a:pt x="12275" y="247"/>
                    <a:pt x="12201" y="136"/>
                    <a:pt x="12127" y="62"/>
                  </a:cubicBezTo>
                  <a:cubicBezTo>
                    <a:pt x="12062" y="19"/>
                    <a:pt x="11997" y="1"/>
                    <a:pt x="11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53"/>
            <p:cNvSpPr/>
            <p:nvPr/>
          </p:nvSpPr>
          <p:spPr>
            <a:xfrm>
              <a:off x="2814075" y="1798525"/>
              <a:ext cx="290250" cy="66100"/>
            </a:xfrm>
            <a:custGeom>
              <a:avLst/>
              <a:gdLst/>
              <a:ahLst/>
              <a:cxnLst/>
              <a:rect l="l" t="t" r="r" b="b"/>
              <a:pathLst>
                <a:path w="11610" h="2644" extrusionOk="0">
                  <a:moveTo>
                    <a:pt x="8052" y="0"/>
                  </a:moveTo>
                  <a:cubicBezTo>
                    <a:pt x="7895" y="0"/>
                    <a:pt x="7749" y="9"/>
                    <a:pt x="7617" y="28"/>
                  </a:cubicBezTo>
                  <a:cubicBezTo>
                    <a:pt x="6360" y="175"/>
                    <a:pt x="5546" y="1285"/>
                    <a:pt x="5546" y="1285"/>
                  </a:cubicBezTo>
                  <a:cubicBezTo>
                    <a:pt x="5546" y="1285"/>
                    <a:pt x="3809" y="471"/>
                    <a:pt x="2700" y="471"/>
                  </a:cubicBezTo>
                  <a:cubicBezTo>
                    <a:pt x="1590" y="471"/>
                    <a:pt x="1" y="2246"/>
                    <a:pt x="1" y="2246"/>
                  </a:cubicBezTo>
                  <a:cubicBezTo>
                    <a:pt x="1" y="2246"/>
                    <a:pt x="1748" y="2643"/>
                    <a:pt x="4072" y="2643"/>
                  </a:cubicBezTo>
                  <a:cubicBezTo>
                    <a:pt x="6397" y="2643"/>
                    <a:pt x="9299" y="2246"/>
                    <a:pt x="11609" y="656"/>
                  </a:cubicBezTo>
                  <a:cubicBezTo>
                    <a:pt x="11609" y="656"/>
                    <a:pt x="9433" y="0"/>
                    <a:pt x="805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53"/>
            <p:cNvSpPr/>
            <p:nvPr/>
          </p:nvSpPr>
          <p:spPr>
            <a:xfrm>
              <a:off x="2814075" y="1798275"/>
              <a:ext cx="290250" cy="65650"/>
            </a:xfrm>
            <a:custGeom>
              <a:avLst/>
              <a:gdLst/>
              <a:ahLst/>
              <a:cxnLst/>
              <a:rect l="l" t="t" r="r" b="b"/>
              <a:pathLst>
                <a:path w="11610" h="2626" extrusionOk="0">
                  <a:moveTo>
                    <a:pt x="7986" y="1"/>
                  </a:moveTo>
                  <a:cubicBezTo>
                    <a:pt x="7875" y="1"/>
                    <a:pt x="7728" y="1"/>
                    <a:pt x="7617" y="38"/>
                  </a:cubicBezTo>
                  <a:cubicBezTo>
                    <a:pt x="6360" y="185"/>
                    <a:pt x="5546" y="1295"/>
                    <a:pt x="5546" y="1295"/>
                  </a:cubicBezTo>
                  <a:cubicBezTo>
                    <a:pt x="5546" y="1295"/>
                    <a:pt x="3809" y="481"/>
                    <a:pt x="2700" y="481"/>
                  </a:cubicBezTo>
                  <a:cubicBezTo>
                    <a:pt x="1590" y="481"/>
                    <a:pt x="1" y="2256"/>
                    <a:pt x="1" y="2256"/>
                  </a:cubicBezTo>
                  <a:cubicBezTo>
                    <a:pt x="1" y="2256"/>
                    <a:pt x="1738" y="2625"/>
                    <a:pt x="4067" y="2625"/>
                  </a:cubicBezTo>
                  <a:cubicBezTo>
                    <a:pt x="6397" y="2625"/>
                    <a:pt x="9280" y="2256"/>
                    <a:pt x="11609" y="666"/>
                  </a:cubicBezTo>
                  <a:cubicBezTo>
                    <a:pt x="11609" y="666"/>
                    <a:pt x="9354" y="1"/>
                    <a:pt x="798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53"/>
            <p:cNvSpPr/>
            <p:nvPr/>
          </p:nvSpPr>
          <p:spPr>
            <a:xfrm>
              <a:off x="2805750" y="1790875"/>
              <a:ext cx="305975" cy="81375"/>
            </a:xfrm>
            <a:custGeom>
              <a:avLst/>
              <a:gdLst/>
              <a:ahLst/>
              <a:cxnLst/>
              <a:rect l="l" t="t" r="r" b="b"/>
              <a:pathLst>
                <a:path w="12239" h="3255" extrusionOk="0">
                  <a:moveTo>
                    <a:pt x="8319" y="592"/>
                  </a:moveTo>
                  <a:cubicBezTo>
                    <a:pt x="8985" y="592"/>
                    <a:pt x="9872" y="777"/>
                    <a:pt x="10575" y="925"/>
                  </a:cubicBezTo>
                  <a:cubicBezTo>
                    <a:pt x="10806" y="971"/>
                    <a:pt x="11009" y="1018"/>
                    <a:pt x="11183" y="1064"/>
                  </a:cubicBezTo>
                  <a:lnTo>
                    <a:pt x="11183" y="1064"/>
                  </a:lnTo>
                  <a:cubicBezTo>
                    <a:pt x="9062" y="2285"/>
                    <a:pt x="6499" y="2626"/>
                    <a:pt x="4400" y="2626"/>
                  </a:cubicBezTo>
                  <a:cubicBezTo>
                    <a:pt x="3254" y="2626"/>
                    <a:pt x="2256" y="2552"/>
                    <a:pt x="1517" y="2441"/>
                  </a:cubicBezTo>
                  <a:cubicBezTo>
                    <a:pt x="1309" y="2418"/>
                    <a:pt x="1116" y="2380"/>
                    <a:pt x="955" y="2346"/>
                  </a:cubicBezTo>
                  <a:lnTo>
                    <a:pt x="955" y="2346"/>
                  </a:lnTo>
                  <a:cubicBezTo>
                    <a:pt x="1146" y="2167"/>
                    <a:pt x="1393" y="1947"/>
                    <a:pt x="1665" y="1738"/>
                  </a:cubicBezTo>
                  <a:cubicBezTo>
                    <a:pt x="1886" y="1554"/>
                    <a:pt x="2145" y="1406"/>
                    <a:pt x="2404" y="1295"/>
                  </a:cubicBezTo>
                  <a:cubicBezTo>
                    <a:pt x="2626" y="1184"/>
                    <a:pt x="2848" y="1110"/>
                    <a:pt x="3033" y="1110"/>
                  </a:cubicBezTo>
                  <a:cubicBezTo>
                    <a:pt x="3513" y="1110"/>
                    <a:pt x="4216" y="1295"/>
                    <a:pt x="4770" y="1480"/>
                  </a:cubicBezTo>
                  <a:cubicBezTo>
                    <a:pt x="5066" y="1591"/>
                    <a:pt x="5288" y="1664"/>
                    <a:pt x="5473" y="1738"/>
                  </a:cubicBezTo>
                  <a:cubicBezTo>
                    <a:pt x="5584" y="1775"/>
                    <a:pt x="5657" y="1812"/>
                    <a:pt x="5694" y="1849"/>
                  </a:cubicBezTo>
                  <a:lnTo>
                    <a:pt x="5768" y="1886"/>
                  </a:lnTo>
                  <a:cubicBezTo>
                    <a:pt x="5796" y="1896"/>
                    <a:pt x="5828" y="1900"/>
                    <a:pt x="5863" y="1900"/>
                  </a:cubicBezTo>
                  <a:cubicBezTo>
                    <a:pt x="5965" y="1900"/>
                    <a:pt x="6083" y="1859"/>
                    <a:pt x="6138" y="1775"/>
                  </a:cubicBezTo>
                  <a:cubicBezTo>
                    <a:pt x="6175" y="1701"/>
                    <a:pt x="6397" y="1443"/>
                    <a:pt x="6693" y="1184"/>
                  </a:cubicBezTo>
                  <a:cubicBezTo>
                    <a:pt x="7025" y="925"/>
                    <a:pt x="7469" y="703"/>
                    <a:pt x="7987" y="629"/>
                  </a:cubicBezTo>
                  <a:cubicBezTo>
                    <a:pt x="8098" y="592"/>
                    <a:pt x="8208" y="592"/>
                    <a:pt x="8319" y="592"/>
                  </a:cubicBezTo>
                  <a:close/>
                  <a:moveTo>
                    <a:pt x="7913" y="1"/>
                  </a:moveTo>
                  <a:cubicBezTo>
                    <a:pt x="7210" y="112"/>
                    <a:pt x="6619" y="444"/>
                    <a:pt x="6249" y="777"/>
                  </a:cubicBezTo>
                  <a:cubicBezTo>
                    <a:pt x="6067" y="941"/>
                    <a:pt x="5921" y="1095"/>
                    <a:pt x="5820" y="1210"/>
                  </a:cubicBezTo>
                  <a:lnTo>
                    <a:pt x="5820" y="1210"/>
                  </a:lnTo>
                  <a:cubicBezTo>
                    <a:pt x="5634" y="1135"/>
                    <a:pt x="5339" y="1018"/>
                    <a:pt x="4992" y="888"/>
                  </a:cubicBezTo>
                  <a:cubicBezTo>
                    <a:pt x="4400" y="703"/>
                    <a:pt x="3661" y="481"/>
                    <a:pt x="3033" y="481"/>
                  </a:cubicBezTo>
                  <a:cubicBezTo>
                    <a:pt x="2663" y="481"/>
                    <a:pt x="2330" y="629"/>
                    <a:pt x="1997" y="814"/>
                  </a:cubicBezTo>
                  <a:cubicBezTo>
                    <a:pt x="999" y="1332"/>
                    <a:pt x="112" y="2330"/>
                    <a:pt x="112" y="2330"/>
                  </a:cubicBezTo>
                  <a:cubicBezTo>
                    <a:pt x="38" y="2404"/>
                    <a:pt x="1" y="2515"/>
                    <a:pt x="38" y="2626"/>
                  </a:cubicBezTo>
                  <a:cubicBezTo>
                    <a:pt x="75" y="2737"/>
                    <a:pt x="149" y="2811"/>
                    <a:pt x="260" y="2848"/>
                  </a:cubicBezTo>
                  <a:cubicBezTo>
                    <a:pt x="260" y="2848"/>
                    <a:pt x="2034" y="3254"/>
                    <a:pt x="4400" y="3254"/>
                  </a:cubicBezTo>
                  <a:cubicBezTo>
                    <a:pt x="6767" y="3254"/>
                    <a:pt x="9724" y="2848"/>
                    <a:pt x="12090" y="1221"/>
                  </a:cubicBezTo>
                  <a:cubicBezTo>
                    <a:pt x="12201" y="1147"/>
                    <a:pt x="12238" y="1036"/>
                    <a:pt x="12238" y="888"/>
                  </a:cubicBezTo>
                  <a:cubicBezTo>
                    <a:pt x="12201" y="777"/>
                    <a:pt x="12127" y="703"/>
                    <a:pt x="12016" y="666"/>
                  </a:cubicBezTo>
                  <a:cubicBezTo>
                    <a:pt x="12016" y="666"/>
                    <a:pt x="11462" y="481"/>
                    <a:pt x="10722" y="334"/>
                  </a:cubicBezTo>
                  <a:cubicBezTo>
                    <a:pt x="9983" y="149"/>
                    <a:pt x="9059" y="1"/>
                    <a:pt x="83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53"/>
            <p:cNvSpPr/>
            <p:nvPr/>
          </p:nvSpPr>
          <p:spPr>
            <a:xfrm>
              <a:off x="3056225" y="1479400"/>
              <a:ext cx="52725" cy="99850"/>
            </a:xfrm>
            <a:custGeom>
              <a:avLst/>
              <a:gdLst/>
              <a:ahLst/>
              <a:cxnLst/>
              <a:rect l="l" t="t" r="r" b="b"/>
              <a:pathLst>
                <a:path w="2109" h="3994" extrusionOk="0">
                  <a:moveTo>
                    <a:pt x="999" y="1"/>
                  </a:moveTo>
                  <a:cubicBezTo>
                    <a:pt x="445" y="38"/>
                    <a:pt x="1" y="925"/>
                    <a:pt x="38" y="2034"/>
                  </a:cubicBezTo>
                  <a:cubicBezTo>
                    <a:pt x="38" y="3106"/>
                    <a:pt x="519" y="3994"/>
                    <a:pt x="1073" y="3994"/>
                  </a:cubicBezTo>
                  <a:cubicBezTo>
                    <a:pt x="1665" y="3957"/>
                    <a:pt x="2108" y="3069"/>
                    <a:pt x="2071" y="1960"/>
                  </a:cubicBezTo>
                  <a:cubicBezTo>
                    <a:pt x="2071" y="888"/>
                    <a:pt x="1591" y="1"/>
                    <a:pt x="9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53"/>
            <p:cNvSpPr/>
            <p:nvPr/>
          </p:nvSpPr>
          <p:spPr>
            <a:xfrm>
              <a:off x="2738300" y="1507125"/>
              <a:ext cx="52700" cy="99850"/>
            </a:xfrm>
            <a:custGeom>
              <a:avLst/>
              <a:gdLst/>
              <a:ahLst/>
              <a:cxnLst/>
              <a:rect l="l" t="t" r="r" b="b"/>
              <a:pathLst>
                <a:path w="2108" h="3994" extrusionOk="0">
                  <a:moveTo>
                    <a:pt x="998" y="1"/>
                  </a:moveTo>
                  <a:cubicBezTo>
                    <a:pt x="444" y="38"/>
                    <a:pt x="0" y="925"/>
                    <a:pt x="37" y="2034"/>
                  </a:cubicBezTo>
                  <a:cubicBezTo>
                    <a:pt x="37" y="3106"/>
                    <a:pt x="518" y="3994"/>
                    <a:pt x="1109" y="3994"/>
                  </a:cubicBezTo>
                  <a:cubicBezTo>
                    <a:pt x="1664" y="3957"/>
                    <a:pt x="2107" y="3069"/>
                    <a:pt x="2070" y="1997"/>
                  </a:cubicBezTo>
                  <a:cubicBezTo>
                    <a:pt x="2070" y="888"/>
                    <a:pt x="1590" y="1"/>
                    <a:pt x="9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53"/>
            <p:cNvSpPr/>
            <p:nvPr/>
          </p:nvSpPr>
          <p:spPr>
            <a:xfrm>
              <a:off x="2618125" y="1404550"/>
              <a:ext cx="187650" cy="83925"/>
            </a:xfrm>
            <a:custGeom>
              <a:avLst/>
              <a:gdLst/>
              <a:ahLst/>
              <a:cxnLst/>
              <a:rect l="l" t="t" r="r" b="b"/>
              <a:pathLst>
                <a:path w="7506" h="3357" extrusionOk="0">
                  <a:moveTo>
                    <a:pt x="6138" y="0"/>
                  </a:moveTo>
                  <a:cubicBezTo>
                    <a:pt x="3883" y="0"/>
                    <a:pt x="2367" y="702"/>
                    <a:pt x="1406" y="1442"/>
                  </a:cubicBezTo>
                  <a:cubicBezTo>
                    <a:pt x="482" y="2144"/>
                    <a:pt x="112" y="2884"/>
                    <a:pt x="75" y="2921"/>
                  </a:cubicBezTo>
                  <a:cubicBezTo>
                    <a:pt x="1" y="3069"/>
                    <a:pt x="75" y="3253"/>
                    <a:pt x="223" y="3327"/>
                  </a:cubicBezTo>
                  <a:cubicBezTo>
                    <a:pt x="262" y="3347"/>
                    <a:pt x="305" y="3356"/>
                    <a:pt x="347" y="3356"/>
                  </a:cubicBezTo>
                  <a:cubicBezTo>
                    <a:pt x="462" y="3356"/>
                    <a:pt x="575" y="3288"/>
                    <a:pt x="629" y="3180"/>
                  </a:cubicBezTo>
                  <a:cubicBezTo>
                    <a:pt x="666" y="3143"/>
                    <a:pt x="1036" y="2477"/>
                    <a:pt x="1886" y="1849"/>
                  </a:cubicBezTo>
                  <a:cubicBezTo>
                    <a:pt x="2737" y="1220"/>
                    <a:pt x="4068" y="629"/>
                    <a:pt x="6138" y="629"/>
                  </a:cubicBezTo>
                  <a:cubicBezTo>
                    <a:pt x="6471" y="629"/>
                    <a:pt x="6804" y="629"/>
                    <a:pt x="7173" y="666"/>
                  </a:cubicBezTo>
                  <a:cubicBezTo>
                    <a:pt x="7321" y="666"/>
                    <a:pt x="7506" y="555"/>
                    <a:pt x="7506" y="370"/>
                  </a:cubicBezTo>
                  <a:cubicBezTo>
                    <a:pt x="7506" y="222"/>
                    <a:pt x="7395" y="74"/>
                    <a:pt x="7210" y="37"/>
                  </a:cubicBezTo>
                  <a:cubicBezTo>
                    <a:pt x="6840" y="0"/>
                    <a:pt x="6508" y="0"/>
                    <a:pt x="6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53"/>
            <p:cNvSpPr/>
            <p:nvPr/>
          </p:nvSpPr>
          <p:spPr>
            <a:xfrm>
              <a:off x="2980450" y="1388825"/>
              <a:ext cx="199675" cy="71950"/>
            </a:xfrm>
            <a:custGeom>
              <a:avLst/>
              <a:gdLst/>
              <a:ahLst/>
              <a:cxnLst/>
              <a:rect l="l" t="t" r="r" b="b"/>
              <a:pathLst>
                <a:path w="7987" h="2878" extrusionOk="0">
                  <a:moveTo>
                    <a:pt x="2958" y="1"/>
                  </a:moveTo>
                  <a:cubicBezTo>
                    <a:pt x="1368" y="1"/>
                    <a:pt x="222" y="518"/>
                    <a:pt x="222" y="555"/>
                  </a:cubicBezTo>
                  <a:cubicBezTo>
                    <a:pt x="37" y="629"/>
                    <a:pt x="0" y="777"/>
                    <a:pt x="37" y="962"/>
                  </a:cubicBezTo>
                  <a:cubicBezTo>
                    <a:pt x="92" y="1070"/>
                    <a:pt x="205" y="1139"/>
                    <a:pt x="320" y="1139"/>
                  </a:cubicBezTo>
                  <a:cubicBezTo>
                    <a:pt x="362" y="1139"/>
                    <a:pt x="404" y="1129"/>
                    <a:pt x="444" y="1110"/>
                  </a:cubicBezTo>
                  <a:lnTo>
                    <a:pt x="481" y="1110"/>
                  </a:lnTo>
                  <a:cubicBezTo>
                    <a:pt x="555" y="1073"/>
                    <a:pt x="1627" y="629"/>
                    <a:pt x="2958" y="629"/>
                  </a:cubicBezTo>
                  <a:cubicBezTo>
                    <a:pt x="4326" y="629"/>
                    <a:pt x="5990" y="1073"/>
                    <a:pt x="7395" y="2773"/>
                  </a:cubicBezTo>
                  <a:cubicBezTo>
                    <a:pt x="7459" y="2838"/>
                    <a:pt x="7548" y="2877"/>
                    <a:pt x="7641" y="2877"/>
                  </a:cubicBezTo>
                  <a:cubicBezTo>
                    <a:pt x="7708" y="2877"/>
                    <a:pt x="7776" y="2857"/>
                    <a:pt x="7838" y="2810"/>
                  </a:cubicBezTo>
                  <a:cubicBezTo>
                    <a:pt x="7986" y="2699"/>
                    <a:pt x="7986" y="2515"/>
                    <a:pt x="7875" y="2367"/>
                  </a:cubicBezTo>
                  <a:cubicBezTo>
                    <a:pt x="6359" y="518"/>
                    <a:pt x="4437" y="1"/>
                    <a:pt x="2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53"/>
            <p:cNvSpPr/>
            <p:nvPr/>
          </p:nvSpPr>
          <p:spPr>
            <a:xfrm>
              <a:off x="2362125" y="766675"/>
              <a:ext cx="956625" cy="758050"/>
            </a:xfrm>
            <a:custGeom>
              <a:avLst/>
              <a:gdLst/>
              <a:ahLst/>
              <a:cxnLst/>
              <a:rect l="l" t="t" r="r" b="b"/>
              <a:pathLst>
                <a:path w="38265" h="30322" extrusionOk="0">
                  <a:moveTo>
                    <a:pt x="19641" y="0"/>
                  </a:moveTo>
                  <a:cubicBezTo>
                    <a:pt x="15611" y="0"/>
                    <a:pt x="10851" y="1781"/>
                    <a:pt x="7764" y="4294"/>
                  </a:cubicBezTo>
                  <a:lnTo>
                    <a:pt x="7727" y="4368"/>
                  </a:lnTo>
                  <a:cubicBezTo>
                    <a:pt x="0" y="10801"/>
                    <a:pt x="629" y="21744"/>
                    <a:pt x="4067" y="30321"/>
                  </a:cubicBezTo>
                  <a:cubicBezTo>
                    <a:pt x="4474" y="27401"/>
                    <a:pt x="5952" y="20783"/>
                    <a:pt x="10906" y="16642"/>
                  </a:cubicBezTo>
                  <a:cubicBezTo>
                    <a:pt x="14418" y="13746"/>
                    <a:pt x="17918" y="12680"/>
                    <a:pt x="21094" y="12680"/>
                  </a:cubicBezTo>
                  <a:cubicBezTo>
                    <a:pt x="23837" y="12680"/>
                    <a:pt x="26337" y="13475"/>
                    <a:pt x="28393" y="14572"/>
                  </a:cubicBezTo>
                  <a:cubicBezTo>
                    <a:pt x="32017" y="16531"/>
                    <a:pt x="36194" y="20265"/>
                    <a:pt x="38191" y="25922"/>
                  </a:cubicBezTo>
                  <a:cubicBezTo>
                    <a:pt x="38265" y="25034"/>
                    <a:pt x="38265" y="24184"/>
                    <a:pt x="38265" y="23334"/>
                  </a:cubicBezTo>
                  <a:cubicBezTo>
                    <a:pt x="38154" y="16383"/>
                    <a:pt x="35492" y="8730"/>
                    <a:pt x="30205" y="3961"/>
                  </a:cubicBezTo>
                  <a:cubicBezTo>
                    <a:pt x="27432" y="1410"/>
                    <a:pt x="23772" y="79"/>
                    <a:pt x="20001" y="5"/>
                  </a:cubicBezTo>
                  <a:cubicBezTo>
                    <a:pt x="19882" y="2"/>
                    <a:pt x="19762" y="0"/>
                    <a:pt x="196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53"/>
            <p:cNvSpPr/>
            <p:nvPr/>
          </p:nvSpPr>
          <p:spPr>
            <a:xfrm>
              <a:off x="2402775" y="765875"/>
              <a:ext cx="915975" cy="758850"/>
            </a:xfrm>
            <a:custGeom>
              <a:avLst/>
              <a:gdLst/>
              <a:ahLst/>
              <a:cxnLst/>
              <a:rect l="l" t="t" r="r" b="b"/>
              <a:pathLst>
                <a:path w="36639" h="30354" extrusionOk="0">
                  <a:moveTo>
                    <a:pt x="18116" y="0"/>
                  </a:moveTo>
                  <a:cubicBezTo>
                    <a:pt x="14050" y="0"/>
                    <a:pt x="9243" y="1775"/>
                    <a:pt x="6138" y="4326"/>
                  </a:cubicBezTo>
                  <a:lnTo>
                    <a:pt x="6101" y="4400"/>
                  </a:lnTo>
                  <a:cubicBezTo>
                    <a:pt x="1701" y="8060"/>
                    <a:pt x="1" y="13199"/>
                    <a:pt x="1" y="18523"/>
                  </a:cubicBezTo>
                  <a:cubicBezTo>
                    <a:pt x="1" y="22552"/>
                    <a:pt x="962" y="26656"/>
                    <a:pt x="2441" y="30353"/>
                  </a:cubicBezTo>
                  <a:cubicBezTo>
                    <a:pt x="2848" y="27433"/>
                    <a:pt x="4326" y="20815"/>
                    <a:pt x="9280" y="16674"/>
                  </a:cubicBezTo>
                  <a:cubicBezTo>
                    <a:pt x="12793" y="13790"/>
                    <a:pt x="16305" y="12718"/>
                    <a:pt x="19447" y="12718"/>
                  </a:cubicBezTo>
                  <a:cubicBezTo>
                    <a:pt x="22220" y="12718"/>
                    <a:pt x="24697" y="13495"/>
                    <a:pt x="26767" y="14604"/>
                  </a:cubicBezTo>
                  <a:cubicBezTo>
                    <a:pt x="30391" y="16563"/>
                    <a:pt x="34568" y="20297"/>
                    <a:pt x="36565" y="25954"/>
                  </a:cubicBezTo>
                  <a:cubicBezTo>
                    <a:pt x="36602" y="25214"/>
                    <a:pt x="36639" y="24512"/>
                    <a:pt x="36639" y="23846"/>
                  </a:cubicBezTo>
                  <a:cubicBezTo>
                    <a:pt x="36639" y="23662"/>
                    <a:pt x="36639" y="23514"/>
                    <a:pt x="36639" y="23366"/>
                  </a:cubicBezTo>
                  <a:cubicBezTo>
                    <a:pt x="36528" y="16415"/>
                    <a:pt x="33866" y="8762"/>
                    <a:pt x="28579" y="3993"/>
                  </a:cubicBezTo>
                  <a:cubicBezTo>
                    <a:pt x="25806" y="1442"/>
                    <a:pt x="22146" y="111"/>
                    <a:pt x="18375" y="37"/>
                  </a:cubicBezTo>
                  <a:cubicBezTo>
                    <a:pt x="18301" y="0"/>
                    <a:pt x="18190" y="0"/>
                    <a:pt x="1811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53"/>
            <p:cNvSpPr/>
            <p:nvPr/>
          </p:nvSpPr>
          <p:spPr>
            <a:xfrm>
              <a:off x="2395400" y="758475"/>
              <a:ext cx="930750" cy="773825"/>
            </a:xfrm>
            <a:custGeom>
              <a:avLst/>
              <a:gdLst/>
              <a:ahLst/>
              <a:cxnLst/>
              <a:rect l="l" t="t" r="r" b="b"/>
              <a:pathLst>
                <a:path w="37230" h="30953" extrusionOk="0">
                  <a:moveTo>
                    <a:pt x="18670" y="629"/>
                  </a:moveTo>
                  <a:cubicBezTo>
                    <a:pt x="22367" y="703"/>
                    <a:pt x="25953" y="2034"/>
                    <a:pt x="28689" y="4511"/>
                  </a:cubicBezTo>
                  <a:cubicBezTo>
                    <a:pt x="33865" y="9206"/>
                    <a:pt x="36527" y="16785"/>
                    <a:pt x="36601" y="23662"/>
                  </a:cubicBezTo>
                  <a:cubicBezTo>
                    <a:pt x="36638" y="23810"/>
                    <a:pt x="36638" y="23958"/>
                    <a:pt x="36638" y="24142"/>
                  </a:cubicBezTo>
                  <a:cubicBezTo>
                    <a:pt x="36638" y="24359"/>
                    <a:pt x="36634" y="24579"/>
                    <a:pt x="36627" y="24801"/>
                  </a:cubicBezTo>
                  <a:lnTo>
                    <a:pt x="36627" y="24801"/>
                  </a:lnTo>
                  <a:cubicBezTo>
                    <a:pt x="34452" y="19811"/>
                    <a:pt x="30612" y="16444"/>
                    <a:pt x="27210" y="14641"/>
                  </a:cubicBezTo>
                  <a:cubicBezTo>
                    <a:pt x="25103" y="13532"/>
                    <a:pt x="22552" y="12718"/>
                    <a:pt x="19742" y="12718"/>
                  </a:cubicBezTo>
                  <a:cubicBezTo>
                    <a:pt x="19691" y="12718"/>
                    <a:pt x="19639" y="12718"/>
                    <a:pt x="19587" y="12718"/>
                  </a:cubicBezTo>
                  <a:cubicBezTo>
                    <a:pt x="16411" y="12718"/>
                    <a:pt x="12883" y="13838"/>
                    <a:pt x="9391" y="16748"/>
                  </a:cubicBezTo>
                  <a:cubicBezTo>
                    <a:pt x="4897" y="20487"/>
                    <a:pt x="3226" y="26176"/>
                    <a:pt x="2622" y="29478"/>
                  </a:cubicBezTo>
                  <a:lnTo>
                    <a:pt x="2622" y="29478"/>
                  </a:lnTo>
                  <a:cubicBezTo>
                    <a:pt x="1378" y="26095"/>
                    <a:pt x="592" y="22396"/>
                    <a:pt x="592" y="18819"/>
                  </a:cubicBezTo>
                  <a:cubicBezTo>
                    <a:pt x="629" y="13569"/>
                    <a:pt x="2255" y="8541"/>
                    <a:pt x="6581" y="4918"/>
                  </a:cubicBezTo>
                  <a:lnTo>
                    <a:pt x="6655" y="4881"/>
                  </a:lnTo>
                  <a:cubicBezTo>
                    <a:pt x="9686" y="2367"/>
                    <a:pt x="14456" y="629"/>
                    <a:pt x="18411" y="629"/>
                  </a:cubicBezTo>
                  <a:close/>
                  <a:moveTo>
                    <a:pt x="18411" y="1"/>
                  </a:moveTo>
                  <a:cubicBezTo>
                    <a:pt x="14271" y="1"/>
                    <a:pt x="9428" y="1775"/>
                    <a:pt x="6248" y="4400"/>
                  </a:cubicBezTo>
                  <a:lnTo>
                    <a:pt x="6174" y="4437"/>
                  </a:lnTo>
                  <a:lnTo>
                    <a:pt x="6174" y="4474"/>
                  </a:lnTo>
                  <a:cubicBezTo>
                    <a:pt x="1701" y="8208"/>
                    <a:pt x="0" y="13421"/>
                    <a:pt x="0" y="18819"/>
                  </a:cubicBezTo>
                  <a:cubicBezTo>
                    <a:pt x="0" y="22885"/>
                    <a:pt x="961" y="27026"/>
                    <a:pt x="2477" y="30760"/>
                  </a:cubicBezTo>
                  <a:cubicBezTo>
                    <a:pt x="2509" y="30856"/>
                    <a:pt x="2624" y="30952"/>
                    <a:pt x="2727" y="30952"/>
                  </a:cubicBezTo>
                  <a:cubicBezTo>
                    <a:pt x="2742" y="30952"/>
                    <a:pt x="2758" y="30950"/>
                    <a:pt x="2773" y="30945"/>
                  </a:cubicBezTo>
                  <a:cubicBezTo>
                    <a:pt x="2921" y="30945"/>
                    <a:pt x="3032" y="30834"/>
                    <a:pt x="3069" y="30686"/>
                  </a:cubicBezTo>
                  <a:cubicBezTo>
                    <a:pt x="3438" y="27802"/>
                    <a:pt x="4917" y="21259"/>
                    <a:pt x="9797" y="17229"/>
                  </a:cubicBezTo>
                  <a:cubicBezTo>
                    <a:pt x="13235" y="14345"/>
                    <a:pt x="16637" y="13310"/>
                    <a:pt x="19742" y="13310"/>
                  </a:cubicBezTo>
                  <a:cubicBezTo>
                    <a:pt x="22441" y="13310"/>
                    <a:pt x="24918" y="14086"/>
                    <a:pt x="26915" y="15195"/>
                  </a:cubicBezTo>
                  <a:cubicBezTo>
                    <a:pt x="30501" y="17081"/>
                    <a:pt x="34604" y="20778"/>
                    <a:pt x="36601" y="26324"/>
                  </a:cubicBezTo>
                  <a:cubicBezTo>
                    <a:pt x="36638" y="26472"/>
                    <a:pt x="36786" y="26545"/>
                    <a:pt x="36934" y="26545"/>
                  </a:cubicBezTo>
                  <a:cubicBezTo>
                    <a:pt x="37082" y="26509"/>
                    <a:pt x="37192" y="26398"/>
                    <a:pt x="37192" y="26250"/>
                  </a:cubicBezTo>
                  <a:cubicBezTo>
                    <a:pt x="37229" y="25547"/>
                    <a:pt x="37229" y="24808"/>
                    <a:pt x="37229" y="24142"/>
                  </a:cubicBezTo>
                  <a:cubicBezTo>
                    <a:pt x="37229" y="23958"/>
                    <a:pt x="37229" y="23810"/>
                    <a:pt x="37229" y="23662"/>
                  </a:cubicBezTo>
                  <a:cubicBezTo>
                    <a:pt x="37155" y="16637"/>
                    <a:pt x="34420" y="8910"/>
                    <a:pt x="29096" y="4067"/>
                  </a:cubicBezTo>
                  <a:cubicBezTo>
                    <a:pt x="26249" y="1442"/>
                    <a:pt x="22515" y="74"/>
                    <a:pt x="186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53"/>
            <p:cNvSpPr/>
            <p:nvPr/>
          </p:nvSpPr>
          <p:spPr>
            <a:xfrm>
              <a:off x="2412950" y="1071800"/>
              <a:ext cx="186725" cy="151600"/>
            </a:xfrm>
            <a:custGeom>
              <a:avLst/>
              <a:gdLst/>
              <a:ahLst/>
              <a:cxnLst/>
              <a:rect l="l" t="t" r="r" b="b"/>
              <a:pathLst>
                <a:path w="7469" h="6064" extrusionOk="0">
                  <a:moveTo>
                    <a:pt x="296" y="1"/>
                  </a:moveTo>
                  <a:cubicBezTo>
                    <a:pt x="111" y="1"/>
                    <a:pt x="0" y="148"/>
                    <a:pt x="0" y="333"/>
                  </a:cubicBezTo>
                  <a:cubicBezTo>
                    <a:pt x="0" y="370"/>
                    <a:pt x="111" y="1775"/>
                    <a:pt x="925" y="3180"/>
                  </a:cubicBezTo>
                  <a:cubicBezTo>
                    <a:pt x="1368" y="3919"/>
                    <a:pt x="1960" y="4622"/>
                    <a:pt x="2810" y="5176"/>
                  </a:cubicBezTo>
                  <a:cubicBezTo>
                    <a:pt x="3698" y="5731"/>
                    <a:pt x="4807" y="6064"/>
                    <a:pt x="6212" y="6064"/>
                  </a:cubicBezTo>
                  <a:cubicBezTo>
                    <a:pt x="6544" y="6064"/>
                    <a:pt x="6840" y="6064"/>
                    <a:pt x="7173" y="6027"/>
                  </a:cubicBezTo>
                  <a:cubicBezTo>
                    <a:pt x="7321" y="5990"/>
                    <a:pt x="7469" y="5842"/>
                    <a:pt x="7432" y="5694"/>
                  </a:cubicBezTo>
                  <a:cubicBezTo>
                    <a:pt x="7432" y="5509"/>
                    <a:pt x="7284" y="5398"/>
                    <a:pt x="7099" y="5398"/>
                  </a:cubicBezTo>
                  <a:cubicBezTo>
                    <a:pt x="6803" y="5435"/>
                    <a:pt x="6507" y="5472"/>
                    <a:pt x="6212" y="5472"/>
                  </a:cubicBezTo>
                  <a:cubicBezTo>
                    <a:pt x="4918" y="5472"/>
                    <a:pt x="3919" y="5140"/>
                    <a:pt x="3143" y="4659"/>
                  </a:cubicBezTo>
                  <a:cubicBezTo>
                    <a:pt x="1997" y="3919"/>
                    <a:pt x="1368" y="2847"/>
                    <a:pt x="1036" y="1923"/>
                  </a:cubicBezTo>
                  <a:cubicBezTo>
                    <a:pt x="851" y="1479"/>
                    <a:pt x="740" y="1036"/>
                    <a:pt x="666" y="740"/>
                  </a:cubicBezTo>
                  <a:cubicBezTo>
                    <a:pt x="666" y="592"/>
                    <a:pt x="629" y="481"/>
                    <a:pt x="629" y="407"/>
                  </a:cubicBezTo>
                  <a:lnTo>
                    <a:pt x="629" y="333"/>
                  </a:lnTo>
                  <a:lnTo>
                    <a:pt x="629" y="296"/>
                  </a:lnTo>
                  <a:cubicBezTo>
                    <a:pt x="592" y="111"/>
                    <a:pt x="444" y="1"/>
                    <a:pt x="2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53"/>
            <p:cNvSpPr/>
            <p:nvPr/>
          </p:nvSpPr>
          <p:spPr>
            <a:xfrm>
              <a:off x="2476725" y="948875"/>
              <a:ext cx="202425" cy="210750"/>
            </a:xfrm>
            <a:custGeom>
              <a:avLst/>
              <a:gdLst/>
              <a:ahLst/>
              <a:cxnLst/>
              <a:rect l="l" t="t" r="r" b="b"/>
              <a:pathLst>
                <a:path w="8097" h="8430" extrusionOk="0">
                  <a:moveTo>
                    <a:pt x="333" y="0"/>
                  </a:moveTo>
                  <a:cubicBezTo>
                    <a:pt x="148" y="0"/>
                    <a:pt x="0" y="111"/>
                    <a:pt x="0" y="296"/>
                  </a:cubicBezTo>
                  <a:cubicBezTo>
                    <a:pt x="0" y="296"/>
                    <a:pt x="0" y="407"/>
                    <a:pt x="0" y="555"/>
                  </a:cubicBezTo>
                  <a:cubicBezTo>
                    <a:pt x="0" y="1257"/>
                    <a:pt x="74" y="3217"/>
                    <a:pt x="999" y="4992"/>
                  </a:cubicBezTo>
                  <a:cubicBezTo>
                    <a:pt x="1479" y="5879"/>
                    <a:pt x="2145" y="6766"/>
                    <a:pt x="3143" y="7395"/>
                  </a:cubicBezTo>
                  <a:cubicBezTo>
                    <a:pt x="4141" y="8023"/>
                    <a:pt x="5435" y="8430"/>
                    <a:pt x="7099" y="8430"/>
                  </a:cubicBezTo>
                  <a:cubicBezTo>
                    <a:pt x="7321" y="8430"/>
                    <a:pt x="7542" y="8393"/>
                    <a:pt x="7801" y="8393"/>
                  </a:cubicBezTo>
                  <a:cubicBezTo>
                    <a:pt x="7949" y="8393"/>
                    <a:pt x="8097" y="8245"/>
                    <a:pt x="8060" y="8060"/>
                  </a:cubicBezTo>
                  <a:cubicBezTo>
                    <a:pt x="8060" y="7912"/>
                    <a:pt x="7912" y="7764"/>
                    <a:pt x="7764" y="7764"/>
                  </a:cubicBezTo>
                  <a:cubicBezTo>
                    <a:pt x="7542" y="7801"/>
                    <a:pt x="7321" y="7801"/>
                    <a:pt x="7099" y="7801"/>
                  </a:cubicBezTo>
                  <a:cubicBezTo>
                    <a:pt x="5546" y="7801"/>
                    <a:pt x="4363" y="7432"/>
                    <a:pt x="3476" y="6877"/>
                  </a:cubicBezTo>
                  <a:cubicBezTo>
                    <a:pt x="2145" y="6027"/>
                    <a:pt x="1442" y="4696"/>
                    <a:pt x="1036" y="3476"/>
                  </a:cubicBezTo>
                  <a:cubicBezTo>
                    <a:pt x="666" y="2219"/>
                    <a:pt x="592" y="1073"/>
                    <a:pt x="592" y="555"/>
                  </a:cubicBezTo>
                  <a:cubicBezTo>
                    <a:pt x="592" y="481"/>
                    <a:pt x="592" y="407"/>
                    <a:pt x="592" y="370"/>
                  </a:cubicBezTo>
                  <a:lnTo>
                    <a:pt x="592" y="333"/>
                  </a:lnTo>
                  <a:cubicBezTo>
                    <a:pt x="629" y="148"/>
                    <a:pt x="481" y="0"/>
                    <a:pt x="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53"/>
            <p:cNvSpPr/>
            <p:nvPr/>
          </p:nvSpPr>
          <p:spPr>
            <a:xfrm>
              <a:off x="2547900" y="866825"/>
              <a:ext cx="254200" cy="232725"/>
            </a:xfrm>
            <a:custGeom>
              <a:avLst/>
              <a:gdLst/>
              <a:ahLst/>
              <a:cxnLst/>
              <a:rect l="l" t="t" r="r" b="b"/>
              <a:pathLst>
                <a:path w="10168" h="9309" extrusionOk="0">
                  <a:moveTo>
                    <a:pt x="346" y="0"/>
                  </a:moveTo>
                  <a:cubicBezTo>
                    <a:pt x="304" y="0"/>
                    <a:pt x="262" y="9"/>
                    <a:pt x="222" y="29"/>
                  </a:cubicBezTo>
                  <a:cubicBezTo>
                    <a:pt x="74" y="103"/>
                    <a:pt x="0" y="251"/>
                    <a:pt x="74" y="436"/>
                  </a:cubicBezTo>
                  <a:cubicBezTo>
                    <a:pt x="74" y="436"/>
                    <a:pt x="924" y="2580"/>
                    <a:pt x="2588" y="4761"/>
                  </a:cubicBezTo>
                  <a:cubicBezTo>
                    <a:pt x="3401" y="5870"/>
                    <a:pt x="4437" y="6980"/>
                    <a:pt x="5620" y="7830"/>
                  </a:cubicBezTo>
                  <a:cubicBezTo>
                    <a:pt x="6840" y="8680"/>
                    <a:pt x="8245" y="9272"/>
                    <a:pt x="9834" y="9309"/>
                  </a:cubicBezTo>
                  <a:cubicBezTo>
                    <a:pt x="10019" y="9309"/>
                    <a:pt x="10167" y="9161"/>
                    <a:pt x="10167" y="9013"/>
                  </a:cubicBezTo>
                  <a:cubicBezTo>
                    <a:pt x="10167" y="8828"/>
                    <a:pt x="10019" y="8680"/>
                    <a:pt x="9871" y="8680"/>
                  </a:cubicBezTo>
                  <a:cubicBezTo>
                    <a:pt x="8429" y="8643"/>
                    <a:pt x="7135" y="8126"/>
                    <a:pt x="5989" y="7312"/>
                  </a:cubicBezTo>
                  <a:cubicBezTo>
                    <a:pt x="4289" y="6129"/>
                    <a:pt x="2921" y="4318"/>
                    <a:pt x="2034" y="2839"/>
                  </a:cubicBezTo>
                  <a:cubicBezTo>
                    <a:pt x="1553" y="2099"/>
                    <a:pt x="1220" y="1434"/>
                    <a:pt x="998" y="953"/>
                  </a:cubicBezTo>
                  <a:cubicBezTo>
                    <a:pt x="850" y="732"/>
                    <a:pt x="777" y="510"/>
                    <a:pt x="703" y="399"/>
                  </a:cubicBezTo>
                  <a:cubicBezTo>
                    <a:pt x="703" y="325"/>
                    <a:pt x="666" y="288"/>
                    <a:pt x="666" y="251"/>
                  </a:cubicBezTo>
                  <a:lnTo>
                    <a:pt x="629" y="177"/>
                  </a:lnTo>
                  <a:cubicBezTo>
                    <a:pt x="575" y="69"/>
                    <a:pt x="461" y="0"/>
                    <a:pt x="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53"/>
            <p:cNvSpPr/>
            <p:nvPr/>
          </p:nvSpPr>
          <p:spPr>
            <a:xfrm>
              <a:off x="2789125" y="769900"/>
              <a:ext cx="105400" cy="317825"/>
            </a:xfrm>
            <a:custGeom>
              <a:avLst/>
              <a:gdLst/>
              <a:ahLst/>
              <a:cxnLst/>
              <a:rect l="l" t="t" r="r" b="b"/>
              <a:pathLst>
                <a:path w="4216" h="12713" extrusionOk="0">
                  <a:moveTo>
                    <a:pt x="364" y="1"/>
                  </a:moveTo>
                  <a:cubicBezTo>
                    <a:pt x="280" y="1"/>
                    <a:pt x="191" y="39"/>
                    <a:pt x="111" y="98"/>
                  </a:cubicBezTo>
                  <a:cubicBezTo>
                    <a:pt x="0" y="246"/>
                    <a:pt x="37" y="431"/>
                    <a:pt x="148" y="542"/>
                  </a:cubicBezTo>
                  <a:cubicBezTo>
                    <a:pt x="333" y="727"/>
                    <a:pt x="3624" y="3832"/>
                    <a:pt x="3587" y="9156"/>
                  </a:cubicBezTo>
                  <a:cubicBezTo>
                    <a:pt x="3587" y="10154"/>
                    <a:pt x="3476" y="11189"/>
                    <a:pt x="3217" y="12335"/>
                  </a:cubicBezTo>
                  <a:cubicBezTo>
                    <a:pt x="3180" y="12483"/>
                    <a:pt x="3291" y="12668"/>
                    <a:pt x="3476" y="12705"/>
                  </a:cubicBezTo>
                  <a:cubicBezTo>
                    <a:pt x="3495" y="12710"/>
                    <a:pt x="3515" y="12712"/>
                    <a:pt x="3534" y="12712"/>
                  </a:cubicBezTo>
                  <a:cubicBezTo>
                    <a:pt x="3669" y="12712"/>
                    <a:pt x="3813" y="12607"/>
                    <a:pt x="3845" y="12446"/>
                  </a:cubicBezTo>
                  <a:cubicBezTo>
                    <a:pt x="4104" y="11300"/>
                    <a:pt x="4215" y="10191"/>
                    <a:pt x="4215" y="9156"/>
                  </a:cubicBezTo>
                  <a:cubicBezTo>
                    <a:pt x="4215" y="6272"/>
                    <a:pt x="3291" y="4017"/>
                    <a:pt x="2404" y="2464"/>
                  </a:cubicBezTo>
                  <a:cubicBezTo>
                    <a:pt x="1479" y="911"/>
                    <a:pt x="592" y="98"/>
                    <a:pt x="555" y="98"/>
                  </a:cubicBezTo>
                  <a:cubicBezTo>
                    <a:pt x="503" y="29"/>
                    <a:pt x="436" y="1"/>
                    <a:pt x="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53"/>
            <p:cNvSpPr/>
            <p:nvPr/>
          </p:nvSpPr>
          <p:spPr>
            <a:xfrm>
              <a:off x="3008175" y="797525"/>
              <a:ext cx="96150" cy="329525"/>
            </a:xfrm>
            <a:custGeom>
              <a:avLst/>
              <a:gdLst/>
              <a:ahLst/>
              <a:cxnLst/>
              <a:rect l="l" t="t" r="r" b="b"/>
              <a:pathLst>
                <a:path w="3846" h="13181" extrusionOk="0">
                  <a:moveTo>
                    <a:pt x="349" y="1"/>
                  </a:moveTo>
                  <a:cubicBezTo>
                    <a:pt x="249" y="1"/>
                    <a:pt x="142" y="50"/>
                    <a:pt x="74" y="139"/>
                  </a:cubicBezTo>
                  <a:cubicBezTo>
                    <a:pt x="1" y="250"/>
                    <a:pt x="1" y="472"/>
                    <a:pt x="148" y="546"/>
                  </a:cubicBezTo>
                  <a:lnTo>
                    <a:pt x="185" y="583"/>
                  </a:lnTo>
                  <a:cubicBezTo>
                    <a:pt x="333" y="731"/>
                    <a:pt x="1110" y="1359"/>
                    <a:pt x="1812" y="2468"/>
                  </a:cubicBezTo>
                  <a:cubicBezTo>
                    <a:pt x="2551" y="3540"/>
                    <a:pt x="3217" y="5056"/>
                    <a:pt x="3217" y="6942"/>
                  </a:cubicBezTo>
                  <a:cubicBezTo>
                    <a:pt x="3217" y="8568"/>
                    <a:pt x="2699" y="10528"/>
                    <a:pt x="1184" y="12709"/>
                  </a:cubicBezTo>
                  <a:cubicBezTo>
                    <a:pt x="1110" y="12820"/>
                    <a:pt x="1147" y="13042"/>
                    <a:pt x="1258" y="13116"/>
                  </a:cubicBezTo>
                  <a:cubicBezTo>
                    <a:pt x="1316" y="13160"/>
                    <a:pt x="1380" y="13180"/>
                    <a:pt x="1443" y="13180"/>
                  </a:cubicBezTo>
                  <a:cubicBezTo>
                    <a:pt x="1540" y="13180"/>
                    <a:pt x="1634" y="13131"/>
                    <a:pt x="1701" y="13042"/>
                  </a:cubicBezTo>
                  <a:cubicBezTo>
                    <a:pt x="3254" y="10787"/>
                    <a:pt x="3845" y="8716"/>
                    <a:pt x="3845" y="6942"/>
                  </a:cubicBezTo>
                  <a:cubicBezTo>
                    <a:pt x="3845" y="4797"/>
                    <a:pt x="2995" y="3060"/>
                    <a:pt x="2182" y="1877"/>
                  </a:cubicBezTo>
                  <a:cubicBezTo>
                    <a:pt x="1368" y="731"/>
                    <a:pt x="555" y="102"/>
                    <a:pt x="518" y="65"/>
                  </a:cubicBezTo>
                  <a:cubicBezTo>
                    <a:pt x="474" y="21"/>
                    <a:pt x="413" y="1"/>
                    <a:pt x="3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53"/>
            <p:cNvSpPr/>
            <p:nvPr/>
          </p:nvSpPr>
          <p:spPr>
            <a:xfrm>
              <a:off x="3163450" y="1008025"/>
              <a:ext cx="75825" cy="198750"/>
            </a:xfrm>
            <a:custGeom>
              <a:avLst/>
              <a:gdLst/>
              <a:ahLst/>
              <a:cxnLst/>
              <a:rect l="l" t="t" r="r" b="b"/>
              <a:pathLst>
                <a:path w="3033" h="7950" extrusionOk="0">
                  <a:moveTo>
                    <a:pt x="2699" y="1"/>
                  </a:moveTo>
                  <a:cubicBezTo>
                    <a:pt x="2515" y="38"/>
                    <a:pt x="2404" y="185"/>
                    <a:pt x="2404" y="333"/>
                  </a:cubicBezTo>
                  <a:cubicBezTo>
                    <a:pt x="2404" y="592"/>
                    <a:pt x="2441" y="851"/>
                    <a:pt x="2441" y="1073"/>
                  </a:cubicBezTo>
                  <a:cubicBezTo>
                    <a:pt x="2441" y="3069"/>
                    <a:pt x="1849" y="4659"/>
                    <a:pt x="1258" y="5768"/>
                  </a:cubicBezTo>
                  <a:cubicBezTo>
                    <a:pt x="962" y="6323"/>
                    <a:pt x="666" y="6729"/>
                    <a:pt x="444" y="6988"/>
                  </a:cubicBezTo>
                  <a:cubicBezTo>
                    <a:pt x="333" y="7136"/>
                    <a:pt x="259" y="7247"/>
                    <a:pt x="185" y="7321"/>
                  </a:cubicBezTo>
                  <a:lnTo>
                    <a:pt x="111" y="7395"/>
                  </a:lnTo>
                  <a:lnTo>
                    <a:pt x="111" y="7432"/>
                  </a:lnTo>
                  <a:cubicBezTo>
                    <a:pt x="1" y="7543"/>
                    <a:pt x="1" y="7727"/>
                    <a:pt x="111" y="7838"/>
                  </a:cubicBezTo>
                  <a:cubicBezTo>
                    <a:pt x="167" y="7912"/>
                    <a:pt x="241" y="7949"/>
                    <a:pt x="319" y="7949"/>
                  </a:cubicBezTo>
                  <a:cubicBezTo>
                    <a:pt x="398" y="7949"/>
                    <a:pt x="481" y="7912"/>
                    <a:pt x="555" y="7838"/>
                  </a:cubicBezTo>
                  <a:cubicBezTo>
                    <a:pt x="555" y="7838"/>
                    <a:pt x="3032" y="5361"/>
                    <a:pt x="3032" y="1073"/>
                  </a:cubicBezTo>
                  <a:cubicBezTo>
                    <a:pt x="3032" y="814"/>
                    <a:pt x="3032" y="555"/>
                    <a:pt x="3032" y="296"/>
                  </a:cubicBezTo>
                  <a:cubicBezTo>
                    <a:pt x="2995" y="148"/>
                    <a:pt x="2847" y="1"/>
                    <a:pt x="2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53"/>
            <p:cNvSpPr/>
            <p:nvPr/>
          </p:nvSpPr>
          <p:spPr>
            <a:xfrm>
              <a:off x="3098750" y="2625175"/>
              <a:ext cx="1443725" cy="1942225"/>
            </a:xfrm>
            <a:custGeom>
              <a:avLst/>
              <a:gdLst/>
              <a:ahLst/>
              <a:cxnLst/>
              <a:rect l="l" t="t" r="r" b="b"/>
              <a:pathLst>
                <a:path w="57749" h="77689" extrusionOk="0">
                  <a:moveTo>
                    <a:pt x="26992" y="1"/>
                  </a:moveTo>
                  <a:cubicBezTo>
                    <a:pt x="22788" y="1"/>
                    <a:pt x="13098" y="970"/>
                    <a:pt x="6914" y="7186"/>
                  </a:cubicBezTo>
                  <a:cubicBezTo>
                    <a:pt x="6914" y="7186"/>
                    <a:pt x="2515" y="12805"/>
                    <a:pt x="1258" y="23490"/>
                  </a:cubicBezTo>
                  <a:cubicBezTo>
                    <a:pt x="1" y="34174"/>
                    <a:pt x="1442" y="77689"/>
                    <a:pt x="1442" y="77689"/>
                  </a:cubicBezTo>
                  <a:lnTo>
                    <a:pt x="57749" y="74435"/>
                  </a:lnTo>
                  <a:cubicBezTo>
                    <a:pt x="57749" y="74435"/>
                    <a:pt x="46251" y="20791"/>
                    <a:pt x="41851" y="11770"/>
                  </a:cubicBezTo>
                  <a:cubicBezTo>
                    <a:pt x="37452" y="2786"/>
                    <a:pt x="31167" y="272"/>
                    <a:pt x="28468" y="50"/>
                  </a:cubicBezTo>
                  <a:cubicBezTo>
                    <a:pt x="28115" y="22"/>
                    <a:pt x="27614" y="1"/>
                    <a:pt x="269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53"/>
            <p:cNvSpPr/>
            <p:nvPr/>
          </p:nvSpPr>
          <p:spPr>
            <a:xfrm>
              <a:off x="3109850" y="2618100"/>
              <a:ext cx="1440950" cy="1957625"/>
            </a:xfrm>
            <a:custGeom>
              <a:avLst/>
              <a:gdLst/>
              <a:ahLst/>
              <a:cxnLst/>
              <a:rect l="l" t="t" r="r" b="b"/>
              <a:pathLst>
                <a:path w="57638" h="78305" extrusionOk="0">
                  <a:moveTo>
                    <a:pt x="26582" y="592"/>
                  </a:moveTo>
                  <a:cubicBezTo>
                    <a:pt x="27174" y="592"/>
                    <a:pt x="27654" y="629"/>
                    <a:pt x="27987" y="629"/>
                  </a:cubicBezTo>
                  <a:cubicBezTo>
                    <a:pt x="29281" y="740"/>
                    <a:pt x="31499" y="1405"/>
                    <a:pt x="33902" y="3143"/>
                  </a:cubicBezTo>
                  <a:cubicBezTo>
                    <a:pt x="36305" y="4918"/>
                    <a:pt x="38967" y="7727"/>
                    <a:pt x="41149" y="12201"/>
                  </a:cubicBezTo>
                  <a:cubicBezTo>
                    <a:pt x="42221" y="14382"/>
                    <a:pt x="43773" y="19447"/>
                    <a:pt x="45437" y="25732"/>
                  </a:cubicBezTo>
                  <a:cubicBezTo>
                    <a:pt x="47988" y="35160"/>
                    <a:pt x="50872" y="47434"/>
                    <a:pt x="53127" y="57342"/>
                  </a:cubicBezTo>
                  <a:cubicBezTo>
                    <a:pt x="54273" y="62296"/>
                    <a:pt x="55234" y="66659"/>
                    <a:pt x="55900" y="69801"/>
                  </a:cubicBezTo>
                  <a:cubicBezTo>
                    <a:pt x="56270" y="71354"/>
                    <a:pt x="56528" y="72611"/>
                    <a:pt x="56713" y="73461"/>
                  </a:cubicBezTo>
                  <a:cubicBezTo>
                    <a:pt x="56805" y="73886"/>
                    <a:pt x="56879" y="74218"/>
                    <a:pt x="56930" y="74444"/>
                  </a:cubicBezTo>
                  <a:lnTo>
                    <a:pt x="56930" y="74444"/>
                  </a:lnTo>
                  <a:lnTo>
                    <a:pt x="1322" y="77657"/>
                  </a:lnTo>
                  <a:lnTo>
                    <a:pt x="1322" y="77657"/>
                  </a:lnTo>
                  <a:cubicBezTo>
                    <a:pt x="1307" y="77139"/>
                    <a:pt x="1273" y="75999"/>
                    <a:pt x="1220" y="74386"/>
                  </a:cubicBezTo>
                  <a:cubicBezTo>
                    <a:pt x="998" y="67620"/>
                    <a:pt x="592" y="52536"/>
                    <a:pt x="592" y="40188"/>
                  </a:cubicBezTo>
                  <a:cubicBezTo>
                    <a:pt x="592" y="33163"/>
                    <a:pt x="740" y="26989"/>
                    <a:pt x="1109" y="23810"/>
                  </a:cubicBezTo>
                  <a:cubicBezTo>
                    <a:pt x="1738" y="18523"/>
                    <a:pt x="3143" y="14456"/>
                    <a:pt x="4400" y="11757"/>
                  </a:cubicBezTo>
                  <a:cubicBezTo>
                    <a:pt x="4991" y="10389"/>
                    <a:pt x="5583" y="9354"/>
                    <a:pt x="6026" y="8652"/>
                  </a:cubicBezTo>
                  <a:cubicBezTo>
                    <a:pt x="6211" y="8319"/>
                    <a:pt x="6396" y="8060"/>
                    <a:pt x="6507" y="7912"/>
                  </a:cubicBezTo>
                  <a:cubicBezTo>
                    <a:pt x="6581" y="7801"/>
                    <a:pt x="6618" y="7727"/>
                    <a:pt x="6655" y="7690"/>
                  </a:cubicBezTo>
                  <a:lnTo>
                    <a:pt x="6673" y="7672"/>
                  </a:lnTo>
                  <a:lnTo>
                    <a:pt x="6673" y="7672"/>
                  </a:lnTo>
                  <a:lnTo>
                    <a:pt x="6692" y="7690"/>
                  </a:lnTo>
                  <a:cubicBezTo>
                    <a:pt x="9724" y="4622"/>
                    <a:pt x="13679" y="2847"/>
                    <a:pt x="17376" y="1849"/>
                  </a:cubicBezTo>
                  <a:cubicBezTo>
                    <a:pt x="21074" y="851"/>
                    <a:pt x="24512" y="592"/>
                    <a:pt x="26582" y="592"/>
                  </a:cubicBezTo>
                  <a:close/>
                  <a:moveTo>
                    <a:pt x="26582" y="1"/>
                  </a:moveTo>
                  <a:cubicBezTo>
                    <a:pt x="24475" y="1"/>
                    <a:pt x="20963" y="222"/>
                    <a:pt x="17192" y="1258"/>
                  </a:cubicBezTo>
                  <a:cubicBezTo>
                    <a:pt x="13421" y="2256"/>
                    <a:pt x="9391" y="4067"/>
                    <a:pt x="6248" y="7247"/>
                  </a:cubicBezTo>
                  <a:lnTo>
                    <a:pt x="6211" y="7247"/>
                  </a:lnTo>
                  <a:cubicBezTo>
                    <a:pt x="6174" y="7284"/>
                    <a:pt x="1775" y="13014"/>
                    <a:pt x="518" y="23736"/>
                  </a:cubicBezTo>
                  <a:cubicBezTo>
                    <a:pt x="111" y="26989"/>
                    <a:pt x="0" y="33126"/>
                    <a:pt x="0" y="40188"/>
                  </a:cubicBezTo>
                  <a:cubicBezTo>
                    <a:pt x="0" y="56677"/>
                    <a:pt x="703" y="78009"/>
                    <a:pt x="703" y="78009"/>
                  </a:cubicBezTo>
                  <a:cubicBezTo>
                    <a:pt x="703" y="78083"/>
                    <a:pt x="740" y="78157"/>
                    <a:pt x="814" y="78231"/>
                  </a:cubicBezTo>
                  <a:cubicBezTo>
                    <a:pt x="851" y="78268"/>
                    <a:pt x="962" y="78305"/>
                    <a:pt x="1035" y="78305"/>
                  </a:cubicBezTo>
                  <a:lnTo>
                    <a:pt x="57342" y="75051"/>
                  </a:lnTo>
                  <a:cubicBezTo>
                    <a:pt x="57416" y="75014"/>
                    <a:pt x="57490" y="74977"/>
                    <a:pt x="57563" y="74903"/>
                  </a:cubicBezTo>
                  <a:cubicBezTo>
                    <a:pt x="57600" y="74829"/>
                    <a:pt x="57637" y="74755"/>
                    <a:pt x="57600" y="74681"/>
                  </a:cubicBezTo>
                  <a:cubicBezTo>
                    <a:pt x="57600" y="74681"/>
                    <a:pt x="54717" y="61261"/>
                    <a:pt x="51315" y="46695"/>
                  </a:cubicBezTo>
                  <a:cubicBezTo>
                    <a:pt x="49578" y="39411"/>
                    <a:pt x="47729" y="31869"/>
                    <a:pt x="46029" y="25584"/>
                  </a:cubicBezTo>
                  <a:cubicBezTo>
                    <a:pt x="44328" y="19262"/>
                    <a:pt x="42812" y="14234"/>
                    <a:pt x="41703" y="11905"/>
                  </a:cubicBezTo>
                  <a:cubicBezTo>
                    <a:pt x="39485" y="7395"/>
                    <a:pt x="36749" y="4474"/>
                    <a:pt x="34272" y="2662"/>
                  </a:cubicBezTo>
                  <a:cubicBezTo>
                    <a:pt x="31758" y="851"/>
                    <a:pt x="29466" y="148"/>
                    <a:pt x="28024" y="38"/>
                  </a:cubicBezTo>
                  <a:cubicBezTo>
                    <a:pt x="27691" y="1"/>
                    <a:pt x="27174" y="1"/>
                    <a:pt x="265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53"/>
            <p:cNvSpPr/>
            <p:nvPr/>
          </p:nvSpPr>
          <p:spPr>
            <a:xfrm>
              <a:off x="3163450" y="3439150"/>
              <a:ext cx="191350" cy="241775"/>
            </a:xfrm>
            <a:custGeom>
              <a:avLst/>
              <a:gdLst/>
              <a:ahLst/>
              <a:cxnLst/>
              <a:rect l="l" t="t" r="r" b="b"/>
              <a:pathLst>
                <a:path w="7654" h="9671" extrusionOk="0">
                  <a:moveTo>
                    <a:pt x="1684" y="1"/>
                  </a:moveTo>
                  <a:cubicBezTo>
                    <a:pt x="776" y="1"/>
                    <a:pt x="1" y="458"/>
                    <a:pt x="1" y="2022"/>
                  </a:cubicBezTo>
                  <a:cubicBezTo>
                    <a:pt x="1" y="5793"/>
                    <a:pt x="3069" y="9157"/>
                    <a:pt x="4511" y="9564"/>
                  </a:cubicBezTo>
                  <a:cubicBezTo>
                    <a:pt x="4776" y="9637"/>
                    <a:pt x="5034" y="9671"/>
                    <a:pt x="5281" y="9671"/>
                  </a:cubicBezTo>
                  <a:cubicBezTo>
                    <a:pt x="6407" y="9671"/>
                    <a:pt x="7287" y="8965"/>
                    <a:pt x="7469" y="8085"/>
                  </a:cubicBezTo>
                  <a:cubicBezTo>
                    <a:pt x="7653" y="7050"/>
                    <a:pt x="4511" y="913"/>
                    <a:pt x="4511" y="913"/>
                  </a:cubicBezTo>
                  <a:cubicBezTo>
                    <a:pt x="4511" y="913"/>
                    <a:pt x="2965" y="1"/>
                    <a:pt x="1684" y="1"/>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53"/>
            <p:cNvSpPr/>
            <p:nvPr/>
          </p:nvSpPr>
          <p:spPr>
            <a:xfrm>
              <a:off x="3156050" y="3431450"/>
              <a:ext cx="201525" cy="256975"/>
            </a:xfrm>
            <a:custGeom>
              <a:avLst/>
              <a:gdLst/>
              <a:ahLst/>
              <a:cxnLst/>
              <a:rect l="l" t="t" r="r" b="b"/>
              <a:pathLst>
                <a:path w="8061" h="10279" extrusionOk="0">
                  <a:moveTo>
                    <a:pt x="1997" y="629"/>
                  </a:moveTo>
                  <a:cubicBezTo>
                    <a:pt x="2552" y="629"/>
                    <a:pt x="3254" y="814"/>
                    <a:pt x="3772" y="1036"/>
                  </a:cubicBezTo>
                  <a:cubicBezTo>
                    <a:pt x="4031" y="1147"/>
                    <a:pt x="4252" y="1258"/>
                    <a:pt x="4400" y="1332"/>
                  </a:cubicBezTo>
                  <a:cubicBezTo>
                    <a:pt x="4474" y="1406"/>
                    <a:pt x="4548" y="1406"/>
                    <a:pt x="4585" y="1443"/>
                  </a:cubicBezTo>
                  <a:lnTo>
                    <a:pt x="4589" y="1445"/>
                  </a:lnTo>
                  <a:lnTo>
                    <a:pt x="4589" y="1445"/>
                  </a:lnTo>
                  <a:cubicBezTo>
                    <a:pt x="4658" y="1573"/>
                    <a:pt x="4806" y="1857"/>
                    <a:pt x="4992" y="2256"/>
                  </a:cubicBezTo>
                  <a:cubicBezTo>
                    <a:pt x="5399" y="3106"/>
                    <a:pt x="6027" y="4400"/>
                    <a:pt x="6545" y="5583"/>
                  </a:cubicBezTo>
                  <a:cubicBezTo>
                    <a:pt x="6803" y="6175"/>
                    <a:pt x="7025" y="6766"/>
                    <a:pt x="7210" y="7247"/>
                  </a:cubicBezTo>
                  <a:cubicBezTo>
                    <a:pt x="7358" y="7728"/>
                    <a:pt x="7469" y="8134"/>
                    <a:pt x="7432" y="8282"/>
                  </a:cubicBezTo>
                  <a:lnTo>
                    <a:pt x="7432" y="8356"/>
                  </a:lnTo>
                  <a:cubicBezTo>
                    <a:pt x="7321" y="9022"/>
                    <a:pt x="6582" y="9687"/>
                    <a:pt x="5583" y="9687"/>
                  </a:cubicBezTo>
                  <a:cubicBezTo>
                    <a:pt x="5362" y="9687"/>
                    <a:pt x="5140" y="9650"/>
                    <a:pt x="4918" y="9576"/>
                  </a:cubicBezTo>
                  <a:cubicBezTo>
                    <a:pt x="4622" y="9502"/>
                    <a:pt x="4178" y="9243"/>
                    <a:pt x="3698" y="8800"/>
                  </a:cubicBezTo>
                  <a:cubicBezTo>
                    <a:pt x="2293" y="7580"/>
                    <a:pt x="592" y="5029"/>
                    <a:pt x="629" y="2330"/>
                  </a:cubicBezTo>
                  <a:cubicBezTo>
                    <a:pt x="629" y="1591"/>
                    <a:pt x="814" y="1184"/>
                    <a:pt x="1036" y="962"/>
                  </a:cubicBezTo>
                  <a:cubicBezTo>
                    <a:pt x="1258" y="740"/>
                    <a:pt x="1591" y="629"/>
                    <a:pt x="1997" y="629"/>
                  </a:cubicBezTo>
                  <a:close/>
                  <a:moveTo>
                    <a:pt x="1997" y="1"/>
                  </a:moveTo>
                  <a:cubicBezTo>
                    <a:pt x="1480" y="1"/>
                    <a:pt x="962" y="149"/>
                    <a:pt x="592" y="518"/>
                  </a:cubicBezTo>
                  <a:cubicBezTo>
                    <a:pt x="223" y="925"/>
                    <a:pt x="1" y="1517"/>
                    <a:pt x="1" y="2330"/>
                  </a:cubicBezTo>
                  <a:cubicBezTo>
                    <a:pt x="1" y="4289"/>
                    <a:pt x="777" y="6138"/>
                    <a:pt x="1775" y="7543"/>
                  </a:cubicBezTo>
                  <a:cubicBezTo>
                    <a:pt x="2256" y="8245"/>
                    <a:pt x="2774" y="8837"/>
                    <a:pt x="3291" y="9280"/>
                  </a:cubicBezTo>
                  <a:cubicBezTo>
                    <a:pt x="3809" y="9724"/>
                    <a:pt x="4289" y="10057"/>
                    <a:pt x="4733" y="10168"/>
                  </a:cubicBezTo>
                  <a:cubicBezTo>
                    <a:pt x="5029" y="10242"/>
                    <a:pt x="5325" y="10279"/>
                    <a:pt x="5583" y="10279"/>
                  </a:cubicBezTo>
                  <a:cubicBezTo>
                    <a:pt x="6840" y="10279"/>
                    <a:pt x="7839" y="9502"/>
                    <a:pt x="8060" y="8467"/>
                  </a:cubicBezTo>
                  <a:cubicBezTo>
                    <a:pt x="8060" y="8393"/>
                    <a:pt x="8060" y="8356"/>
                    <a:pt x="8060" y="8282"/>
                  </a:cubicBezTo>
                  <a:cubicBezTo>
                    <a:pt x="8060" y="8060"/>
                    <a:pt x="8023" y="7839"/>
                    <a:pt x="7913" y="7506"/>
                  </a:cubicBezTo>
                  <a:cubicBezTo>
                    <a:pt x="7617" y="6508"/>
                    <a:pt x="6914" y="4881"/>
                    <a:pt x="6286" y="3550"/>
                  </a:cubicBezTo>
                  <a:cubicBezTo>
                    <a:pt x="5657" y="2182"/>
                    <a:pt x="5103" y="1073"/>
                    <a:pt x="5103" y="1073"/>
                  </a:cubicBezTo>
                  <a:lnTo>
                    <a:pt x="4955" y="962"/>
                  </a:lnTo>
                  <a:cubicBezTo>
                    <a:pt x="4955" y="925"/>
                    <a:pt x="4548" y="703"/>
                    <a:pt x="3994" y="481"/>
                  </a:cubicBezTo>
                  <a:cubicBezTo>
                    <a:pt x="3439" y="260"/>
                    <a:pt x="2700" y="1"/>
                    <a:pt x="19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53"/>
            <p:cNvSpPr/>
            <p:nvPr/>
          </p:nvSpPr>
          <p:spPr>
            <a:xfrm>
              <a:off x="3194875" y="3486925"/>
              <a:ext cx="112775" cy="128475"/>
            </a:xfrm>
            <a:custGeom>
              <a:avLst/>
              <a:gdLst/>
              <a:ahLst/>
              <a:cxnLst/>
              <a:rect l="l" t="t" r="r" b="b"/>
              <a:pathLst>
                <a:path w="4511" h="5139" extrusionOk="0">
                  <a:moveTo>
                    <a:pt x="1368" y="0"/>
                  </a:moveTo>
                  <a:cubicBezTo>
                    <a:pt x="851" y="0"/>
                    <a:pt x="481" y="185"/>
                    <a:pt x="259" y="481"/>
                  </a:cubicBezTo>
                  <a:cubicBezTo>
                    <a:pt x="38" y="776"/>
                    <a:pt x="1" y="1146"/>
                    <a:pt x="1" y="1442"/>
                  </a:cubicBezTo>
                  <a:cubicBezTo>
                    <a:pt x="1" y="1996"/>
                    <a:pt x="148" y="2440"/>
                    <a:pt x="148" y="2477"/>
                  </a:cubicBezTo>
                  <a:cubicBezTo>
                    <a:pt x="206" y="2593"/>
                    <a:pt x="309" y="2685"/>
                    <a:pt x="439" y="2685"/>
                  </a:cubicBezTo>
                  <a:cubicBezTo>
                    <a:pt x="476" y="2685"/>
                    <a:pt x="515" y="2678"/>
                    <a:pt x="555" y="2662"/>
                  </a:cubicBezTo>
                  <a:cubicBezTo>
                    <a:pt x="703" y="2625"/>
                    <a:pt x="777" y="2440"/>
                    <a:pt x="740" y="2292"/>
                  </a:cubicBezTo>
                  <a:lnTo>
                    <a:pt x="740" y="2255"/>
                  </a:lnTo>
                  <a:cubicBezTo>
                    <a:pt x="703" y="2181"/>
                    <a:pt x="592" y="1812"/>
                    <a:pt x="592" y="1442"/>
                  </a:cubicBezTo>
                  <a:cubicBezTo>
                    <a:pt x="592" y="1220"/>
                    <a:pt x="666" y="998"/>
                    <a:pt x="740" y="850"/>
                  </a:cubicBezTo>
                  <a:cubicBezTo>
                    <a:pt x="851" y="703"/>
                    <a:pt x="999" y="629"/>
                    <a:pt x="1368" y="592"/>
                  </a:cubicBezTo>
                  <a:cubicBezTo>
                    <a:pt x="1405" y="592"/>
                    <a:pt x="1479" y="592"/>
                    <a:pt x="1553" y="629"/>
                  </a:cubicBezTo>
                  <a:cubicBezTo>
                    <a:pt x="1923" y="666"/>
                    <a:pt x="2293" y="813"/>
                    <a:pt x="2589" y="1072"/>
                  </a:cubicBezTo>
                  <a:cubicBezTo>
                    <a:pt x="3032" y="1442"/>
                    <a:pt x="3365" y="1960"/>
                    <a:pt x="3587" y="2403"/>
                  </a:cubicBezTo>
                  <a:cubicBezTo>
                    <a:pt x="3629" y="2487"/>
                    <a:pt x="3665" y="2571"/>
                    <a:pt x="3697" y="2651"/>
                  </a:cubicBezTo>
                  <a:lnTo>
                    <a:pt x="3697" y="2651"/>
                  </a:lnTo>
                  <a:cubicBezTo>
                    <a:pt x="3536" y="2615"/>
                    <a:pt x="3358" y="2588"/>
                    <a:pt x="3180" y="2588"/>
                  </a:cubicBezTo>
                  <a:cubicBezTo>
                    <a:pt x="2921" y="2588"/>
                    <a:pt x="2625" y="2662"/>
                    <a:pt x="2404" y="2810"/>
                  </a:cubicBezTo>
                  <a:cubicBezTo>
                    <a:pt x="2145" y="2995"/>
                    <a:pt x="1997" y="3327"/>
                    <a:pt x="1997" y="3697"/>
                  </a:cubicBezTo>
                  <a:cubicBezTo>
                    <a:pt x="1997" y="3993"/>
                    <a:pt x="2071" y="4215"/>
                    <a:pt x="2182" y="4437"/>
                  </a:cubicBezTo>
                  <a:cubicBezTo>
                    <a:pt x="2330" y="4732"/>
                    <a:pt x="2589" y="4917"/>
                    <a:pt x="2847" y="5028"/>
                  </a:cubicBezTo>
                  <a:cubicBezTo>
                    <a:pt x="3069" y="5102"/>
                    <a:pt x="3328" y="5139"/>
                    <a:pt x="3476" y="5139"/>
                  </a:cubicBezTo>
                  <a:cubicBezTo>
                    <a:pt x="3587" y="5139"/>
                    <a:pt x="3661" y="5102"/>
                    <a:pt x="3661" y="5102"/>
                  </a:cubicBezTo>
                  <a:cubicBezTo>
                    <a:pt x="3846" y="5102"/>
                    <a:pt x="3956" y="4954"/>
                    <a:pt x="3956" y="4769"/>
                  </a:cubicBezTo>
                  <a:cubicBezTo>
                    <a:pt x="3924" y="4608"/>
                    <a:pt x="3808" y="4503"/>
                    <a:pt x="3656" y="4503"/>
                  </a:cubicBezTo>
                  <a:cubicBezTo>
                    <a:pt x="3634" y="4503"/>
                    <a:pt x="3611" y="4506"/>
                    <a:pt x="3587" y="4510"/>
                  </a:cubicBezTo>
                  <a:lnTo>
                    <a:pt x="3476" y="4510"/>
                  </a:lnTo>
                  <a:cubicBezTo>
                    <a:pt x="3328" y="4510"/>
                    <a:pt x="3106" y="4474"/>
                    <a:pt x="2921" y="4363"/>
                  </a:cubicBezTo>
                  <a:cubicBezTo>
                    <a:pt x="2847" y="4326"/>
                    <a:pt x="2773" y="4252"/>
                    <a:pt x="2736" y="4141"/>
                  </a:cubicBezTo>
                  <a:cubicBezTo>
                    <a:pt x="2662" y="4030"/>
                    <a:pt x="2625" y="3919"/>
                    <a:pt x="2625" y="3697"/>
                  </a:cubicBezTo>
                  <a:cubicBezTo>
                    <a:pt x="2625" y="3438"/>
                    <a:pt x="2699" y="3364"/>
                    <a:pt x="2773" y="3327"/>
                  </a:cubicBezTo>
                  <a:cubicBezTo>
                    <a:pt x="2847" y="3253"/>
                    <a:pt x="2995" y="3217"/>
                    <a:pt x="3180" y="3217"/>
                  </a:cubicBezTo>
                  <a:cubicBezTo>
                    <a:pt x="3365" y="3217"/>
                    <a:pt x="3624" y="3253"/>
                    <a:pt x="3772" y="3327"/>
                  </a:cubicBezTo>
                  <a:cubicBezTo>
                    <a:pt x="3882" y="3327"/>
                    <a:pt x="3956" y="3364"/>
                    <a:pt x="3993" y="3364"/>
                  </a:cubicBezTo>
                  <a:lnTo>
                    <a:pt x="4067" y="3401"/>
                  </a:lnTo>
                  <a:cubicBezTo>
                    <a:pt x="4113" y="3417"/>
                    <a:pt x="4166" y="3426"/>
                    <a:pt x="4216" y="3426"/>
                  </a:cubicBezTo>
                  <a:cubicBezTo>
                    <a:pt x="4288" y="3426"/>
                    <a:pt x="4357" y="3408"/>
                    <a:pt x="4400" y="3364"/>
                  </a:cubicBezTo>
                  <a:cubicBezTo>
                    <a:pt x="4474" y="3253"/>
                    <a:pt x="4511" y="3143"/>
                    <a:pt x="4511" y="3032"/>
                  </a:cubicBezTo>
                  <a:cubicBezTo>
                    <a:pt x="4474" y="3032"/>
                    <a:pt x="4289" y="2329"/>
                    <a:pt x="3846" y="1627"/>
                  </a:cubicBezTo>
                  <a:cubicBezTo>
                    <a:pt x="3624" y="1257"/>
                    <a:pt x="3328" y="887"/>
                    <a:pt x="2958" y="592"/>
                  </a:cubicBezTo>
                  <a:cubicBezTo>
                    <a:pt x="2589" y="296"/>
                    <a:pt x="2145" y="37"/>
                    <a:pt x="15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53"/>
            <p:cNvSpPr/>
            <p:nvPr/>
          </p:nvSpPr>
          <p:spPr>
            <a:xfrm>
              <a:off x="2775250" y="4005425"/>
              <a:ext cx="2131400" cy="1273425"/>
            </a:xfrm>
            <a:custGeom>
              <a:avLst/>
              <a:gdLst/>
              <a:ahLst/>
              <a:cxnLst/>
              <a:rect l="l" t="t" r="r" b="b"/>
              <a:pathLst>
                <a:path w="85256" h="50937" extrusionOk="0">
                  <a:moveTo>
                    <a:pt x="39781" y="1"/>
                  </a:moveTo>
                  <a:cubicBezTo>
                    <a:pt x="39781" y="1"/>
                    <a:pt x="11314" y="16527"/>
                    <a:pt x="7358" y="18005"/>
                  </a:cubicBezTo>
                  <a:cubicBezTo>
                    <a:pt x="3365" y="19447"/>
                    <a:pt x="1" y="37896"/>
                    <a:pt x="1" y="37896"/>
                  </a:cubicBezTo>
                  <a:cubicBezTo>
                    <a:pt x="6441" y="42864"/>
                    <a:pt x="27866" y="50910"/>
                    <a:pt x="43560" y="50910"/>
                  </a:cubicBezTo>
                  <a:cubicBezTo>
                    <a:pt x="43631" y="50910"/>
                    <a:pt x="43703" y="50910"/>
                    <a:pt x="43774" y="50909"/>
                  </a:cubicBezTo>
                  <a:cubicBezTo>
                    <a:pt x="44591" y="50927"/>
                    <a:pt x="45414" y="50937"/>
                    <a:pt x="46242" y="50937"/>
                  </a:cubicBezTo>
                  <a:cubicBezTo>
                    <a:pt x="58947" y="50937"/>
                    <a:pt x="72899" y="48764"/>
                    <a:pt x="85255" y="43072"/>
                  </a:cubicBezTo>
                  <a:cubicBezTo>
                    <a:pt x="85255" y="43072"/>
                    <a:pt x="79746" y="14641"/>
                    <a:pt x="77676" y="12756"/>
                  </a:cubicBezTo>
                  <a:cubicBezTo>
                    <a:pt x="75569" y="10870"/>
                    <a:pt x="39781" y="1"/>
                    <a:pt x="397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53"/>
            <p:cNvSpPr/>
            <p:nvPr/>
          </p:nvSpPr>
          <p:spPr>
            <a:xfrm>
              <a:off x="2766950" y="3997650"/>
              <a:ext cx="2148000" cy="1288850"/>
            </a:xfrm>
            <a:custGeom>
              <a:avLst/>
              <a:gdLst/>
              <a:ahLst/>
              <a:cxnLst/>
              <a:rect l="l" t="t" r="r" b="b"/>
              <a:pathLst>
                <a:path w="85920" h="51554" extrusionOk="0">
                  <a:moveTo>
                    <a:pt x="40140" y="641"/>
                  </a:moveTo>
                  <a:cubicBezTo>
                    <a:pt x="40341" y="706"/>
                    <a:pt x="40833" y="866"/>
                    <a:pt x="41555" y="1088"/>
                  </a:cubicBezTo>
                  <a:cubicBezTo>
                    <a:pt x="44993" y="2123"/>
                    <a:pt x="53645" y="4785"/>
                    <a:pt x="61630" y="7410"/>
                  </a:cubicBezTo>
                  <a:cubicBezTo>
                    <a:pt x="65623" y="8704"/>
                    <a:pt x="69468" y="9998"/>
                    <a:pt x="72426" y="11033"/>
                  </a:cubicBezTo>
                  <a:cubicBezTo>
                    <a:pt x="73904" y="11588"/>
                    <a:pt x="75124" y="12068"/>
                    <a:pt x="76086" y="12438"/>
                  </a:cubicBezTo>
                  <a:cubicBezTo>
                    <a:pt x="76529" y="12660"/>
                    <a:pt x="76936" y="12808"/>
                    <a:pt x="77232" y="12956"/>
                  </a:cubicBezTo>
                  <a:cubicBezTo>
                    <a:pt x="77528" y="13103"/>
                    <a:pt x="77712" y="13251"/>
                    <a:pt x="77786" y="13288"/>
                  </a:cubicBezTo>
                  <a:cubicBezTo>
                    <a:pt x="77860" y="13362"/>
                    <a:pt x="78008" y="13584"/>
                    <a:pt x="78156" y="13880"/>
                  </a:cubicBezTo>
                  <a:cubicBezTo>
                    <a:pt x="78711" y="14989"/>
                    <a:pt x="79450" y="17429"/>
                    <a:pt x="80226" y="20424"/>
                  </a:cubicBezTo>
                  <a:cubicBezTo>
                    <a:pt x="81409" y="24897"/>
                    <a:pt x="82666" y="30665"/>
                    <a:pt x="83665" y="35286"/>
                  </a:cubicBezTo>
                  <a:cubicBezTo>
                    <a:pt x="84145" y="37615"/>
                    <a:pt x="84552" y="39648"/>
                    <a:pt x="84848" y="41090"/>
                  </a:cubicBezTo>
                  <a:cubicBezTo>
                    <a:pt x="85049" y="42095"/>
                    <a:pt x="85181" y="42827"/>
                    <a:pt x="85246" y="43193"/>
                  </a:cubicBezTo>
                  <a:lnTo>
                    <a:pt x="85246" y="43193"/>
                  </a:lnTo>
                  <a:cubicBezTo>
                    <a:pt x="73065" y="48771"/>
                    <a:pt x="59296" y="50925"/>
                    <a:pt x="46731" y="50925"/>
                  </a:cubicBezTo>
                  <a:cubicBezTo>
                    <a:pt x="45844" y="50925"/>
                    <a:pt x="44956" y="50925"/>
                    <a:pt x="44106" y="50888"/>
                  </a:cubicBezTo>
                  <a:lnTo>
                    <a:pt x="43810" y="50888"/>
                  </a:lnTo>
                  <a:cubicBezTo>
                    <a:pt x="36047" y="50888"/>
                    <a:pt x="26804" y="48891"/>
                    <a:pt x="18707" y="46266"/>
                  </a:cubicBezTo>
                  <a:cubicBezTo>
                    <a:pt x="14678" y="44972"/>
                    <a:pt x="10907" y="43493"/>
                    <a:pt x="7764" y="42052"/>
                  </a:cubicBezTo>
                  <a:cubicBezTo>
                    <a:pt x="4720" y="40655"/>
                    <a:pt x="2265" y="39258"/>
                    <a:pt x="669" y="38063"/>
                  </a:cubicBezTo>
                  <a:lnTo>
                    <a:pt x="669" y="38063"/>
                  </a:lnTo>
                  <a:cubicBezTo>
                    <a:pt x="698" y="37928"/>
                    <a:pt x="737" y="37724"/>
                    <a:pt x="777" y="37467"/>
                  </a:cubicBezTo>
                  <a:cubicBezTo>
                    <a:pt x="1146" y="35693"/>
                    <a:pt x="2071" y="31256"/>
                    <a:pt x="3328" y="27078"/>
                  </a:cubicBezTo>
                  <a:cubicBezTo>
                    <a:pt x="3956" y="25008"/>
                    <a:pt x="4695" y="23012"/>
                    <a:pt x="5472" y="21459"/>
                  </a:cubicBezTo>
                  <a:cubicBezTo>
                    <a:pt x="5842" y="20682"/>
                    <a:pt x="6248" y="20054"/>
                    <a:pt x="6655" y="19536"/>
                  </a:cubicBezTo>
                  <a:cubicBezTo>
                    <a:pt x="7025" y="19056"/>
                    <a:pt x="7431" y="18723"/>
                    <a:pt x="7801" y="18612"/>
                  </a:cubicBezTo>
                  <a:cubicBezTo>
                    <a:pt x="8319" y="18390"/>
                    <a:pt x="9206" y="17984"/>
                    <a:pt x="10352" y="17392"/>
                  </a:cubicBezTo>
                  <a:cubicBezTo>
                    <a:pt x="18132" y="13432"/>
                    <a:pt x="38392" y="1658"/>
                    <a:pt x="40140" y="641"/>
                  </a:cubicBezTo>
                  <a:close/>
                  <a:moveTo>
                    <a:pt x="40135" y="1"/>
                  </a:moveTo>
                  <a:cubicBezTo>
                    <a:pt x="40070" y="1"/>
                    <a:pt x="40018" y="27"/>
                    <a:pt x="39965" y="53"/>
                  </a:cubicBezTo>
                  <a:cubicBezTo>
                    <a:pt x="39965" y="53"/>
                    <a:pt x="39522" y="312"/>
                    <a:pt x="38745" y="755"/>
                  </a:cubicBezTo>
                  <a:cubicBezTo>
                    <a:pt x="35973" y="2345"/>
                    <a:pt x="29059" y="6338"/>
                    <a:pt x="22367" y="10109"/>
                  </a:cubicBezTo>
                  <a:cubicBezTo>
                    <a:pt x="19040" y="11994"/>
                    <a:pt x="15750" y="13806"/>
                    <a:pt x="13088" y="15248"/>
                  </a:cubicBezTo>
                  <a:cubicBezTo>
                    <a:pt x="10463" y="16690"/>
                    <a:pt x="8393" y="17725"/>
                    <a:pt x="7579" y="18021"/>
                  </a:cubicBezTo>
                  <a:cubicBezTo>
                    <a:pt x="6988" y="18242"/>
                    <a:pt x="6470" y="18723"/>
                    <a:pt x="5989" y="19389"/>
                  </a:cubicBezTo>
                  <a:cubicBezTo>
                    <a:pt x="5102" y="20572"/>
                    <a:pt x="4326" y="22309"/>
                    <a:pt x="3623" y="24306"/>
                  </a:cubicBezTo>
                  <a:cubicBezTo>
                    <a:pt x="1479" y="30184"/>
                    <a:pt x="37" y="38133"/>
                    <a:pt x="37" y="38133"/>
                  </a:cubicBezTo>
                  <a:cubicBezTo>
                    <a:pt x="0" y="38244"/>
                    <a:pt x="74" y="38354"/>
                    <a:pt x="148" y="38428"/>
                  </a:cubicBezTo>
                  <a:cubicBezTo>
                    <a:pt x="1775" y="39722"/>
                    <a:pt x="4363" y="41164"/>
                    <a:pt x="7505" y="42606"/>
                  </a:cubicBezTo>
                  <a:cubicBezTo>
                    <a:pt x="17007" y="47006"/>
                    <a:pt x="32017" y="51516"/>
                    <a:pt x="43810" y="51516"/>
                  </a:cubicBezTo>
                  <a:lnTo>
                    <a:pt x="44069" y="51516"/>
                  </a:lnTo>
                  <a:cubicBezTo>
                    <a:pt x="44956" y="51553"/>
                    <a:pt x="45844" y="51553"/>
                    <a:pt x="46731" y="51553"/>
                  </a:cubicBezTo>
                  <a:cubicBezTo>
                    <a:pt x="59449" y="51553"/>
                    <a:pt x="73387" y="49335"/>
                    <a:pt x="85735" y="43678"/>
                  </a:cubicBezTo>
                  <a:cubicBezTo>
                    <a:pt x="85846" y="43604"/>
                    <a:pt x="85920" y="43456"/>
                    <a:pt x="85920" y="43309"/>
                  </a:cubicBezTo>
                  <a:cubicBezTo>
                    <a:pt x="85920" y="43309"/>
                    <a:pt x="84515" y="36210"/>
                    <a:pt x="82888" y="28853"/>
                  </a:cubicBezTo>
                  <a:cubicBezTo>
                    <a:pt x="82075" y="25193"/>
                    <a:pt x="81188" y="21459"/>
                    <a:pt x="80374" y="18538"/>
                  </a:cubicBezTo>
                  <a:cubicBezTo>
                    <a:pt x="79968" y="17059"/>
                    <a:pt x="79561" y="15802"/>
                    <a:pt x="79228" y="14804"/>
                  </a:cubicBezTo>
                  <a:cubicBezTo>
                    <a:pt x="79043" y="14324"/>
                    <a:pt x="78858" y="13917"/>
                    <a:pt x="78711" y="13584"/>
                  </a:cubicBezTo>
                  <a:cubicBezTo>
                    <a:pt x="78526" y="13251"/>
                    <a:pt x="78378" y="13030"/>
                    <a:pt x="78193" y="12845"/>
                  </a:cubicBezTo>
                  <a:cubicBezTo>
                    <a:pt x="78008" y="12697"/>
                    <a:pt x="77749" y="12549"/>
                    <a:pt x="77380" y="12364"/>
                  </a:cubicBezTo>
                  <a:cubicBezTo>
                    <a:pt x="75938" y="11662"/>
                    <a:pt x="72906" y="10553"/>
                    <a:pt x="69135" y="9259"/>
                  </a:cubicBezTo>
                  <a:cubicBezTo>
                    <a:pt x="57896" y="5414"/>
                    <a:pt x="40224" y="16"/>
                    <a:pt x="40224" y="16"/>
                  </a:cubicBezTo>
                  <a:cubicBezTo>
                    <a:pt x="40192" y="5"/>
                    <a:pt x="40162" y="1"/>
                    <a:pt x="401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53"/>
            <p:cNvSpPr/>
            <p:nvPr/>
          </p:nvSpPr>
          <p:spPr>
            <a:xfrm>
              <a:off x="4551700" y="4889025"/>
              <a:ext cx="22200" cy="71200"/>
            </a:xfrm>
            <a:custGeom>
              <a:avLst/>
              <a:gdLst/>
              <a:ahLst/>
              <a:cxnLst/>
              <a:rect l="l" t="t" r="r" b="b"/>
              <a:pathLst>
                <a:path w="888" h="2848" extrusionOk="0">
                  <a:moveTo>
                    <a:pt x="592" y="1"/>
                  </a:moveTo>
                  <a:cubicBezTo>
                    <a:pt x="444" y="1"/>
                    <a:pt x="259" y="112"/>
                    <a:pt x="259" y="259"/>
                  </a:cubicBezTo>
                  <a:cubicBezTo>
                    <a:pt x="148" y="1073"/>
                    <a:pt x="74" y="1849"/>
                    <a:pt x="37" y="2515"/>
                  </a:cubicBezTo>
                  <a:cubicBezTo>
                    <a:pt x="0" y="2699"/>
                    <a:pt x="148" y="2847"/>
                    <a:pt x="333" y="2847"/>
                  </a:cubicBezTo>
                  <a:cubicBezTo>
                    <a:pt x="481" y="2847"/>
                    <a:pt x="629" y="2736"/>
                    <a:pt x="629" y="2552"/>
                  </a:cubicBezTo>
                  <a:cubicBezTo>
                    <a:pt x="666" y="1886"/>
                    <a:pt x="740" y="1147"/>
                    <a:pt x="851" y="370"/>
                  </a:cubicBezTo>
                  <a:cubicBezTo>
                    <a:pt x="888" y="185"/>
                    <a:pt x="777" y="38"/>
                    <a:pt x="5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53"/>
            <p:cNvSpPr/>
            <p:nvPr/>
          </p:nvSpPr>
          <p:spPr>
            <a:xfrm>
              <a:off x="4569250" y="4353650"/>
              <a:ext cx="140525" cy="476425"/>
            </a:xfrm>
            <a:custGeom>
              <a:avLst/>
              <a:gdLst/>
              <a:ahLst/>
              <a:cxnLst/>
              <a:rect l="l" t="t" r="r" b="b"/>
              <a:pathLst>
                <a:path w="5621" h="19057" extrusionOk="0">
                  <a:moveTo>
                    <a:pt x="5283" y="0"/>
                  </a:moveTo>
                  <a:cubicBezTo>
                    <a:pt x="5155" y="0"/>
                    <a:pt x="5022" y="72"/>
                    <a:pt x="4992" y="194"/>
                  </a:cubicBezTo>
                  <a:cubicBezTo>
                    <a:pt x="4992" y="194"/>
                    <a:pt x="1591" y="10657"/>
                    <a:pt x="38" y="18680"/>
                  </a:cubicBezTo>
                  <a:cubicBezTo>
                    <a:pt x="1" y="18865"/>
                    <a:pt x="112" y="19013"/>
                    <a:pt x="297" y="19050"/>
                  </a:cubicBezTo>
                  <a:cubicBezTo>
                    <a:pt x="316" y="19054"/>
                    <a:pt x="336" y="19057"/>
                    <a:pt x="356" y="19057"/>
                  </a:cubicBezTo>
                  <a:cubicBezTo>
                    <a:pt x="491" y="19057"/>
                    <a:pt x="634" y="18956"/>
                    <a:pt x="666" y="18828"/>
                  </a:cubicBezTo>
                  <a:cubicBezTo>
                    <a:pt x="1406" y="14835"/>
                    <a:pt x="2663" y="10214"/>
                    <a:pt x="3698" y="6627"/>
                  </a:cubicBezTo>
                  <a:cubicBezTo>
                    <a:pt x="4215" y="4816"/>
                    <a:pt x="4696" y="3263"/>
                    <a:pt x="5029" y="2154"/>
                  </a:cubicBezTo>
                  <a:cubicBezTo>
                    <a:pt x="5362" y="1045"/>
                    <a:pt x="5583" y="416"/>
                    <a:pt x="5583" y="379"/>
                  </a:cubicBezTo>
                  <a:cubicBezTo>
                    <a:pt x="5620" y="231"/>
                    <a:pt x="5546" y="47"/>
                    <a:pt x="5362" y="10"/>
                  </a:cubicBezTo>
                  <a:cubicBezTo>
                    <a:pt x="5336" y="3"/>
                    <a:pt x="5310" y="0"/>
                    <a:pt x="52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53"/>
            <p:cNvSpPr/>
            <p:nvPr/>
          </p:nvSpPr>
          <p:spPr>
            <a:xfrm>
              <a:off x="2971200" y="4500150"/>
              <a:ext cx="226475" cy="533275"/>
            </a:xfrm>
            <a:custGeom>
              <a:avLst/>
              <a:gdLst/>
              <a:ahLst/>
              <a:cxnLst/>
              <a:rect l="l" t="t" r="r" b="b"/>
              <a:pathLst>
                <a:path w="9059" h="21331" extrusionOk="0">
                  <a:moveTo>
                    <a:pt x="353" y="0"/>
                  </a:moveTo>
                  <a:cubicBezTo>
                    <a:pt x="290" y="0"/>
                    <a:pt x="229" y="21"/>
                    <a:pt x="186" y="65"/>
                  </a:cubicBezTo>
                  <a:cubicBezTo>
                    <a:pt x="38" y="139"/>
                    <a:pt x="1" y="324"/>
                    <a:pt x="75" y="472"/>
                  </a:cubicBezTo>
                  <a:cubicBezTo>
                    <a:pt x="75" y="472"/>
                    <a:pt x="112" y="509"/>
                    <a:pt x="149" y="582"/>
                  </a:cubicBezTo>
                  <a:cubicBezTo>
                    <a:pt x="740" y="1470"/>
                    <a:pt x="5694" y="9160"/>
                    <a:pt x="8430" y="21101"/>
                  </a:cubicBezTo>
                  <a:cubicBezTo>
                    <a:pt x="8462" y="21230"/>
                    <a:pt x="8578" y="21330"/>
                    <a:pt x="8729" y="21330"/>
                  </a:cubicBezTo>
                  <a:cubicBezTo>
                    <a:pt x="8752" y="21330"/>
                    <a:pt x="8775" y="21328"/>
                    <a:pt x="8800" y="21323"/>
                  </a:cubicBezTo>
                  <a:cubicBezTo>
                    <a:pt x="8948" y="21286"/>
                    <a:pt x="9058" y="21101"/>
                    <a:pt x="9022" y="20953"/>
                  </a:cubicBezTo>
                  <a:cubicBezTo>
                    <a:pt x="6064" y="8125"/>
                    <a:pt x="629" y="139"/>
                    <a:pt x="592" y="139"/>
                  </a:cubicBezTo>
                  <a:cubicBezTo>
                    <a:pt x="547" y="49"/>
                    <a:pt x="448" y="0"/>
                    <a:pt x="3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53"/>
            <p:cNvSpPr/>
            <p:nvPr/>
          </p:nvSpPr>
          <p:spPr>
            <a:xfrm>
              <a:off x="3459225" y="4034000"/>
              <a:ext cx="712625" cy="732125"/>
            </a:xfrm>
            <a:custGeom>
              <a:avLst/>
              <a:gdLst/>
              <a:ahLst/>
              <a:cxnLst/>
              <a:rect l="l" t="t" r="r" b="b"/>
              <a:pathLst>
                <a:path w="28505" h="29285" extrusionOk="0">
                  <a:moveTo>
                    <a:pt x="15923" y="0"/>
                  </a:moveTo>
                  <a:cubicBezTo>
                    <a:pt x="14096" y="0"/>
                    <a:pt x="12327" y="264"/>
                    <a:pt x="10870" y="743"/>
                  </a:cubicBezTo>
                  <a:cubicBezTo>
                    <a:pt x="5805" y="2444"/>
                    <a:pt x="2995" y="2444"/>
                    <a:pt x="1516" y="6178"/>
                  </a:cubicBezTo>
                  <a:cubicBezTo>
                    <a:pt x="1516" y="6178"/>
                    <a:pt x="0" y="16493"/>
                    <a:pt x="1146" y="21964"/>
                  </a:cubicBezTo>
                  <a:cubicBezTo>
                    <a:pt x="2255" y="27399"/>
                    <a:pt x="2625" y="29285"/>
                    <a:pt x="2625" y="29285"/>
                  </a:cubicBezTo>
                  <a:cubicBezTo>
                    <a:pt x="2625" y="29285"/>
                    <a:pt x="7690" y="24959"/>
                    <a:pt x="10685" y="22889"/>
                  </a:cubicBezTo>
                  <a:cubicBezTo>
                    <a:pt x="13716" y="20818"/>
                    <a:pt x="17450" y="19709"/>
                    <a:pt x="17450" y="19709"/>
                  </a:cubicBezTo>
                  <a:cubicBezTo>
                    <a:pt x="17450" y="19709"/>
                    <a:pt x="19336" y="19709"/>
                    <a:pt x="22146" y="21964"/>
                  </a:cubicBezTo>
                  <a:cubicBezTo>
                    <a:pt x="24955" y="24220"/>
                    <a:pt x="28320" y="27769"/>
                    <a:pt x="28320" y="27769"/>
                  </a:cubicBezTo>
                  <a:lnTo>
                    <a:pt x="28320" y="16714"/>
                  </a:lnTo>
                  <a:cubicBezTo>
                    <a:pt x="28320" y="16714"/>
                    <a:pt x="28504" y="11243"/>
                    <a:pt x="26656" y="5623"/>
                  </a:cubicBezTo>
                  <a:cubicBezTo>
                    <a:pt x="25313" y="1621"/>
                    <a:pt x="20444" y="0"/>
                    <a:pt x="159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53"/>
            <p:cNvSpPr/>
            <p:nvPr/>
          </p:nvSpPr>
          <p:spPr>
            <a:xfrm>
              <a:off x="3461075" y="3901550"/>
              <a:ext cx="748675" cy="768450"/>
            </a:xfrm>
            <a:custGeom>
              <a:avLst/>
              <a:gdLst/>
              <a:ahLst/>
              <a:cxnLst/>
              <a:rect l="l" t="t" r="r" b="b"/>
              <a:pathLst>
                <a:path w="29947" h="30738" extrusionOk="0">
                  <a:moveTo>
                    <a:pt x="15291" y="1"/>
                  </a:moveTo>
                  <a:cubicBezTo>
                    <a:pt x="12418" y="1"/>
                    <a:pt x="9595" y="642"/>
                    <a:pt x="7542" y="1863"/>
                  </a:cubicBezTo>
                  <a:cubicBezTo>
                    <a:pt x="7542" y="1863"/>
                    <a:pt x="2514" y="5191"/>
                    <a:pt x="1257" y="8555"/>
                  </a:cubicBezTo>
                  <a:cubicBezTo>
                    <a:pt x="0" y="11883"/>
                    <a:pt x="2514" y="30738"/>
                    <a:pt x="2514" y="30738"/>
                  </a:cubicBezTo>
                  <a:cubicBezTo>
                    <a:pt x="2514" y="30738"/>
                    <a:pt x="11942" y="23602"/>
                    <a:pt x="13827" y="23602"/>
                  </a:cubicBezTo>
                  <a:cubicBezTo>
                    <a:pt x="15713" y="23602"/>
                    <a:pt x="19484" y="22789"/>
                    <a:pt x="19484" y="22789"/>
                  </a:cubicBezTo>
                  <a:cubicBezTo>
                    <a:pt x="19484" y="22789"/>
                    <a:pt x="23255" y="22789"/>
                    <a:pt x="25732" y="24859"/>
                  </a:cubicBezTo>
                  <a:cubicBezTo>
                    <a:pt x="28246" y="26967"/>
                    <a:pt x="29946" y="29074"/>
                    <a:pt x="29946" y="29074"/>
                  </a:cubicBezTo>
                  <a:cubicBezTo>
                    <a:pt x="29946" y="29074"/>
                    <a:pt x="29318" y="12955"/>
                    <a:pt x="26989" y="6263"/>
                  </a:cubicBezTo>
                  <a:cubicBezTo>
                    <a:pt x="25528" y="1977"/>
                    <a:pt x="20333" y="1"/>
                    <a:pt x="152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53"/>
            <p:cNvSpPr/>
            <p:nvPr/>
          </p:nvSpPr>
          <p:spPr>
            <a:xfrm>
              <a:off x="3475850" y="3893600"/>
              <a:ext cx="741300" cy="784175"/>
            </a:xfrm>
            <a:custGeom>
              <a:avLst/>
              <a:gdLst/>
              <a:ahLst/>
              <a:cxnLst/>
              <a:rect l="l" t="t" r="r" b="b"/>
              <a:pathLst>
                <a:path w="29652" h="31367" extrusionOk="0">
                  <a:moveTo>
                    <a:pt x="14678" y="629"/>
                  </a:moveTo>
                  <a:cubicBezTo>
                    <a:pt x="17155" y="629"/>
                    <a:pt x="19706" y="1109"/>
                    <a:pt x="21739" y="2108"/>
                  </a:cubicBezTo>
                  <a:cubicBezTo>
                    <a:pt x="23810" y="3106"/>
                    <a:pt x="25436" y="4622"/>
                    <a:pt x="26139" y="6655"/>
                  </a:cubicBezTo>
                  <a:cubicBezTo>
                    <a:pt x="27248" y="9945"/>
                    <a:pt x="27987" y="15639"/>
                    <a:pt x="28431" y="20519"/>
                  </a:cubicBezTo>
                  <a:cubicBezTo>
                    <a:pt x="28653" y="22922"/>
                    <a:pt x="28801" y="25177"/>
                    <a:pt x="28912" y="26767"/>
                  </a:cubicBezTo>
                  <a:cubicBezTo>
                    <a:pt x="28944" y="27475"/>
                    <a:pt x="28976" y="28071"/>
                    <a:pt x="29008" y="28506"/>
                  </a:cubicBezTo>
                  <a:lnTo>
                    <a:pt x="29008" y="28506"/>
                  </a:lnTo>
                  <a:cubicBezTo>
                    <a:pt x="28309" y="27719"/>
                    <a:pt x="27011" y="26337"/>
                    <a:pt x="25362" y="24955"/>
                  </a:cubicBezTo>
                  <a:cubicBezTo>
                    <a:pt x="24032" y="23846"/>
                    <a:pt x="22442" y="23329"/>
                    <a:pt x="21148" y="23070"/>
                  </a:cubicBezTo>
                  <a:cubicBezTo>
                    <a:pt x="19854" y="22774"/>
                    <a:pt x="18893" y="22774"/>
                    <a:pt x="18893" y="22774"/>
                  </a:cubicBezTo>
                  <a:lnTo>
                    <a:pt x="18819" y="22811"/>
                  </a:lnTo>
                  <a:cubicBezTo>
                    <a:pt x="18819" y="22811"/>
                    <a:pt x="18597" y="22848"/>
                    <a:pt x="18190" y="22922"/>
                  </a:cubicBezTo>
                  <a:cubicBezTo>
                    <a:pt x="17044" y="23144"/>
                    <a:pt x="14567" y="23624"/>
                    <a:pt x="13236" y="23624"/>
                  </a:cubicBezTo>
                  <a:cubicBezTo>
                    <a:pt x="12903" y="23624"/>
                    <a:pt x="12534" y="23772"/>
                    <a:pt x="12090" y="23957"/>
                  </a:cubicBezTo>
                  <a:cubicBezTo>
                    <a:pt x="10500" y="24660"/>
                    <a:pt x="7949" y="26360"/>
                    <a:pt x="5731" y="27913"/>
                  </a:cubicBezTo>
                  <a:cubicBezTo>
                    <a:pt x="4185" y="28987"/>
                    <a:pt x="2825" y="29988"/>
                    <a:pt x="2164" y="30479"/>
                  </a:cubicBezTo>
                  <a:lnTo>
                    <a:pt x="2164" y="30479"/>
                  </a:lnTo>
                  <a:cubicBezTo>
                    <a:pt x="2127" y="30132"/>
                    <a:pt x="2071" y="29633"/>
                    <a:pt x="1997" y="29022"/>
                  </a:cubicBezTo>
                  <a:cubicBezTo>
                    <a:pt x="1516" y="25325"/>
                    <a:pt x="629" y="17339"/>
                    <a:pt x="629" y="12459"/>
                  </a:cubicBezTo>
                  <a:cubicBezTo>
                    <a:pt x="629" y="11646"/>
                    <a:pt x="666" y="10944"/>
                    <a:pt x="703" y="10315"/>
                  </a:cubicBezTo>
                  <a:cubicBezTo>
                    <a:pt x="777" y="9723"/>
                    <a:pt x="851" y="9280"/>
                    <a:pt x="962" y="8984"/>
                  </a:cubicBezTo>
                  <a:cubicBezTo>
                    <a:pt x="1553" y="7394"/>
                    <a:pt x="3106" y="5731"/>
                    <a:pt x="4474" y="4511"/>
                  </a:cubicBezTo>
                  <a:cubicBezTo>
                    <a:pt x="5177" y="3882"/>
                    <a:pt x="5842" y="3365"/>
                    <a:pt x="6323" y="2995"/>
                  </a:cubicBezTo>
                  <a:cubicBezTo>
                    <a:pt x="6581" y="2810"/>
                    <a:pt x="6766" y="2662"/>
                    <a:pt x="6914" y="2588"/>
                  </a:cubicBezTo>
                  <a:cubicBezTo>
                    <a:pt x="7062" y="2477"/>
                    <a:pt x="7136" y="2440"/>
                    <a:pt x="7136" y="2440"/>
                  </a:cubicBezTo>
                  <a:lnTo>
                    <a:pt x="7125" y="2425"/>
                  </a:lnTo>
                  <a:lnTo>
                    <a:pt x="7125" y="2425"/>
                  </a:lnTo>
                  <a:cubicBezTo>
                    <a:pt x="9119" y="1252"/>
                    <a:pt x="11880" y="629"/>
                    <a:pt x="14678" y="629"/>
                  </a:cubicBezTo>
                  <a:close/>
                  <a:moveTo>
                    <a:pt x="14678" y="0"/>
                  </a:moveTo>
                  <a:cubicBezTo>
                    <a:pt x="11757" y="0"/>
                    <a:pt x="8911" y="666"/>
                    <a:pt x="6803" y="1923"/>
                  </a:cubicBezTo>
                  <a:lnTo>
                    <a:pt x="6766" y="1923"/>
                  </a:lnTo>
                  <a:cubicBezTo>
                    <a:pt x="6766" y="1923"/>
                    <a:pt x="5509" y="2773"/>
                    <a:pt x="4067" y="4030"/>
                  </a:cubicBezTo>
                  <a:cubicBezTo>
                    <a:pt x="2663" y="5324"/>
                    <a:pt x="1036" y="6988"/>
                    <a:pt x="370" y="8762"/>
                  </a:cubicBezTo>
                  <a:cubicBezTo>
                    <a:pt x="222" y="9132"/>
                    <a:pt x="149" y="9650"/>
                    <a:pt x="112" y="10278"/>
                  </a:cubicBezTo>
                  <a:cubicBezTo>
                    <a:pt x="38" y="10907"/>
                    <a:pt x="1" y="11646"/>
                    <a:pt x="1" y="12459"/>
                  </a:cubicBezTo>
                  <a:cubicBezTo>
                    <a:pt x="1" y="19040"/>
                    <a:pt x="1627" y="31093"/>
                    <a:pt x="1627" y="31093"/>
                  </a:cubicBezTo>
                  <a:cubicBezTo>
                    <a:pt x="1627" y="31203"/>
                    <a:pt x="1701" y="31277"/>
                    <a:pt x="1812" y="31351"/>
                  </a:cubicBezTo>
                  <a:cubicBezTo>
                    <a:pt x="1845" y="31362"/>
                    <a:pt x="1877" y="31367"/>
                    <a:pt x="1909" y="31367"/>
                  </a:cubicBezTo>
                  <a:cubicBezTo>
                    <a:pt x="1985" y="31367"/>
                    <a:pt x="2056" y="31341"/>
                    <a:pt x="2108" y="31314"/>
                  </a:cubicBezTo>
                  <a:cubicBezTo>
                    <a:pt x="2108" y="31314"/>
                    <a:pt x="2256" y="31203"/>
                    <a:pt x="2515" y="30982"/>
                  </a:cubicBezTo>
                  <a:cubicBezTo>
                    <a:pt x="3439" y="30316"/>
                    <a:pt x="5731" y="28616"/>
                    <a:pt x="8023" y="27100"/>
                  </a:cubicBezTo>
                  <a:cubicBezTo>
                    <a:pt x="9169" y="26323"/>
                    <a:pt x="10278" y="25621"/>
                    <a:pt x="11240" y="25066"/>
                  </a:cubicBezTo>
                  <a:cubicBezTo>
                    <a:pt x="11720" y="24808"/>
                    <a:pt x="12127" y="24586"/>
                    <a:pt x="12497" y="24475"/>
                  </a:cubicBezTo>
                  <a:cubicBezTo>
                    <a:pt x="12829" y="24327"/>
                    <a:pt x="13088" y="24253"/>
                    <a:pt x="13236" y="24253"/>
                  </a:cubicBezTo>
                  <a:cubicBezTo>
                    <a:pt x="14197" y="24253"/>
                    <a:pt x="15639" y="24031"/>
                    <a:pt x="16822" y="23809"/>
                  </a:cubicBezTo>
                  <a:cubicBezTo>
                    <a:pt x="18005" y="23624"/>
                    <a:pt x="18930" y="23403"/>
                    <a:pt x="18930" y="23403"/>
                  </a:cubicBezTo>
                  <a:lnTo>
                    <a:pt x="19040" y="23403"/>
                  </a:lnTo>
                  <a:cubicBezTo>
                    <a:pt x="19743" y="23440"/>
                    <a:pt x="22885" y="23661"/>
                    <a:pt x="24956" y="25436"/>
                  </a:cubicBezTo>
                  <a:cubicBezTo>
                    <a:pt x="26213" y="26471"/>
                    <a:pt x="27248" y="27506"/>
                    <a:pt x="27950" y="28283"/>
                  </a:cubicBezTo>
                  <a:cubicBezTo>
                    <a:pt x="28320" y="28652"/>
                    <a:pt x="28616" y="28985"/>
                    <a:pt x="28801" y="29207"/>
                  </a:cubicBezTo>
                  <a:cubicBezTo>
                    <a:pt x="28912" y="29318"/>
                    <a:pt x="28986" y="29429"/>
                    <a:pt x="29023" y="29466"/>
                  </a:cubicBezTo>
                  <a:cubicBezTo>
                    <a:pt x="29096" y="29540"/>
                    <a:pt x="29096" y="29577"/>
                    <a:pt x="29096" y="29577"/>
                  </a:cubicBezTo>
                  <a:cubicBezTo>
                    <a:pt x="29144" y="29648"/>
                    <a:pt x="29223" y="29689"/>
                    <a:pt x="29312" y="29689"/>
                  </a:cubicBezTo>
                  <a:cubicBezTo>
                    <a:pt x="29361" y="29689"/>
                    <a:pt x="29414" y="29677"/>
                    <a:pt x="29466" y="29651"/>
                  </a:cubicBezTo>
                  <a:cubicBezTo>
                    <a:pt x="29577" y="29614"/>
                    <a:pt x="29651" y="29503"/>
                    <a:pt x="29651" y="29355"/>
                  </a:cubicBezTo>
                  <a:cubicBezTo>
                    <a:pt x="29651" y="29355"/>
                    <a:pt x="29503" y="25325"/>
                    <a:pt x="29060" y="20445"/>
                  </a:cubicBezTo>
                  <a:cubicBezTo>
                    <a:pt x="28616" y="15565"/>
                    <a:pt x="27876" y="9871"/>
                    <a:pt x="26693" y="6470"/>
                  </a:cubicBezTo>
                  <a:cubicBezTo>
                    <a:pt x="25954" y="4215"/>
                    <a:pt x="24179" y="2625"/>
                    <a:pt x="22035" y="1553"/>
                  </a:cubicBezTo>
                  <a:cubicBezTo>
                    <a:pt x="19854" y="518"/>
                    <a:pt x="17229" y="0"/>
                    <a:pt x="14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53"/>
            <p:cNvSpPr/>
            <p:nvPr/>
          </p:nvSpPr>
          <p:spPr>
            <a:xfrm>
              <a:off x="3539625" y="3686550"/>
              <a:ext cx="476025" cy="944725"/>
            </a:xfrm>
            <a:custGeom>
              <a:avLst/>
              <a:gdLst/>
              <a:ahLst/>
              <a:cxnLst/>
              <a:rect l="l" t="t" r="r" b="b"/>
              <a:pathLst>
                <a:path w="19041" h="37789" extrusionOk="0">
                  <a:moveTo>
                    <a:pt x="17783" y="1"/>
                  </a:moveTo>
                  <a:cubicBezTo>
                    <a:pt x="17783" y="1"/>
                    <a:pt x="14177" y="4597"/>
                    <a:pt x="7151" y="4597"/>
                  </a:cubicBezTo>
                  <a:cubicBezTo>
                    <a:pt x="5067" y="4597"/>
                    <a:pt x="2682" y="4192"/>
                    <a:pt x="1" y="3143"/>
                  </a:cubicBezTo>
                  <a:lnTo>
                    <a:pt x="1" y="3143"/>
                  </a:lnTo>
                  <a:cubicBezTo>
                    <a:pt x="1" y="3144"/>
                    <a:pt x="2108" y="12349"/>
                    <a:pt x="4622" y="20076"/>
                  </a:cubicBezTo>
                  <a:cubicBezTo>
                    <a:pt x="6906" y="27131"/>
                    <a:pt x="12641" y="37789"/>
                    <a:pt x="14445" y="37789"/>
                  </a:cubicBezTo>
                  <a:cubicBezTo>
                    <a:pt x="14627" y="37789"/>
                    <a:pt x="14768" y="37682"/>
                    <a:pt x="14863" y="37452"/>
                  </a:cubicBezTo>
                  <a:cubicBezTo>
                    <a:pt x="15898" y="34938"/>
                    <a:pt x="19040" y="20076"/>
                    <a:pt x="19040" y="14863"/>
                  </a:cubicBezTo>
                  <a:cubicBezTo>
                    <a:pt x="19040" y="9613"/>
                    <a:pt x="17783" y="1"/>
                    <a:pt x="17783" y="1"/>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53"/>
            <p:cNvSpPr/>
            <p:nvPr/>
          </p:nvSpPr>
          <p:spPr>
            <a:xfrm>
              <a:off x="3539625" y="3694875"/>
              <a:ext cx="476025" cy="438225"/>
            </a:xfrm>
            <a:custGeom>
              <a:avLst/>
              <a:gdLst/>
              <a:ahLst/>
              <a:cxnLst/>
              <a:rect l="l" t="t" r="r" b="b"/>
              <a:pathLst>
                <a:path w="19041" h="17529" extrusionOk="0">
                  <a:moveTo>
                    <a:pt x="17488" y="0"/>
                  </a:moveTo>
                  <a:cubicBezTo>
                    <a:pt x="16480" y="1090"/>
                    <a:pt x="13004" y="4267"/>
                    <a:pt x="7162" y="4267"/>
                  </a:cubicBezTo>
                  <a:cubicBezTo>
                    <a:pt x="5075" y="4267"/>
                    <a:pt x="2687" y="3861"/>
                    <a:pt x="1" y="2810"/>
                  </a:cubicBezTo>
                  <a:lnTo>
                    <a:pt x="1" y="2810"/>
                  </a:lnTo>
                  <a:cubicBezTo>
                    <a:pt x="1" y="2810"/>
                    <a:pt x="1258" y="8356"/>
                    <a:pt x="2995" y="14456"/>
                  </a:cubicBezTo>
                  <a:cubicBezTo>
                    <a:pt x="4854" y="15980"/>
                    <a:pt x="7543" y="17529"/>
                    <a:pt x="10729" y="17529"/>
                  </a:cubicBezTo>
                  <a:cubicBezTo>
                    <a:pt x="11407" y="17529"/>
                    <a:pt x="12109" y="17459"/>
                    <a:pt x="12829" y="17303"/>
                  </a:cubicBezTo>
                  <a:cubicBezTo>
                    <a:pt x="15565" y="16674"/>
                    <a:pt x="17599" y="15048"/>
                    <a:pt x="19040" y="13236"/>
                  </a:cubicBezTo>
                  <a:cubicBezTo>
                    <a:pt x="18893" y="8504"/>
                    <a:pt x="18042" y="1664"/>
                    <a:pt x="17857" y="37"/>
                  </a:cubicBezTo>
                  <a:lnTo>
                    <a:pt x="174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53"/>
            <p:cNvSpPr/>
            <p:nvPr/>
          </p:nvSpPr>
          <p:spPr>
            <a:xfrm>
              <a:off x="3563650" y="3858475"/>
              <a:ext cx="452000" cy="274525"/>
            </a:xfrm>
            <a:custGeom>
              <a:avLst/>
              <a:gdLst/>
              <a:ahLst/>
              <a:cxnLst/>
              <a:rect l="l" t="t" r="r" b="b"/>
              <a:pathLst>
                <a:path w="18080" h="10981" extrusionOk="0">
                  <a:moveTo>
                    <a:pt x="17599" y="0"/>
                  </a:moveTo>
                  <a:cubicBezTo>
                    <a:pt x="15935" y="2440"/>
                    <a:pt x="14050" y="3993"/>
                    <a:pt x="12164" y="4511"/>
                  </a:cubicBezTo>
                  <a:cubicBezTo>
                    <a:pt x="11425" y="4733"/>
                    <a:pt x="10685" y="4806"/>
                    <a:pt x="9946" y="4806"/>
                  </a:cubicBezTo>
                  <a:cubicBezTo>
                    <a:pt x="6619" y="4806"/>
                    <a:pt x="3254" y="2921"/>
                    <a:pt x="1" y="296"/>
                  </a:cubicBezTo>
                  <a:lnTo>
                    <a:pt x="1" y="296"/>
                  </a:lnTo>
                  <a:cubicBezTo>
                    <a:pt x="555" y="2403"/>
                    <a:pt x="1258" y="5102"/>
                    <a:pt x="2034" y="7912"/>
                  </a:cubicBezTo>
                  <a:cubicBezTo>
                    <a:pt x="3920" y="9428"/>
                    <a:pt x="6582" y="10981"/>
                    <a:pt x="9761" y="10981"/>
                  </a:cubicBezTo>
                  <a:cubicBezTo>
                    <a:pt x="10427" y="10981"/>
                    <a:pt x="11129" y="10907"/>
                    <a:pt x="11868" y="10759"/>
                  </a:cubicBezTo>
                  <a:cubicBezTo>
                    <a:pt x="14604" y="10130"/>
                    <a:pt x="16638" y="8504"/>
                    <a:pt x="18079" y="6692"/>
                  </a:cubicBezTo>
                  <a:cubicBezTo>
                    <a:pt x="18006" y="4659"/>
                    <a:pt x="17821" y="2219"/>
                    <a:pt x="17599"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53"/>
            <p:cNvSpPr/>
            <p:nvPr/>
          </p:nvSpPr>
          <p:spPr>
            <a:xfrm>
              <a:off x="3531300" y="3678800"/>
              <a:ext cx="492675" cy="959775"/>
            </a:xfrm>
            <a:custGeom>
              <a:avLst/>
              <a:gdLst/>
              <a:ahLst/>
              <a:cxnLst/>
              <a:rect l="l" t="t" r="r" b="b"/>
              <a:pathLst>
                <a:path w="19707" h="38391" extrusionOk="0">
                  <a:moveTo>
                    <a:pt x="17898" y="995"/>
                  </a:moveTo>
                  <a:cubicBezTo>
                    <a:pt x="17927" y="1245"/>
                    <a:pt x="17964" y="1563"/>
                    <a:pt x="18006" y="1937"/>
                  </a:cubicBezTo>
                  <a:cubicBezTo>
                    <a:pt x="18375" y="4858"/>
                    <a:pt x="19078" y="11254"/>
                    <a:pt x="19078" y="15173"/>
                  </a:cubicBezTo>
                  <a:cubicBezTo>
                    <a:pt x="19078" y="17724"/>
                    <a:pt x="18301" y="22752"/>
                    <a:pt x="17377" y="27410"/>
                  </a:cubicBezTo>
                  <a:cubicBezTo>
                    <a:pt x="16933" y="29739"/>
                    <a:pt x="16416" y="31995"/>
                    <a:pt x="16009" y="33843"/>
                  </a:cubicBezTo>
                  <a:cubicBezTo>
                    <a:pt x="15565" y="35655"/>
                    <a:pt x="15159" y="37060"/>
                    <a:pt x="14900" y="37651"/>
                  </a:cubicBezTo>
                  <a:cubicBezTo>
                    <a:pt x="14863" y="37725"/>
                    <a:pt x="14863" y="37762"/>
                    <a:pt x="14826" y="37762"/>
                  </a:cubicBezTo>
                  <a:lnTo>
                    <a:pt x="14789" y="37799"/>
                  </a:lnTo>
                  <a:cubicBezTo>
                    <a:pt x="14715" y="37799"/>
                    <a:pt x="14456" y="37688"/>
                    <a:pt x="14124" y="37392"/>
                  </a:cubicBezTo>
                  <a:cubicBezTo>
                    <a:pt x="13569" y="36912"/>
                    <a:pt x="12867" y="35951"/>
                    <a:pt x="12090" y="34730"/>
                  </a:cubicBezTo>
                  <a:cubicBezTo>
                    <a:pt x="9687" y="31070"/>
                    <a:pt x="6730" y="24859"/>
                    <a:pt x="5251" y="20312"/>
                  </a:cubicBezTo>
                  <a:cubicBezTo>
                    <a:pt x="3994" y="16430"/>
                    <a:pt x="2848" y="12215"/>
                    <a:pt x="1997" y="8925"/>
                  </a:cubicBezTo>
                  <a:cubicBezTo>
                    <a:pt x="1591" y="7298"/>
                    <a:pt x="1221" y="5893"/>
                    <a:pt x="999" y="4932"/>
                  </a:cubicBezTo>
                  <a:cubicBezTo>
                    <a:pt x="906" y="4513"/>
                    <a:pt x="826" y="4172"/>
                    <a:pt x="764" y="3917"/>
                  </a:cubicBezTo>
                  <a:lnTo>
                    <a:pt x="764" y="3917"/>
                  </a:lnTo>
                  <a:cubicBezTo>
                    <a:pt x="3277" y="4836"/>
                    <a:pt x="5504" y="5191"/>
                    <a:pt x="7506" y="5191"/>
                  </a:cubicBezTo>
                  <a:cubicBezTo>
                    <a:pt x="11092" y="5191"/>
                    <a:pt x="13791" y="4045"/>
                    <a:pt x="15602" y="2862"/>
                  </a:cubicBezTo>
                  <a:cubicBezTo>
                    <a:pt x="16684" y="2155"/>
                    <a:pt x="17449" y="1449"/>
                    <a:pt x="17898" y="995"/>
                  </a:cubicBezTo>
                  <a:close/>
                  <a:moveTo>
                    <a:pt x="18102" y="0"/>
                  </a:moveTo>
                  <a:cubicBezTo>
                    <a:pt x="18023" y="0"/>
                    <a:pt x="17949" y="35"/>
                    <a:pt x="17895" y="89"/>
                  </a:cubicBezTo>
                  <a:lnTo>
                    <a:pt x="17858" y="126"/>
                  </a:lnTo>
                  <a:cubicBezTo>
                    <a:pt x="17784" y="237"/>
                    <a:pt x="16859" y="1346"/>
                    <a:pt x="15122" y="2455"/>
                  </a:cubicBezTo>
                  <a:cubicBezTo>
                    <a:pt x="13384" y="3527"/>
                    <a:pt x="10833" y="4599"/>
                    <a:pt x="7506" y="4599"/>
                  </a:cubicBezTo>
                  <a:cubicBezTo>
                    <a:pt x="5436" y="4599"/>
                    <a:pt x="3106" y="4193"/>
                    <a:pt x="445" y="3157"/>
                  </a:cubicBezTo>
                  <a:cubicBezTo>
                    <a:pt x="399" y="3142"/>
                    <a:pt x="353" y="3133"/>
                    <a:pt x="309" y="3133"/>
                  </a:cubicBezTo>
                  <a:cubicBezTo>
                    <a:pt x="248" y="3133"/>
                    <a:pt x="192" y="3151"/>
                    <a:pt x="149" y="3194"/>
                  </a:cubicBezTo>
                  <a:cubicBezTo>
                    <a:pt x="38" y="3268"/>
                    <a:pt x="1" y="3379"/>
                    <a:pt x="38" y="3490"/>
                  </a:cubicBezTo>
                  <a:cubicBezTo>
                    <a:pt x="38" y="3527"/>
                    <a:pt x="2145" y="12733"/>
                    <a:pt x="4659" y="20497"/>
                  </a:cubicBezTo>
                  <a:cubicBezTo>
                    <a:pt x="5805" y="24046"/>
                    <a:pt x="7802" y="28482"/>
                    <a:pt x="9761" y="32032"/>
                  </a:cubicBezTo>
                  <a:cubicBezTo>
                    <a:pt x="10759" y="33806"/>
                    <a:pt x="11721" y="35359"/>
                    <a:pt x="12534" y="36505"/>
                  </a:cubicBezTo>
                  <a:cubicBezTo>
                    <a:pt x="12978" y="37060"/>
                    <a:pt x="13347" y="37540"/>
                    <a:pt x="13717" y="37836"/>
                  </a:cubicBezTo>
                  <a:cubicBezTo>
                    <a:pt x="14087" y="38169"/>
                    <a:pt x="14382" y="38391"/>
                    <a:pt x="14789" y="38391"/>
                  </a:cubicBezTo>
                  <a:cubicBezTo>
                    <a:pt x="14937" y="38391"/>
                    <a:pt x="15085" y="38354"/>
                    <a:pt x="15196" y="38243"/>
                  </a:cubicBezTo>
                  <a:cubicBezTo>
                    <a:pt x="15344" y="38169"/>
                    <a:pt x="15418" y="38021"/>
                    <a:pt x="15492" y="37873"/>
                  </a:cubicBezTo>
                  <a:cubicBezTo>
                    <a:pt x="15750" y="37208"/>
                    <a:pt x="16157" y="35803"/>
                    <a:pt x="16601" y="33991"/>
                  </a:cubicBezTo>
                  <a:cubicBezTo>
                    <a:pt x="17266" y="31218"/>
                    <a:pt x="18043" y="27521"/>
                    <a:pt x="18634" y="24009"/>
                  </a:cubicBezTo>
                  <a:cubicBezTo>
                    <a:pt x="19263" y="20460"/>
                    <a:pt x="19706" y="17169"/>
                    <a:pt x="19706" y="15173"/>
                  </a:cubicBezTo>
                  <a:cubicBezTo>
                    <a:pt x="19706" y="9886"/>
                    <a:pt x="18449" y="274"/>
                    <a:pt x="18449" y="274"/>
                  </a:cubicBezTo>
                  <a:cubicBezTo>
                    <a:pt x="18412" y="126"/>
                    <a:pt x="18338" y="15"/>
                    <a:pt x="18190" y="15"/>
                  </a:cubicBezTo>
                  <a:cubicBezTo>
                    <a:pt x="18161" y="5"/>
                    <a:pt x="18131" y="0"/>
                    <a:pt x="18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53"/>
            <p:cNvSpPr/>
            <p:nvPr/>
          </p:nvSpPr>
          <p:spPr>
            <a:xfrm>
              <a:off x="3119075" y="2612625"/>
              <a:ext cx="1057400" cy="1366000"/>
            </a:xfrm>
            <a:custGeom>
              <a:avLst/>
              <a:gdLst/>
              <a:ahLst/>
              <a:cxnLst/>
              <a:rect l="l" t="t" r="r" b="b"/>
              <a:pathLst>
                <a:path w="42296" h="54640" extrusionOk="0">
                  <a:moveTo>
                    <a:pt x="23383" y="0"/>
                  </a:moveTo>
                  <a:cubicBezTo>
                    <a:pt x="17926" y="0"/>
                    <a:pt x="12571" y="2216"/>
                    <a:pt x="12571" y="2216"/>
                  </a:cubicBezTo>
                  <a:cubicBezTo>
                    <a:pt x="12571" y="2216"/>
                    <a:pt x="5473" y="4545"/>
                    <a:pt x="2737" y="15193"/>
                  </a:cubicBezTo>
                  <a:cubicBezTo>
                    <a:pt x="1" y="25877"/>
                    <a:pt x="6508" y="38632"/>
                    <a:pt x="11942" y="44511"/>
                  </a:cubicBezTo>
                  <a:cubicBezTo>
                    <a:pt x="16721" y="49647"/>
                    <a:pt x="22328" y="54640"/>
                    <a:pt x="27734" y="54640"/>
                  </a:cubicBezTo>
                  <a:cubicBezTo>
                    <a:pt x="28477" y="54640"/>
                    <a:pt x="29215" y="54546"/>
                    <a:pt x="29947" y="54345"/>
                  </a:cubicBezTo>
                  <a:cubicBezTo>
                    <a:pt x="36010" y="52681"/>
                    <a:pt x="42295" y="39889"/>
                    <a:pt x="40632" y="22957"/>
                  </a:cubicBezTo>
                  <a:cubicBezTo>
                    <a:pt x="38931" y="5987"/>
                    <a:pt x="34125" y="2438"/>
                    <a:pt x="27655" y="552"/>
                  </a:cubicBezTo>
                  <a:cubicBezTo>
                    <a:pt x="26289" y="157"/>
                    <a:pt x="24833" y="0"/>
                    <a:pt x="23383"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53"/>
            <p:cNvSpPr/>
            <p:nvPr/>
          </p:nvSpPr>
          <p:spPr>
            <a:xfrm>
              <a:off x="3221675" y="2796475"/>
              <a:ext cx="928925" cy="813400"/>
            </a:xfrm>
            <a:custGeom>
              <a:avLst/>
              <a:gdLst/>
              <a:ahLst/>
              <a:cxnLst/>
              <a:rect l="l" t="t" r="r" b="b"/>
              <a:pathLst>
                <a:path w="37157" h="32536" extrusionOk="0">
                  <a:moveTo>
                    <a:pt x="10759" y="1"/>
                  </a:moveTo>
                  <a:lnTo>
                    <a:pt x="1" y="23847"/>
                  </a:lnTo>
                  <a:cubicBezTo>
                    <a:pt x="149" y="24217"/>
                    <a:pt x="260" y="24549"/>
                    <a:pt x="407" y="24919"/>
                  </a:cubicBezTo>
                  <a:cubicBezTo>
                    <a:pt x="4178" y="21962"/>
                    <a:pt x="14345" y="12904"/>
                    <a:pt x="11979" y="3328"/>
                  </a:cubicBezTo>
                  <a:lnTo>
                    <a:pt x="11979" y="3328"/>
                  </a:lnTo>
                  <a:cubicBezTo>
                    <a:pt x="11980" y="3329"/>
                    <a:pt x="25252" y="23330"/>
                    <a:pt x="35492" y="32535"/>
                  </a:cubicBezTo>
                  <a:cubicBezTo>
                    <a:pt x="36639" y="27729"/>
                    <a:pt x="37156" y="21962"/>
                    <a:pt x="36528" y="15603"/>
                  </a:cubicBezTo>
                  <a:cubicBezTo>
                    <a:pt x="36417" y="14678"/>
                    <a:pt x="36343" y="13828"/>
                    <a:pt x="36232" y="12978"/>
                  </a:cubicBezTo>
                  <a:lnTo>
                    <a:pt x="1075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53"/>
            <p:cNvSpPr/>
            <p:nvPr/>
          </p:nvSpPr>
          <p:spPr>
            <a:xfrm>
              <a:off x="3221675" y="2796475"/>
              <a:ext cx="919675" cy="813400"/>
            </a:xfrm>
            <a:custGeom>
              <a:avLst/>
              <a:gdLst/>
              <a:ahLst/>
              <a:cxnLst/>
              <a:rect l="l" t="t" r="r" b="b"/>
              <a:pathLst>
                <a:path w="36787" h="32536" extrusionOk="0">
                  <a:moveTo>
                    <a:pt x="10759" y="1"/>
                  </a:moveTo>
                  <a:lnTo>
                    <a:pt x="1" y="23847"/>
                  </a:lnTo>
                  <a:cubicBezTo>
                    <a:pt x="149" y="24217"/>
                    <a:pt x="260" y="24549"/>
                    <a:pt x="407" y="24919"/>
                  </a:cubicBezTo>
                  <a:cubicBezTo>
                    <a:pt x="3809" y="22257"/>
                    <a:pt x="12312" y="14715"/>
                    <a:pt x="12312" y="6286"/>
                  </a:cubicBezTo>
                  <a:cubicBezTo>
                    <a:pt x="12312" y="5288"/>
                    <a:pt x="12201" y="4327"/>
                    <a:pt x="11979" y="3328"/>
                  </a:cubicBezTo>
                  <a:lnTo>
                    <a:pt x="11979" y="3328"/>
                  </a:lnTo>
                  <a:cubicBezTo>
                    <a:pt x="11980" y="3329"/>
                    <a:pt x="25252" y="23330"/>
                    <a:pt x="35492" y="32535"/>
                  </a:cubicBezTo>
                  <a:cubicBezTo>
                    <a:pt x="36306" y="29134"/>
                    <a:pt x="36786" y="25326"/>
                    <a:pt x="36786" y="21111"/>
                  </a:cubicBezTo>
                  <a:cubicBezTo>
                    <a:pt x="36786" y="19411"/>
                    <a:pt x="36713" y="17673"/>
                    <a:pt x="36528" y="15861"/>
                  </a:cubicBezTo>
                  <a:cubicBezTo>
                    <a:pt x="36528" y="15861"/>
                    <a:pt x="36528" y="15824"/>
                    <a:pt x="36528" y="15824"/>
                  </a:cubicBezTo>
                  <a:cubicBezTo>
                    <a:pt x="36528" y="15787"/>
                    <a:pt x="36528" y="15787"/>
                    <a:pt x="36528" y="15787"/>
                  </a:cubicBezTo>
                  <a:cubicBezTo>
                    <a:pt x="36528" y="15787"/>
                    <a:pt x="36528" y="15787"/>
                    <a:pt x="36528" y="15750"/>
                  </a:cubicBezTo>
                  <a:cubicBezTo>
                    <a:pt x="36528" y="15750"/>
                    <a:pt x="36528" y="15750"/>
                    <a:pt x="36528" y="15713"/>
                  </a:cubicBezTo>
                  <a:cubicBezTo>
                    <a:pt x="36528" y="15713"/>
                    <a:pt x="36528" y="15677"/>
                    <a:pt x="36528" y="15677"/>
                  </a:cubicBezTo>
                  <a:cubicBezTo>
                    <a:pt x="36528" y="15677"/>
                    <a:pt x="36528" y="15677"/>
                    <a:pt x="36528" y="15640"/>
                  </a:cubicBezTo>
                  <a:cubicBezTo>
                    <a:pt x="36528" y="15640"/>
                    <a:pt x="36528" y="15603"/>
                    <a:pt x="36528" y="15603"/>
                  </a:cubicBezTo>
                  <a:cubicBezTo>
                    <a:pt x="36417" y="14678"/>
                    <a:pt x="36343" y="13828"/>
                    <a:pt x="36232" y="12978"/>
                  </a:cubicBezTo>
                  <a:lnTo>
                    <a:pt x="10759" y="1"/>
                  </a:ln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53"/>
            <p:cNvSpPr/>
            <p:nvPr/>
          </p:nvSpPr>
          <p:spPr>
            <a:xfrm>
              <a:off x="3163450" y="2605150"/>
              <a:ext cx="985300" cy="1380900"/>
            </a:xfrm>
            <a:custGeom>
              <a:avLst/>
              <a:gdLst/>
              <a:ahLst/>
              <a:cxnLst/>
              <a:rect l="l" t="t" r="r" b="b"/>
              <a:pathLst>
                <a:path w="39412" h="55236" extrusionOk="0">
                  <a:moveTo>
                    <a:pt x="10727" y="2239"/>
                  </a:moveTo>
                  <a:cubicBezTo>
                    <a:pt x="10727" y="2239"/>
                    <a:pt x="10727" y="2239"/>
                    <a:pt x="10727" y="2239"/>
                  </a:cubicBezTo>
                  <a:lnTo>
                    <a:pt x="10727" y="2239"/>
                  </a:lnTo>
                  <a:lnTo>
                    <a:pt x="10727" y="2239"/>
                  </a:lnTo>
                  <a:close/>
                  <a:moveTo>
                    <a:pt x="21628" y="630"/>
                  </a:moveTo>
                  <a:cubicBezTo>
                    <a:pt x="23033" y="630"/>
                    <a:pt x="24475" y="777"/>
                    <a:pt x="25769" y="1147"/>
                  </a:cubicBezTo>
                  <a:cubicBezTo>
                    <a:pt x="28986" y="2108"/>
                    <a:pt x="31721" y="3402"/>
                    <a:pt x="33903" y="6582"/>
                  </a:cubicBezTo>
                  <a:cubicBezTo>
                    <a:pt x="36084" y="9761"/>
                    <a:pt x="37711" y="14826"/>
                    <a:pt x="38524" y="23293"/>
                  </a:cubicBezTo>
                  <a:cubicBezTo>
                    <a:pt x="38709" y="25178"/>
                    <a:pt x="38820" y="26990"/>
                    <a:pt x="38820" y="28764"/>
                  </a:cubicBezTo>
                  <a:cubicBezTo>
                    <a:pt x="38820" y="35789"/>
                    <a:pt x="37415" y="41852"/>
                    <a:pt x="35381" y="46325"/>
                  </a:cubicBezTo>
                  <a:cubicBezTo>
                    <a:pt x="33348" y="50799"/>
                    <a:pt x="30649" y="53646"/>
                    <a:pt x="28098" y="54348"/>
                  </a:cubicBezTo>
                  <a:cubicBezTo>
                    <a:pt x="27396" y="54533"/>
                    <a:pt x="26656" y="54644"/>
                    <a:pt x="25954" y="54644"/>
                  </a:cubicBezTo>
                  <a:cubicBezTo>
                    <a:pt x="23329" y="54644"/>
                    <a:pt x="20630" y="53424"/>
                    <a:pt x="18005" y="51538"/>
                  </a:cubicBezTo>
                  <a:cubicBezTo>
                    <a:pt x="15380" y="49690"/>
                    <a:pt x="12792" y="47176"/>
                    <a:pt x="10389" y="44588"/>
                  </a:cubicBezTo>
                  <a:cubicBezTo>
                    <a:pt x="5879" y="39745"/>
                    <a:pt x="629" y="30021"/>
                    <a:pt x="629" y="20852"/>
                  </a:cubicBezTo>
                  <a:cubicBezTo>
                    <a:pt x="629" y="19041"/>
                    <a:pt x="814" y="17303"/>
                    <a:pt x="1258" y="15566"/>
                  </a:cubicBezTo>
                  <a:cubicBezTo>
                    <a:pt x="2625" y="10316"/>
                    <a:pt x="5029" y="7136"/>
                    <a:pt x="7099" y="5251"/>
                  </a:cubicBezTo>
                  <a:cubicBezTo>
                    <a:pt x="8134" y="4327"/>
                    <a:pt x="9095" y="3698"/>
                    <a:pt x="9798" y="3328"/>
                  </a:cubicBezTo>
                  <a:cubicBezTo>
                    <a:pt x="10131" y="3144"/>
                    <a:pt x="10426" y="3033"/>
                    <a:pt x="10611" y="2922"/>
                  </a:cubicBezTo>
                  <a:cubicBezTo>
                    <a:pt x="10722" y="2885"/>
                    <a:pt x="10796" y="2885"/>
                    <a:pt x="10833" y="2848"/>
                  </a:cubicBezTo>
                  <a:lnTo>
                    <a:pt x="10870" y="2811"/>
                  </a:lnTo>
                  <a:lnTo>
                    <a:pt x="10907" y="2811"/>
                  </a:lnTo>
                  <a:cubicBezTo>
                    <a:pt x="10907" y="2811"/>
                    <a:pt x="10981" y="2774"/>
                    <a:pt x="11166" y="2737"/>
                  </a:cubicBezTo>
                  <a:cubicBezTo>
                    <a:pt x="12238" y="2293"/>
                    <a:pt x="16933" y="630"/>
                    <a:pt x="21628" y="630"/>
                  </a:cubicBezTo>
                  <a:close/>
                  <a:moveTo>
                    <a:pt x="21628" y="1"/>
                  </a:moveTo>
                  <a:cubicBezTo>
                    <a:pt x="16367" y="1"/>
                    <a:pt x="11239" y="2031"/>
                    <a:pt x="10727" y="2239"/>
                  </a:cubicBezTo>
                  <a:lnTo>
                    <a:pt x="10727" y="2239"/>
                  </a:lnTo>
                  <a:lnTo>
                    <a:pt x="10722" y="2219"/>
                  </a:lnTo>
                  <a:cubicBezTo>
                    <a:pt x="10685" y="2256"/>
                    <a:pt x="8874" y="2848"/>
                    <a:pt x="6692" y="4770"/>
                  </a:cubicBezTo>
                  <a:cubicBezTo>
                    <a:pt x="4548" y="6730"/>
                    <a:pt x="2034" y="10020"/>
                    <a:pt x="666" y="15418"/>
                  </a:cubicBezTo>
                  <a:cubicBezTo>
                    <a:pt x="222" y="17192"/>
                    <a:pt x="1" y="19004"/>
                    <a:pt x="1" y="20852"/>
                  </a:cubicBezTo>
                  <a:cubicBezTo>
                    <a:pt x="38" y="30280"/>
                    <a:pt x="5324" y="40040"/>
                    <a:pt x="9946" y="45031"/>
                  </a:cubicBezTo>
                  <a:cubicBezTo>
                    <a:pt x="12349" y="47582"/>
                    <a:pt x="14937" y="50133"/>
                    <a:pt x="17636" y="52056"/>
                  </a:cubicBezTo>
                  <a:cubicBezTo>
                    <a:pt x="20334" y="53978"/>
                    <a:pt x="23144" y="55235"/>
                    <a:pt x="25954" y="55235"/>
                  </a:cubicBezTo>
                  <a:cubicBezTo>
                    <a:pt x="26730" y="55235"/>
                    <a:pt x="27507" y="55161"/>
                    <a:pt x="28246" y="54939"/>
                  </a:cubicBezTo>
                  <a:cubicBezTo>
                    <a:pt x="31093" y="54163"/>
                    <a:pt x="33866" y="51131"/>
                    <a:pt x="35936" y="46584"/>
                  </a:cubicBezTo>
                  <a:cubicBezTo>
                    <a:pt x="38043" y="42037"/>
                    <a:pt x="39411" y="35863"/>
                    <a:pt x="39411" y="28764"/>
                  </a:cubicBezTo>
                  <a:cubicBezTo>
                    <a:pt x="39411" y="26990"/>
                    <a:pt x="39337" y="25141"/>
                    <a:pt x="39152" y="23219"/>
                  </a:cubicBezTo>
                  <a:cubicBezTo>
                    <a:pt x="38302" y="14715"/>
                    <a:pt x="36675" y="9539"/>
                    <a:pt x="34420" y="6212"/>
                  </a:cubicBezTo>
                  <a:cubicBezTo>
                    <a:pt x="32165" y="2922"/>
                    <a:pt x="29244" y="1517"/>
                    <a:pt x="25954" y="556"/>
                  </a:cubicBezTo>
                  <a:cubicBezTo>
                    <a:pt x="24549" y="149"/>
                    <a:pt x="23070" y="1"/>
                    <a:pt x="21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53"/>
            <p:cNvSpPr/>
            <p:nvPr/>
          </p:nvSpPr>
          <p:spPr>
            <a:xfrm>
              <a:off x="3453475" y="3386675"/>
              <a:ext cx="194325" cy="64750"/>
            </a:xfrm>
            <a:custGeom>
              <a:avLst/>
              <a:gdLst/>
              <a:ahLst/>
              <a:cxnLst/>
              <a:rect l="l" t="t" r="r" b="b"/>
              <a:pathLst>
                <a:path w="7773" h="2590" extrusionOk="0">
                  <a:moveTo>
                    <a:pt x="3347" y="1"/>
                  </a:moveTo>
                  <a:cubicBezTo>
                    <a:pt x="2202" y="1"/>
                    <a:pt x="1019" y="559"/>
                    <a:pt x="45" y="2235"/>
                  </a:cubicBezTo>
                  <a:cubicBezTo>
                    <a:pt x="0" y="2497"/>
                    <a:pt x="210" y="2589"/>
                    <a:pt x="609" y="2589"/>
                  </a:cubicBezTo>
                  <a:cubicBezTo>
                    <a:pt x="1560" y="2589"/>
                    <a:pt x="3583" y="2066"/>
                    <a:pt x="5776" y="2066"/>
                  </a:cubicBezTo>
                  <a:cubicBezTo>
                    <a:pt x="6434" y="2066"/>
                    <a:pt x="7108" y="2113"/>
                    <a:pt x="7772" y="2235"/>
                  </a:cubicBezTo>
                  <a:cubicBezTo>
                    <a:pt x="7772" y="2235"/>
                    <a:pt x="5636" y="1"/>
                    <a:pt x="3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53"/>
            <p:cNvSpPr/>
            <p:nvPr/>
          </p:nvSpPr>
          <p:spPr>
            <a:xfrm>
              <a:off x="3822450" y="3319600"/>
              <a:ext cx="191350" cy="102650"/>
            </a:xfrm>
            <a:custGeom>
              <a:avLst/>
              <a:gdLst/>
              <a:ahLst/>
              <a:cxnLst/>
              <a:rect l="l" t="t" r="r" b="b"/>
              <a:pathLst>
                <a:path w="7654" h="4106" extrusionOk="0">
                  <a:moveTo>
                    <a:pt x="4467" y="1"/>
                  </a:moveTo>
                  <a:cubicBezTo>
                    <a:pt x="1508" y="1"/>
                    <a:pt x="1" y="4105"/>
                    <a:pt x="1" y="4105"/>
                  </a:cubicBezTo>
                  <a:cubicBezTo>
                    <a:pt x="3217" y="1924"/>
                    <a:pt x="7654" y="1887"/>
                    <a:pt x="7099" y="1000"/>
                  </a:cubicBezTo>
                  <a:cubicBezTo>
                    <a:pt x="6122" y="284"/>
                    <a:pt x="5244" y="1"/>
                    <a:pt x="44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53"/>
            <p:cNvSpPr/>
            <p:nvPr/>
          </p:nvSpPr>
          <p:spPr>
            <a:xfrm>
              <a:off x="3781775" y="3303900"/>
              <a:ext cx="110950" cy="282850"/>
            </a:xfrm>
            <a:custGeom>
              <a:avLst/>
              <a:gdLst/>
              <a:ahLst/>
              <a:cxnLst/>
              <a:rect l="l" t="t" r="r" b="b"/>
              <a:pathLst>
                <a:path w="4438" h="11314" extrusionOk="0">
                  <a:moveTo>
                    <a:pt x="962" y="1"/>
                  </a:moveTo>
                  <a:cubicBezTo>
                    <a:pt x="777" y="1"/>
                    <a:pt x="629" y="112"/>
                    <a:pt x="629" y="297"/>
                  </a:cubicBezTo>
                  <a:cubicBezTo>
                    <a:pt x="629" y="297"/>
                    <a:pt x="408" y="2182"/>
                    <a:pt x="408" y="3846"/>
                  </a:cubicBezTo>
                  <a:cubicBezTo>
                    <a:pt x="408" y="4400"/>
                    <a:pt x="408" y="4955"/>
                    <a:pt x="482" y="5399"/>
                  </a:cubicBezTo>
                  <a:cubicBezTo>
                    <a:pt x="518" y="5620"/>
                    <a:pt x="555" y="5805"/>
                    <a:pt x="629" y="5990"/>
                  </a:cubicBezTo>
                  <a:cubicBezTo>
                    <a:pt x="703" y="6138"/>
                    <a:pt x="814" y="6323"/>
                    <a:pt x="962" y="6434"/>
                  </a:cubicBezTo>
                  <a:cubicBezTo>
                    <a:pt x="1369" y="6767"/>
                    <a:pt x="2108" y="7136"/>
                    <a:pt x="2737" y="7543"/>
                  </a:cubicBezTo>
                  <a:cubicBezTo>
                    <a:pt x="3069" y="7728"/>
                    <a:pt x="3328" y="7950"/>
                    <a:pt x="3550" y="8171"/>
                  </a:cubicBezTo>
                  <a:cubicBezTo>
                    <a:pt x="3735" y="8356"/>
                    <a:pt x="3809" y="8541"/>
                    <a:pt x="3809" y="8652"/>
                  </a:cubicBezTo>
                  <a:lnTo>
                    <a:pt x="3772" y="8800"/>
                  </a:lnTo>
                  <a:cubicBezTo>
                    <a:pt x="3698" y="8985"/>
                    <a:pt x="3513" y="9207"/>
                    <a:pt x="3254" y="9428"/>
                  </a:cubicBezTo>
                  <a:cubicBezTo>
                    <a:pt x="2848" y="9761"/>
                    <a:pt x="2293" y="10094"/>
                    <a:pt x="1739" y="10316"/>
                  </a:cubicBezTo>
                  <a:cubicBezTo>
                    <a:pt x="1184" y="10574"/>
                    <a:pt x="629" y="10685"/>
                    <a:pt x="297" y="10685"/>
                  </a:cubicBezTo>
                  <a:cubicBezTo>
                    <a:pt x="112" y="10685"/>
                    <a:pt x="1" y="10833"/>
                    <a:pt x="1" y="10981"/>
                  </a:cubicBezTo>
                  <a:cubicBezTo>
                    <a:pt x="1" y="11166"/>
                    <a:pt x="112" y="11314"/>
                    <a:pt x="297" y="11314"/>
                  </a:cubicBezTo>
                  <a:cubicBezTo>
                    <a:pt x="925" y="11314"/>
                    <a:pt x="1775" y="11018"/>
                    <a:pt x="2552" y="10611"/>
                  </a:cubicBezTo>
                  <a:cubicBezTo>
                    <a:pt x="2959" y="10427"/>
                    <a:pt x="3328" y="10168"/>
                    <a:pt x="3661" y="9909"/>
                  </a:cubicBezTo>
                  <a:cubicBezTo>
                    <a:pt x="3957" y="9650"/>
                    <a:pt x="4216" y="9354"/>
                    <a:pt x="4363" y="9022"/>
                  </a:cubicBezTo>
                  <a:cubicBezTo>
                    <a:pt x="4400" y="8911"/>
                    <a:pt x="4437" y="8800"/>
                    <a:pt x="4437" y="8652"/>
                  </a:cubicBezTo>
                  <a:cubicBezTo>
                    <a:pt x="4400" y="8319"/>
                    <a:pt x="4216" y="7987"/>
                    <a:pt x="3994" y="7728"/>
                  </a:cubicBezTo>
                  <a:cubicBezTo>
                    <a:pt x="3624" y="7358"/>
                    <a:pt x="3069" y="7025"/>
                    <a:pt x="2589" y="6693"/>
                  </a:cubicBezTo>
                  <a:cubicBezTo>
                    <a:pt x="2071" y="6397"/>
                    <a:pt x="1591" y="6138"/>
                    <a:pt x="1332" y="5953"/>
                  </a:cubicBezTo>
                  <a:cubicBezTo>
                    <a:pt x="1295" y="5916"/>
                    <a:pt x="1258" y="5879"/>
                    <a:pt x="1221" y="5768"/>
                  </a:cubicBezTo>
                  <a:cubicBezTo>
                    <a:pt x="1073" y="5399"/>
                    <a:pt x="999" y="4659"/>
                    <a:pt x="999" y="3846"/>
                  </a:cubicBezTo>
                  <a:cubicBezTo>
                    <a:pt x="999" y="3032"/>
                    <a:pt x="1073" y="2182"/>
                    <a:pt x="1110" y="1480"/>
                  </a:cubicBezTo>
                  <a:cubicBezTo>
                    <a:pt x="1147" y="1147"/>
                    <a:pt x="1184" y="888"/>
                    <a:pt x="1184" y="666"/>
                  </a:cubicBezTo>
                  <a:cubicBezTo>
                    <a:pt x="1221" y="481"/>
                    <a:pt x="1221" y="371"/>
                    <a:pt x="1221" y="371"/>
                  </a:cubicBezTo>
                  <a:cubicBezTo>
                    <a:pt x="1258" y="186"/>
                    <a:pt x="1147" y="38"/>
                    <a:pt x="9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53"/>
            <p:cNvSpPr/>
            <p:nvPr/>
          </p:nvSpPr>
          <p:spPr>
            <a:xfrm>
              <a:off x="3733725" y="3660000"/>
              <a:ext cx="153450" cy="58925"/>
            </a:xfrm>
            <a:custGeom>
              <a:avLst/>
              <a:gdLst/>
              <a:ahLst/>
              <a:cxnLst/>
              <a:rect l="l" t="t" r="r" b="b"/>
              <a:pathLst>
                <a:path w="6138" h="2357" extrusionOk="0">
                  <a:moveTo>
                    <a:pt x="5770" y="0"/>
                  </a:moveTo>
                  <a:cubicBezTo>
                    <a:pt x="5676" y="0"/>
                    <a:pt x="5591" y="49"/>
                    <a:pt x="5546" y="138"/>
                  </a:cubicBezTo>
                  <a:cubicBezTo>
                    <a:pt x="5472" y="175"/>
                    <a:pt x="4363" y="1728"/>
                    <a:pt x="1368" y="1728"/>
                  </a:cubicBezTo>
                  <a:cubicBezTo>
                    <a:pt x="1036" y="1728"/>
                    <a:pt x="703" y="1728"/>
                    <a:pt x="370" y="1691"/>
                  </a:cubicBezTo>
                  <a:cubicBezTo>
                    <a:pt x="351" y="1687"/>
                    <a:pt x="332" y="1685"/>
                    <a:pt x="313" y="1685"/>
                  </a:cubicBezTo>
                  <a:cubicBezTo>
                    <a:pt x="156" y="1685"/>
                    <a:pt x="37" y="1818"/>
                    <a:pt x="37" y="1950"/>
                  </a:cubicBezTo>
                  <a:cubicBezTo>
                    <a:pt x="0" y="2135"/>
                    <a:pt x="148" y="2283"/>
                    <a:pt x="296" y="2283"/>
                  </a:cubicBezTo>
                  <a:cubicBezTo>
                    <a:pt x="666" y="2320"/>
                    <a:pt x="1036" y="2357"/>
                    <a:pt x="1368" y="2357"/>
                  </a:cubicBezTo>
                  <a:cubicBezTo>
                    <a:pt x="4696" y="2357"/>
                    <a:pt x="5990" y="545"/>
                    <a:pt x="6027" y="471"/>
                  </a:cubicBezTo>
                  <a:cubicBezTo>
                    <a:pt x="6138" y="360"/>
                    <a:pt x="6101" y="175"/>
                    <a:pt x="5953" y="65"/>
                  </a:cubicBezTo>
                  <a:cubicBezTo>
                    <a:pt x="5894" y="21"/>
                    <a:pt x="5830" y="0"/>
                    <a:pt x="5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53"/>
            <p:cNvSpPr/>
            <p:nvPr/>
          </p:nvSpPr>
          <p:spPr>
            <a:xfrm>
              <a:off x="3377875" y="3247525"/>
              <a:ext cx="252350" cy="93150"/>
            </a:xfrm>
            <a:custGeom>
              <a:avLst/>
              <a:gdLst/>
              <a:ahLst/>
              <a:cxnLst/>
              <a:rect l="l" t="t" r="r" b="b"/>
              <a:pathLst>
                <a:path w="10094" h="3726" extrusionOk="0">
                  <a:moveTo>
                    <a:pt x="5953" y="1"/>
                  </a:moveTo>
                  <a:cubicBezTo>
                    <a:pt x="4104" y="1"/>
                    <a:pt x="1923" y="703"/>
                    <a:pt x="75" y="3217"/>
                  </a:cubicBezTo>
                  <a:cubicBezTo>
                    <a:pt x="1" y="3365"/>
                    <a:pt x="38" y="3550"/>
                    <a:pt x="149" y="3661"/>
                  </a:cubicBezTo>
                  <a:cubicBezTo>
                    <a:pt x="207" y="3704"/>
                    <a:pt x="271" y="3725"/>
                    <a:pt x="334" y="3725"/>
                  </a:cubicBezTo>
                  <a:cubicBezTo>
                    <a:pt x="431" y="3725"/>
                    <a:pt x="525" y="3676"/>
                    <a:pt x="592" y="3587"/>
                  </a:cubicBezTo>
                  <a:cubicBezTo>
                    <a:pt x="2330" y="1221"/>
                    <a:pt x="4289" y="629"/>
                    <a:pt x="5953" y="629"/>
                  </a:cubicBezTo>
                  <a:cubicBezTo>
                    <a:pt x="6988" y="629"/>
                    <a:pt x="7912" y="851"/>
                    <a:pt x="8541" y="1110"/>
                  </a:cubicBezTo>
                  <a:cubicBezTo>
                    <a:pt x="8874" y="1221"/>
                    <a:pt x="9132" y="1332"/>
                    <a:pt x="9317" y="1443"/>
                  </a:cubicBezTo>
                  <a:cubicBezTo>
                    <a:pt x="9428" y="1479"/>
                    <a:pt x="9502" y="1516"/>
                    <a:pt x="9539" y="1553"/>
                  </a:cubicBezTo>
                  <a:lnTo>
                    <a:pt x="9576" y="1590"/>
                  </a:lnTo>
                  <a:lnTo>
                    <a:pt x="9613" y="1590"/>
                  </a:lnTo>
                  <a:cubicBezTo>
                    <a:pt x="9650" y="1615"/>
                    <a:pt x="9699" y="1627"/>
                    <a:pt x="9751" y="1627"/>
                  </a:cubicBezTo>
                  <a:cubicBezTo>
                    <a:pt x="9855" y="1627"/>
                    <a:pt x="9970" y="1578"/>
                    <a:pt x="10020" y="1479"/>
                  </a:cubicBezTo>
                  <a:cubicBezTo>
                    <a:pt x="10094" y="1332"/>
                    <a:pt x="10057" y="1147"/>
                    <a:pt x="9909" y="1073"/>
                  </a:cubicBezTo>
                  <a:cubicBezTo>
                    <a:pt x="9909" y="1036"/>
                    <a:pt x="8208" y="1"/>
                    <a:pt x="59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53"/>
            <p:cNvSpPr/>
            <p:nvPr/>
          </p:nvSpPr>
          <p:spPr>
            <a:xfrm>
              <a:off x="3786400" y="3214250"/>
              <a:ext cx="126650" cy="52900"/>
            </a:xfrm>
            <a:custGeom>
              <a:avLst/>
              <a:gdLst/>
              <a:ahLst/>
              <a:cxnLst/>
              <a:rect l="l" t="t" r="r" b="b"/>
              <a:pathLst>
                <a:path w="5066" h="2116" extrusionOk="0">
                  <a:moveTo>
                    <a:pt x="2293" y="1"/>
                  </a:moveTo>
                  <a:cubicBezTo>
                    <a:pt x="1332" y="1"/>
                    <a:pt x="740" y="444"/>
                    <a:pt x="407" y="888"/>
                  </a:cubicBezTo>
                  <a:cubicBezTo>
                    <a:pt x="75" y="1332"/>
                    <a:pt x="38" y="1738"/>
                    <a:pt x="38" y="1775"/>
                  </a:cubicBezTo>
                  <a:cubicBezTo>
                    <a:pt x="1" y="1923"/>
                    <a:pt x="112" y="2108"/>
                    <a:pt x="260" y="2108"/>
                  </a:cubicBezTo>
                  <a:cubicBezTo>
                    <a:pt x="283" y="2113"/>
                    <a:pt x="307" y="2115"/>
                    <a:pt x="329" y="2115"/>
                  </a:cubicBezTo>
                  <a:cubicBezTo>
                    <a:pt x="481" y="2115"/>
                    <a:pt x="597" y="2010"/>
                    <a:pt x="629" y="1849"/>
                  </a:cubicBezTo>
                  <a:cubicBezTo>
                    <a:pt x="629" y="1849"/>
                    <a:pt x="703" y="1516"/>
                    <a:pt x="925" y="1221"/>
                  </a:cubicBezTo>
                  <a:cubicBezTo>
                    <a:pt x="1184" y="925"/>
                    <a:pt x="1554" y="629"/>
                    <a:pt x="2293" y="629"/>
                  </a:cubicBezTo>
                  <a:cubicBezTo>
                    <a:pt x="2847" y="629"/>
                    <a:pt x="3587" y="777"/>
                    <a:pt x="4585" y="1258"/>
                  </a:cubicBezTo>
                  <a:cubicBezTo>
                    <a:pt x="4625" y="1278"/>
                    <a:pt x="4667" y="1287"/>
                    <a:pt x="4709" y="1287"/>
                  </a:cubicBezTo>
                  <a:cubicBezTo>
                    <a:pt x="4824" y="1287"/>
                    <a:pt x="4938" y="1218"/>
                    <a:pt x="4992" y="1110"/>
                  </a:cubicBezTo>
                  <a:cubicBezTo>
                    <a:pt x="5066" y="962"/>
                    <a:pt x="4992" y="777"/>
                    <a:pt x="4844" y="703"/>
                  </a:cubicBezTo>
                  <a:cubicBezTo>
                    <a:pt x="3809" y="186"/>
                    <a:pt x="2958" y="1"/>
                    <a:pt x="22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53"/>
            <p:cNvSpPr/>
            <p:nvPr/>
          </p:nvSpPr>
          <p:spPr>
            <a:xfrm>
              <a:off x="3152350" y="2612625"/>
              <a:ext cx="993625" cy="888175"/>
            </a:xfrm>
            <a:custGeom>
              <a:avLst/>
              <a:gdLst/>
              <a:ahLst/>
              <a:cxnLst/>
              <a:rect l="l" t="t" r="r" b="b"/>
              <a:pathLst>
                <a:path w="39745" h="35527" extrusionOk="0">
                  <a:moveTo>
                    <a:pt x="22052" y="0"/>
                  </a:moveTo>
                  <a:cubicBezTo>
                    <a:pt x="16595" y="0"/>
                    <a:pt x="11240" y="2216"/>
                    <a:pt x="11240" y="2216"/>
                  </a:cubicBezTo>
                  <a:cubicBezTo>
                    <a:pt x="11240" y="2216"/>
                    <a:pt x="4142" y="4545"/>
                    <a:pt x="1406" y="15193"/>
                  </a:cubicBezTo>
                  <a:cubicBezTo>
                    <a:pt x="1" y="20775"/>
                    <a:pt x="1073" y="26912"/>
                    <a:pt x="3217" y="32310"/>
                  </a:cubicBezTo>
                  <a:cubicBezTo>
                    <a:pt x="5990" y="29094"/>
                    <a:pt x="13976" y="19149"/>
                    <a:pt x="15011" y="10202"/>
                  </a:cubicBezTo>
                  <a:cubicBezTo>
                    <a:pt x="15011" y="10202"/>
                    <a:pt x="30243" y="27615"/>
                    <a:pt x="39079" y="35527"/>
                  </a:cubicBezTo>
                  <a:cubicBezTo>
                    <a:pt x="39596" y="31719"/>
                    <a:pt x="39744" y="27504"/>
                    <a:pt x="39301" y="22957"/>
                  </a:cubicBezTo>
                  <a:cubicBezTo>
                    <a:pt x="37600" y="5987"/>
                    <a:pt x="32794" y="2438"/>
                    <a:pt x="26324" y="552"/>
                  </a:cubicBezTo>
                  <a:cubicBezTo>
                    <a:pt x="24958" y="157"/>
                    <a:pt x="23502" y="0"/>
                    <a:pt x="220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53"/>
            <p:cNvSpPr/>
            <p:nvPr/>
          </p:nvSpPr>
          <p:spPr>
            <a:xfrm>
              <a:off x="3163450" y="2605150"/>
              <a:ext cx="985300" cy="903600"/>
            </a:xfrm>
            <a:custGeom>
              <a:avLst/>
              <a:gdLst/>
              <a:ahLst/>
              <a:cxnLst/>
              <a:rect l="l" t="t" r="r" b="b"/>
              <a:pathLst>
                <a:path w="39412" h="36144" extrusionOk="0">
                  <a:moveTo>
                    <a:pt x="21628" y="630"/>
                  </a:moveTo>
                  <a:cubicBezTo>
                    <a:pt x="23033" y="630"/>
                    <a:pt x="24475" y="777"/>
                    <a:pt x="25769" y="1147"/>
                  </a:cubicBezTo>
                  <a:cubicBezTo>
                    <a:pt x="28986" y="2108"/>
                    <a:pt x="31721" y="3402"/>
                    <a:pt x="33903" y="6582"/>
                  </a:cubicBezTo>
                  <a:cubicBezTo>
                    <a:pt x="36084" y="9761"/>
                    <a:pt x="37711" y="14826"/>
                    <a:pt x="38524" y="23293"/>
                  </a:cubicBezTo>
                  <a:cubicBezTo>
                    <a:pt x="38709" y="25141"/>
                    <a:pt x="38820" y="26990"/>
                    <a:pt x="38820" y="28727"/>
                  </a:cubicBezTo>
                  <a:cubicBezTo>
                    <a:pt x="38820" y="30999"/>
                    <a:pt x="38664" y="33177"/>
                    <a:pt x="38410" y="35233"/>
                  </a:cubicBezTo>
                  <a:lnTo>
                    <a:pt x="38410" y="35233"/>
                  </a:lnTo>
                  <a:cubicBezTo>
                    <a:pt x="34054" y="31261"/>
                    <a:pt x="28280" y="25161"/>
                    <a:pt x="23514" y="19965"/>
                  </a:cubicBezTo>
                  <a:cubicBezTo>
                    <a:pt x="21074" y="17303"/>
                    <a:pt x="18893" y="14863"/>
                    <a:pt x="17303" y="13126"/>
                  </a:cubicBezTo>
                  <a:cubicBezTo>
                    <a:pt x="16526" y="12238"/>
                    <a:pt x="15898" y="11536"/>
                    <a:pt x="15454" y="11055"/>
                  </a:cubicBezTo>
                  <a:cubicBezTo>
                    <a:pt x="15048" y="10538"/>
                    <a:pt x="14789" y="10279"/>
                    <a:pt x="14789" y="10279"/>
                  </a:cubicBezTo>
                  <a:cubicBezTo>
                    <a:pt x="14735" y="10225"/>
                    <a:pt x="14661" y="10190"/>
                    <a:pt x="14581" y="10190"/>
                  </a:cubicBezTo>
                  <a:cubicBezTo>
                    <a:pt x="14552" y="10190"/>
                    <a:pt x="14523" y="10195"/>
                    <a:pt x="14493" y="10205"/>
                  </a:cubicBezTo>
                  <a:cubicBezTo>
                    <a:pt x="14345" y="10242"/>
                    <a:pt x="14271" y="10316"/>
                    <a:pt x="14271" y="10464"/>
                  </a:cubicBezTo>
                  <a:cubicBezTo>
                    <a:pt x="13754" y="14863"/>
                    <a:pt x="11535" y="19559"/>
                    <a:pt x="9058" y="23551"/>
                  </a:cubicBezTo>
                  <a:cubicBezTo>
                    <a:pt x="6813" y="27225"/>
                    <a:pt x="4349" y="30273"/>
                    <a:pt x="2875" y="32004"/>
                  </a:cubicBezTo>
                  <a:lnTo>
                    <a:pt x="2875" y="32004"/>
                  </a:lnTo>
                  <a:cubicBezTo>
                    <a:pt x="1507" y="28443"/>
                    <a:pt x="629" y="24596"/>
                    <a:pt x="629" y="20816"/>
                  </a:cubicBezTo>
                  <a:cubicBezTo>
                    <a:pt x="629" y="19041"/>
                    <a:pt x="814" y="17303"/>
                    <a:pt x="1258" y="15566"/>
                  </a:cubicBezTo>
                  <a:cubicBezTo>
                    <a:pt x="2625" y="10316"/>
                    <a:pt x="5029" y="7136"/>
                    <a:pt x="7099" y="5251"/>
                  </a:cubicBezTo>
                  <a:cubicBezTo>
                    <a:pt x="8134" y="4327"/>
                    <a:pt x="9095" y="3698"/>
                    <a:pt x="9798" y="3328"/>
                  </a:cubicBezTo>
                  <a:cubicBezTo>
                    <a:pt x="10131" y="3144"/>
                    <a:pt x="10426" y="3033"/>
                    <a:pt x="10611" y="2922"/>
                  </a:cubicBezTo>
                  <a:cubicBezTo>
                    <a:pt x="10722" y="2885"/>
                    <a:pt x="10796" y="2885"/>
                    <a:pt x="10833" y="2848"/>
                  </a:cubicBezTo>
                  <a:lnTo>
                    <a:pt x="10870" y="2811"/>
                  </a:lnTo>
                  <a:lnTo>
                    <a:pt x="10907" y="2811"/>
                  </a:lnTo>
                  <a:cubicBezTo>
                    <a:pt x="10907" y="2811"/>
                    <a:pt x="10981" y="2774"/>
                    <a:pt x="11166" y="2737"/>
                  </a:cubicBezTo>
                  <a:cubicBezTo>
                    <a:pt x="12238" y="2293"/>
                    <a:pt x="16933" y="630"/>
                    <a:pt x="21628" y="630"/>
                  </a:cubicBezTo>
                  <a:close/>
                  <a:moveTo>
                    <a:pt x="21628" y="1"/>
                  </a:moveTo>
                  <a:cubicBezTo>
                    <a:pt x="16367" y="1"/>
                    <a:pt x="11239" y="2031"/>
                    <a:pt x="10727" y="2239"/>
                  </a:cubicBezTo>
                  <a:lnTo>
                    <a:pt x="10727" y="2239"/>
                  </a:lnTo>
                  <a:lnTo>
                    <a:pt x="10722" y="2219"/>
                  </a:lnTo>
                  <a:cubicBezTo>
                    <a:pt x="10685" y="2256"/>
                    <a:pt x="8874" y="2848"/>
                    <a:pt x="6692" y="4770"/>
                  </a:cubicBezTo>
                  <a:cubicBezTo>
                    <a:pt x="4548" y="6730"/>
                    <a:pt x="2034" y="10020"/>
                    <a:pt x="666" y="15418"/>
                  </a:cubicBezTo>
                  <a:cubicBezTo>
                    <a:pt x="222" y="17192"/>
                    <a:pt x="1" y="19004"/>
                    <a:pt x="1" y="20816"/>
                  </a:cubicBezTo>
                  <a:cubicBezTo>
                    <a:pt x="1" y="24882"/>
                    <a:pt x="999" y="28986"/>
                    <a:pt x="2478" y="32757"/>
                  </a:cubicBezTo>
                  <a:cubicBezTo>
                    <a:pt x="2515" y="32831"/>
                    <a:pt x="2625" y="32905"/>
                    <a:pt x="2699" y="32942"/>
                  </a:cubicBezTo>
                  <a:cubicBezTo>
                    <a:pt x="2810" y="32942"/>
                    <a:pt x="2921" y="32905"/>
                    <a:pt x="2995" y="32831"/>
                  </a:cubicBezTo>
                  <a:cubicBezTo>
                    <a:pt x="4400" y="31204"/>
                    <a:pt x="7099" y="27877"/>
                    <a:pt x="9576" y="23847"/>
                  </a:cubicBezTo>
                  <a:cubicBezTo>
                    <a:pt x="11972" y="20006"/>
                    <a:pt x="14133" y="15528"/>
                    <a:pt x="14779" y="11179"/>
                  </a:cubicBezTo>
                  <a:lnTo>
                    <a:pt x="14779" y="11179"/>
                  </a:lnTo>
                  <a:cubicBezTo>
                    <a:pt x="17321" y="14066"/>
                    <a:pt x="30459" y="28892"/>
                    <a:pt x="38413" y="36047"/>
                  </a:cubicBezTo>
                  <a:cubicBezTo>
                    <a:pt x="38483" y="36118"/>
                    <a:pt x="38554" y="36144"/>
                    <a:pt x="38624" y="36144"/>
                  </a:cubicBezTo>
                  <a:cubicBezTo>
                    <a:pt x="38665" y="36144"/>
                    <a:pt x="38705" y="36135"/>
                    <a:pt x="38746" y="36121"/>
                  </a:cubicBezTo>
                  <a:cubicBezTo>
                    <a:pt x="38857" y="36084"/>
                    <a:pt x="38931" y="35974"/>
                    <a:pt x="38931" y="35863"/>
                  </a:cubicBezTo>
                  <a:cubicBezTo>
                    <a:pt x="39263" y="33644"/>
                    <a:pt x="39411" y="31241"/>
                    <a:pt x="39411" y="28727"/>
                  </a:cubicBezTo>
                  <a:cubicBezTo>
                    <a:pt x="39411" y="26953"/>
                    <a:pt x="39337" y="25104"/>
                    <a:pt x="39152" y="23219"/>
                  </a:cubicBezTo>
                  <a:cubicBezTo>
                    <a:pt x="38302" y="14715"/>
                    <a:pt x="36675" y="9539"/>
                    <a:pt x="34420" y="6212"/>
                  </a:cubicBezTo>
                  <a:cubicBezTo>
                    <a:pt x="32165" y="2922"/>
                    <a:pt x="29244" y="1517"/>
                    <a:pt x="25954" y="556"/>
                  </a:cubicBezTo>
                  <a:cubicBezTo>
                    <a:pt x="24549" y="149"/>
                    <a:pt x="23070" y="1"/>
                    <a:pt x="21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53"/>
            <p:cNvSpPr/>
            <p:nvPr/>
          </p:nvSpPr>
          <p:spPr>
            <a:xfrm>
              <a:off x="3529450" y="2791150"/>
              <a:ext cx="720050" cy="688850"/>
            </a:xfrm>
            <a:custGeom>
              <a:avLst/>
              <a:gdLst/>
              <a:ahLst/>
              <a:cxnLst/>
              <a:rect l="l" t="t" r="r" b="b"/>
              <a:pathLst>
                <a:path w="28802" h="27554" extrusionOk="0">
                  <a:moveTo>
                    <a:pt x="358" y="0"/>
                  </a:moveTo>
                  <a:cubicBezTo>
                    <a:pt x="243" y="0"/>
                    <a:pt x="129" y="69"/>
                    <a:pt x="75" y="177"/>
                  </a:cubicBezTo>
                  <a:cubicBezTo>
                    <a:pt x="1" y="325"/>
                    <a:pt x="38" y="510"/>
                    <a:pt x="186" y="584"/>
                  </a:cubicBezTo>
                  <a:cubicBezTo>
                    <a:pt x="186" y="584"/>
                    <a:pt x="260" y="621"/>
                    <a:pt x="371" y="695"/>
                  </a:cubicBezTo>
                  <a:cubicBezTo>
                    <a:pt x="2256" y="1730"/>
                    <a:pt x="17858" y="10751"/>
                    <a:pt x="28173" y="27424"/>
                  </a:cubicBezTo>
                  <a:cubicBezTo>
                    <a:pt x="28245" y="27497"/>
                    <a:pt x="28348" y="27553"/>
                    <a:pt x="28453" y="27553"/>
                  </a:cubicBezTo>
                  <a:cubicBezTo>
                    <a:pt x="28509" y="27553"/>
                    <a:pt x="28565" y="27537"/>
                    <a:pt x="28616" y="27498"/>
                  </a:cubicBezTo>
                  <a:cubicBezTo>
                    <a:pt x="28727" y="27424"/>
                    <a:pt x="28801" y="27240"/>
                    <a:pt x="28690" y="27092"/>
                  </a:cubicBezTo>
                  <a:cubicBezTo>
                    <a:pt x="17562" y="9161"/>
                    <a:pt x="519" y="66"/>
                    <a:pt x="482" y="29"/>
                  </a:cubicBezTo>
                  <a:cubicBezTo>
                    <a:pt x="442" y="9"/>
                    <a:pt x="400" y="0"/>
                    <a:pt x="3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53"/>
            <p:cNvSpPr/>
            <p:nvPr/>
          </p:nvSpPr>
          <p:spPr>
            <a:xfrm>
              <a:off x="4136700" y="3509800"/>
              <a:ext cx="248650" cy="242625"/>
            </a:xfrm>
            <a:custGeom>
              <a:avLst/>
              <a:gdLst/>
              <a:ahLst/>
              <a:cxnLst/>
              <a:rect l="l" t="t" r="r" b="b"/>
              <a:pathLst>
                <a:path w="9946" h="9705" extrusionOk="0">
                  <a:moveTo>
                    <a:pt x="347" y="0"/>
                  </a:moveTo>
                  <a:cubicBezTo>
                    <a:pt x="269" y="0"/>
                    <a:pt x="185" y="28"/>
                    <a:pt x="112" y="83"/>
                  </a:cubicBezTo>
                  <a:cubicBezTo>
                    <a:pt x="1" y="231"/>
                    <a:pt x="1" y="416"/>
                    <a:pt x="148" y="527"/>
                  </a:cubicBezTo>
                  <a:lnTo>
                    <a:pt x="9391" y="9622"/>
                  </a:lnTo>
                  <a:cubicBezTo>
                    <a:pt x="9447" y="9677"/>
                    <a:pt x="9521" y="9705"/>
                    <a:pt x="9599" y="9705"/>
                  </a:cubicBezTo>
                  <a:cubicBezTo>
                    <a:pt x="9678" y="9705"/>
                    <a:pt x="9761" y="9677"/>
                    <a:pt x="9835" y="9622"/>
                  </a:cubicBezTo>
                  <a:cubicBezTo>
                    <a:pt x="9946" y="9511"/>
                    <a:pt x="9946" y="9289"/>
                    <a:pt x="9835" y="9178"/>
                  </a:cubicBezTo>
                  <a:lnTo>
                    <a:pt x="555" y="83"/>
                  </a:lnTo>
                  <a:cubicBezTo>
                    <a:pt x="500" y="28"/>
                    <a:pt x="426" y="0"/>
                    <a:pt x="3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53"/>
            <p:cNvSpPr/>
            <p:nvPr/>
          </p:nvSpPr>
          <p:spPr>
            <a:xfrm>
              <a:off x="3141275" y="2787075"/>
              <a:ext cx="342925" cy="519425"/>
            </a:xfrm>
            <a:custGeom>
              <a:avLst/>
              <a:gdLst/>
              <a:ahLst/>
              <a:cxnLst/>
              <a:rect l="l" t="t" r="r" b="b"/>
              <a:pathLst>
                <a:path w="13717" h="20777" extrusionOk="0">
                  <a:moveTo>
                    <a:pt x="13364" y="0"/>
                  </a:moveTo>
                  <a:cubicBezTo>
                    <a:pt x="13236" y="0"/>
                    <a:pt x="13120" y="105"/>
                    <a:pt x="13088" y="266"/>
                  </a:cubicBezTo>
                  <a:cubicBezTo>
                    <a:pt x="13088" y="266"/>
                    <a:pt x="13088" y="303"/>
                    <a:pt x="13051" y="451"/>
                  </a:cubicBezTo>
                  <a:cubicBezTo>
                    <a:pt x="12903" y="1301"/>
                    <a:pt x="12127" y="5294"/>
                    <a:pt x="10167" y="9546"/>
                  </a:cubicBezTo>
                  <a:cubicBezTo>
                    <a:pt x="8208" y="13834"/>
                    <a:pt x="5065" y="18308"/>
                    <a:pt x="222" y="20193"/>
                  </a:cubicBezTo>
                  <a:cubicBezTo>
                    <a:pt x="74" y="20230"/>
                    <a:pt x="0" y="20415"/>
                    <a:pt x="37" y="20563"/>
                  </a:cubicBezTo>
                  <a:cubicBezTo>
                    <a:pt x="92" y="20700"/>
                    <a:pt x="208" y="20776"/>
                    <a:pt x="324" y="20776"/>
                  </a:cubicBezTo>
                  <a:cubicBezTo>
                    <a:pt x="365" y="20776"/>
                    <a:pt x="406" y="20767"/>
                    <a:pt x="444" y="20748"/>
                  </a:cubicBezTo>
                  <a:cubicBezTo>
                    <a:pt x="5842" y="18640"/>
                    <a:pt x="9169" y="13502"/>
                    <a:pt x="11128" y="8954"/>
                  </a:cubicBezTo>
                  <a:cubicBezTo>
                    <a:pt x="13088" y="4407"/>
                    <a:pt x="13679" y="377"/>
                    <a:pt x="13679" y="340"/>
                  </a:cubicBezTo>
                  <a:cubicBezTo>
                    <a:pt x="13716" y="192"/>
                    <a:pt x="13605" y="44"/>
                    <a:pt x="13421" y="7"/>
                  </a:cubicBezTo>
                  <a:cubicBezTo>
                    <a:pt x="13402" y="2"/>
                    <a:pt x="13382" y="0"/>
                    <a:pt x="133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53"/>
            <p:cNvSpPr/>
            <p:nvPr/>
          </p:nvSpPr>
          <p:spPr>
            <a:xfrm>
              <a:off x="3546100" y="2738250"/>
              <a:ext cx="603575" cy="246025"/>
            </a:xfrm>
            <a:custGeom>
              <a:avLst/>
              <a:gdLst/>
              <a:ahLst/>
              <a:cxnLst/>
              <a:rect l="l" t="t" r="r" b="b"/>
              <a:pathLst>
                <a:path w="24143" h="9841" extrusionOk="0">
                  <a:moveTo>
                    <a:pt x="2810" y="1"/>
                  </a:moveTo>
                  <a:cubicBezTo>
                    <a:pt x="1257" y="1"/>
                    <a:pt x="296" y="149"/>
                    <a:pt x="296" y="149"/>
                  </a:cubicBezTo>
                  <a:cubicBezTo>
                    <a:pt x="148" y="149"/>
                    <a:pt x="0" y="297"/>
                    <a:pt x="37" y="481"/>
                  </a:cubicBezTo>
                  <a:cubicBezTo>
                    <a:pt x="37" y="614"/>
                    <a:pt x="185" y="746"/>
                    <a:pt x="322" y="746"/>
                  </a:cubicBezTo>
                  <a:cubicBezTo>
                    <a:pt x="338" y="746"/>
                    <a:pt x="354" y="744"/>
                    <a:pt x="370" y="740"/>
                  </a:cubicBezTo>
                  <a:lnTo>
                    <a:pt x="555" y="740"/>
                  </a:lnTo>
                  <a:cubicBezTo>
                    <a:pt x="851" y="703"/>
                    <a:pt x="1664" y="629"/>
                    <a:pt x="2810" y="629"/>
                  </a:cubicBezTo>
                  <a:cubicBezTo>
                    <a:pt x="5102" y="629"/>
                    <a:pt x="8762" y="888"/>
                    <a:pt x="12570" y="2145"/>
                  </a:cubicBezTo>
                  <a:cubicBezTo>
                    <a:pt x="16415" y="3402"/>
                    <a:pt x="20445" y="5694"/>
                    <a:pt x="23551" y="9724"/>
                  </a:cubicBezTo>
                  <a:cubicBezTo>
                    <a:pt x="23610" y="9803"/>
                    <a:pt x="23691" y="9840"/>
                    <a:pt x="23776" y="9840"/>
                  </a:cubicBezTo>
                  <a:cubicBezTo>
                    <a:pt x="23849" y="9840"/>
                    <a:pt x="23926" y="9813"/>
                    <a:pt x="23994" y="9761"/>
                  </a:cubicBezTo>
                  <a:cubicBezTo>
                    <a:pt x="24142" y="9687"/>
                    <a:pt x="24142" y="9465"/>
                    <a:pt x="24031" y="9354"/>
                  </a:cubicBezTo>
                  <a:cubicBezTo>
                    <a:pt x="20852" y="5177"/>
                    <a:pt x="16674" y="2848"/>
                    <a:pt x="12755" y="1554"/>
                  </a:cubicBezTo>
                  <a:cubicBezTo>
                    <a:pt x="8836" y="260"/>
                    <a:pt x="5139" y="38"/>
                    <a:pt x="28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53"/>
            <p:cNvSpPr/>
            <p:nvPr/>
          </p:nvSpPr>
          <p:spPr>
            <a:xfrm>
              <a:off x="4974075" y="1207325"/>
              <a:ext cx="1045375" cy="1662200"/>
            </a:xfrm>
            <a:custGeom>
              <a:avLst/>
              <a:gdLst/>
              <a:ahLst/>
              <a:cxnLst/>
              <a:rect l="l" t="t" r="r" b="b"/>
              <a:pathLst>
                <a:path w="41815" h="66488" extrusionOk="0">
                  <a:moveTo>
                    <a:pt x="20208" y="0"/>
                  </a:moveTo>
                  <a:cubicBezTo>
                    <a:pt x="17407" y="0"/>
                    <a:pt x="14564" y="635"/>
                    <a:pt x="11795" y="2122"/>
                  </a:cubicBezTo>
                  <a:cubicBezTo>
                    <a:pt x="3735" y="6484"/>
                    <a:pt x="2071" y="17464"/>
                    <a:pt x="2071" y="17464"/>
                  </a:cubicBezTo>
                  <a:lnTo>
                    <a:pt x="1" y="66081"/>
                  </a:lnTo>
                  <a:lnTo>
                    <a:pt x="32091" y="66488"/>
                  </a:lnTo>
                  <a:cubicBezTo>
                    <a:pt x="32091" y="66488"/>
                    <a:pt x="39301" y="32955"/>
                    <a:pt x="40558" y="26744"/>
                  </a:cubicBezTo>
                  <a:cubicBezTo>
                    <a:pt x="41815" y="20533"/>
                    <a:pt x="41371" y="10218"/>
                    <a:pt x="34975" y="5449"/>
                  </a:cubicBezTo>
                  <a:cubicBezTo>
                    <a:pt x="30753" y="2318"/>
                    <a:pt x="25558" y="0"/>
                    <a:pt x="202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53"/>
            <p:cNvSpPr/>
            <p:nvPr/>
          </p:nvSpPr>
          <p:spPr>
            <a:xfrm>
              <a:off x="4966700" y="1199350"/>
              <a:ext cx="1042575" cy="1677575"/>
            </a:xfrm>
            <a:custGeom>
              <a:avLst/>
              <a:gdLst/>
              <a:ahLst/>
              <a:cxnLst/>
              <a:rect l="l" t="t" r="r" b="b"/>
              <a:pathLst>
                <a:path w="41703" h="67103" extrusionOk="0">
                  <a:moveTo>
                    <a:pt x="20519" y="629"/>
                  </a:moveTo>
                  <a:cubicBezTo>
                    <a:pt x="25769" y="629"/>
                    <a:pt x="30908" y="2921"/>
                    <a:pt x="35085" y="6027"/>
                  </a:cubicBezTo>
                  <a:cubicBezTo>
                    <a:pt x="37340" y="7690"/>
                    <a:pt x="38856" y="10094"/>
                    <a:pt x="39781" y="12792"/>
                  </a:cubicBezTo>
                  <a:cubicBezTo>
                    <a:pt x="40742" y="15454"/>
                    <a:pt x="41111" y="18412"/>
                    <a:pt x="41111" y="21222"/>
                  </a:cubicBezTo>
                  <a:cubicBezTo>
                    <a:pt x="41111" y="23329"/>
                    <a:pt x="40890" y="25325"/>
                    <a:pt x="40557" y="27026"/>
                  </a:cubicBezTo>
                  <a:cubicBezTo>
                    <a:pt x="39928" y="30095"/>
                    <a:pt x="37821" y="40040"/>
                    <a:pt x="35825" y="49209"/>
                  </a:cubicBezTo>
                  <a:cubicBezTo>
                    <a:pt x="34863" y="53793"/>
                    <a:pt x="33902" y="58155"/>
                    <a:pt x="33200" y="61409"/>
                  </a:cubicBezTo>
                  <a:cubicBezTo>
                    <a:pt x="32867" y="63036"/>
                    <a:pt x="32571" y="64367"/>
                    <a:pt x="32386" y="65291"/>
                  </a:cubicBezTo>
                  <a:cubicBezTo>
                    <a:pt x="32257" y="65829"/>
                    <a:pt x="32166" y="66230"/>
                    <a:pt x="32112" y="66470"/>
                  </a:cubicBezTo>
                  <a:lnTo>
                    <a:pt x="32112" y="66470"/>
                  </a:lnTo>
                  <a:lnTo>
                    <a:pt x="629" y="66067"/>
                  </a:lnTo>
                  <a:lnTo>
                    <a:pt x="2661" y="17820"/>
                  </a:lnTo>
                  <a:lnTo>
                    <a:pt x="2661" y="17820"/>
                  </a:lnTo>
                  <a:lnTo>
                    <a:pt x="2662" y="17820"/>
                  </a:lnTo>
                  <a:cubicBezTo>
                    <a:pt x="2662" y="17820"/>
                    <a:pt x="2662" y="17783"/>
                    <a:pt x="2699" y="17710"/>
                  </a:cubicBezTo>
                  <a:cubicBezTo>
                    <a:pt x="2810" y="17118"/>
                    <a:pt x="3328" y="14345"/>
                    <a:pt x="4769" y="11240"/>
                  </a:cubicBezTo>
                  <a:cubicBezTo>
                    <a:pt x="6211" y="8134"/>
                    <a:pt x="8540" y="4733"/>
                    <a:pt x="12237" y="2736"/>
                  </a:cubicBezTo>
                  <a:cubicBezTo>
                    <a:pt x="14973" y="1258"/>
                    <a:pt x="17746" y="629"/>
                    <a:pt x="20519" y="629"/>
                  </a:cubicBezTo>
                  <a:close/>
                  <a:moveTo>
                    <a:pt x="20519" y="1"/>
                  </a:moveTo>
                  <a:cubicBezTo>
                    <a:pt x="17672" y="1"/>
                    <a:pt x="14751" y="666"/>
                    <a:pt x="11942" y="2182"/>
                  </a:cubicBezTo>
                  <a:cubicBezTo>
                    <a:pt x="7838" y="4400"/>
                    <a:pt x="5361" y="8282"/>
                    <a:pt x="3919" y="11609"/>
                  </a:cubicBezTo>
                  <a:cubicBezTo>
                    <a:pt x="2477" y="14937"/>
                    <a:pt x="2071" y="17710"/>
                    <a:pt x="2071" y="17710"/>
                  </a:cubicBezTo>
                  <a:lnTo>
                    <a:pt x="2071" y="17746"/>
                  </a:lnTo>
                  <a:lnTo>
                    <a:pt x="0" y="66363"/>
                  </a:lnTo>
                  <a:cubicBezTo>
                    <a:pt x="0" y="66474"/>
                    <a:pt x="0" y="66548"/>
                    <a:pt x="74" y="66585"/>
                  </a:cubicBezTo>
                  <a:cubicBezTo>
                    <a:pt x="148" y="66659"/>
                    <a:pt x="222" y="66696"/>
                    <a:pt x="296" y="66696"/>
                  </a:cubicBezTo>
                  <a:lnTo>
                    <a:pt x="32349" y="67102"/>
                  </a:lnTo>
                  <a:cubicBezTo>
                    <a:pt x="32497" y="67102"/>
                    <a:pt x="32645" y="66991"/>
                    <a:pt x="32682" y="66881"/>
                  </a:cubicBezTo>
                  <a:cubicBezTo>
                    <a:pt x="32682" y="66881"/>
                    <a:pt x="39891" y="33348"/>
                    <a:pt x="41148" y="27137"/>
                  </a:cubicBezTo>
                  <a:cubicBezTo>
                    <a:pt x="41481" y="25399"/>
                    <a:pt x="41703" y="23366"/>
                    <a:pt x="41703" y="21222"/>
                  </a:cubicBezTo>
                  <a:cubicBezTo>
                    <a:pt x="41703" y="18375"/>
                    <a:pt x="41333" y="15343"/>
                    <a:pt x="40372" y="12571"/>
                  </a:cubicBezTo>
                  <a:cubicBezTo>
                    <a:pt x="39411" y="9798"/>
                    <a:pt x="37821" y="7284"/>
                    <a:pt x="35455" y="5509"/>
                  </a:cubicBezTo>
                  <a:cubicBezTo>
                    <a:pt x="31203" y="2367"/>
                    <a:pt x="25954" y="1"/>
                    <a:pt x="205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53"/>
            <p:cNvSpPr/>
            <p:nvPr/>
          </p:nvSpPr>
          <p:spPr>
            <a:xfrm>
              <a:off x="5233800" y="1302875"/>
              <a:ext cx="183025" cy="263600"/>
            </a:xfrm>
            <a:custGeom>
              <a:avLst/>
              <a:gdLst/>
              <a:ahLst/>
              <a:cxnLst/>
              <a:rect l="l" t="t" r="r" b="b"/>
              <a:pathLst>
                <a:path w="7321" h="10544" extrusionOk="0">
                  <a:moveTo>
                    <a:pt x="6959" y="0"/>
                  </a:moveTo>
                  <a:cubicBezTo>
                    <a:pt x="6906" y="0"/>
                    <a:pt x="6853" y="13"/>
                    <a:pt x="6803" y="37"/>
                  </a:cubicBezTo>
                  <a:cubicBezTo>
                    <a:pt x="6803" y="37"/>
                    <a:pt x="5472" y="777"/>
                    <a:pt x="3994" y="2403"/>
                  </a:cubicBezTo>
                  <a:cubicBezTo>
                    <a:pt x="2478" y="4030"/>
                    <a:pt x="814" y="6544"/>
                    <a:pt x="38" y="10167"/>
                  </a:cubicBezTo>
                  <a:cubicBezTo>
                    <a:pt x="1" y="10315"/>
                    <a:pt x="112" y="10500"/>
                    <a:pt x="296" y="10537"/>
                  </a:cubicBezTo>
                  <a:cubicBezTo>
                    <a:pt x="316" y="10542"/>
                    <a:pt x="335" y="10544"/>
                    <a:pt x="355" y="10544"/>
                  </a:cubicBezTo>
                  <a:cubicBezTo>
                    <a:pt x="490" y="10544"/>
                    <a:pt x="634" y="10439"/>
                    <a:pt x="666" y="10278"/>
                  </a:cubicBezTo>
                  <a:cubicBezTo>
                    <a:pt x="1369" y="6803"/>
                    <a:pt x="2995" y="4363"/>
                    <a:pt x="4437" y="2810"/>
                  </a:cubicBezTo>
                  <a:cubicBezTo>
                    <a:pt x="5140" y="2034"/>
                    <a:pt x="5842" y="1479"/>
                    <a:pt x="6323" y="1109"/>
                  </a:cubicBezTo>
                  <a:cubicBezTo>
                    <a:pt x="6581" y="925"/>
                    <a:pt x="6766" y="777"/>
                    <a:pt x="6914" y="703"/>
                  </a:cubicBezTo>
                  <a:cubicBezTo>
                    <a:pt x="6988" y="666"/>
                    <a:pt x="7025" y="629"/>
                    <a:pt x="7062" y="629"/>
                  </a:cubicBezTo>
                  <a:lnTo>
                    <a:pt x="7099" y="592"/>
                  </a:lnTo>
                  <a:cubicBezTo>
                    <a:pt x="7247" y="518"/>
                    <a:pt x="7321" y="296"/>
                    <a:pt x="7247" y="148"/>
                  </a:cubicBezTo>
                  <a:cubicBezTo>
                    <a:pt x="7173" y="50"/>
                    <a:pt x="7066" y="0"/>
                    <a:pt x="69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53"/>
            <p:cNvSpPr/>
            <p:nvPr/>
          </p:nvSpPr>
          <p:spPr>
            <a:xfrm>
              <a:off x="5395550" y="1619900"/>
              <a:ext cx="20350" cy="70250"/>
            </a:xfrm>
            <a:custGeom>
              <a:avLst/>
              <a:gdLst/>
              <a:ahLst/>
              <a:cxnLst/>
              <a:rect l="l" t="t" r="r" b="b"/>
              <a:pathLst>
                <a:path w="814" h="2810" extrusionOk="0">
                  <a:moveTo>
                    <a:pt x="555" y="0"/>
                  </a:moveTo>
                  <a:cubicBezTo>
                    <a:pt x="370" y="0"/>
                    <a:pt x="222" y="111"/>
                    <a:pt x="185" y="259"/>
                  </a:cubicBezTo>
                  <a:cubicBezTo>
                    <a:pt x="74" y="1072"/>
                    <a:pt x="1" y="1812"/>
                    <a:pt x="1" y="2514"/>
                  </a:cubicBezTo>
                  <a:cubicBezTo>
                    <a:pt x="1" y="2662"/>
                    <a:pt x="148" y="2810"/>
                    <a:pt x="333" y="2810"/>
                  </a:cubicBezTo>
                  <a:cubicBezTo>
                    <a:pt x="481" y="2810"/>
                    <a:pt x="629" y="2662"/>
                    <a:pt x="629" y="2514"/>
                  </a:cubicBezTo>
                  <a:cubicBezTo>
                    <a:pt x="629" y="1849"/>
                    <a:pt x="703" y="1109"/>
                    <a:pt x="814" y="370"/>
                  </a:cubicBezTo>
                  <a:cubicBezTo>
                    <a:pt x="814" y="185"/>
                    <a:pt x="703" y="37"/>
                    <a:pt x="5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53"/>
            <p:cNvSpPr/>
            <p:nvPr/>
          </p:nvSpPr>
          <p:spPr>
            <a:xfrm>
              <a:off x="5410350" y="1315075"/>
              <a:ext cx="105375" cy="267125"/>
            </a:xfrm>
            <a:custGeom>
              <a:avLst/>
              <a:gdLst/>
              <a:ahLst/>
              <a:cxnLst/>
              <a:rect l="l" t="t" r="r" b="b"/>
              <a:pathLst>
                <a:path w="4215" h="10685" extrusionOk="0">
                  <a:moveTo>
                    <a:pt x="3869" y="1"/>
                  </a:moveTo>
                  <a:cubicBezTo>
                    <a:pt x="3754" y="1"/>
                    <a:pt x="3640" y="69"/>
                    <a:pt x="3586" y="178"/>
                  </a:cubicBezTo>
                  <a:cubicBezTo>
                    <a:pt x="3586" y="215"/>
                    <a:pt x="1183" y="5391"/>
                    <a:pt x="37" y="10308"/>
                  </a:cubicBezTo>
                  <a:cubicBezTo>
                    <a:pt x="0" y="10493"/>
                    <a:pt x="74" y="10640"/>
                    <a:pt x="259" y="10677"/>
                  </a:cubicBezTo>
                  <a:cubicBezTo>
                    <a:pt x="278" y="10682"/>
                    <a:pt x="298" y="10685"/>
                    <a:pt x="319" y="10685"/>
                  </a:cubicBezTo>
                  <a:cubicBezTo>
                    <a:pt x="453" y="10685"/>
                    <a:pt x="596" y="10584"/>
                    <a:pt x="629" y="10456"/>
                  </a:cubicBezTo>
                  <a:cubicBezTo>
                    <a:pt x="1183" y="8052"/>
                    <a:pt x="2070" y="5538"/>
                    <a:pt x="2810" y="3616"/>
                  </a:cubicBezTo>
                  <a:cubicBezTo>
                    <a:pt x="3180" y="2692"/>
                    <a:pt x="3512" y="1878"/>
                    <a:pt x="3771" y="1324"/>
                  </a:cubicBezTo>
                  <a:cubicBezTo>
                    <a:pt x="3882" y="1065"/>
                    <a:pt x="3956" y="843"/>
                    <a:pt x="4030" y="695"/>
                  </a:cubicBezTo>
                  <a:cubicBezTo>
                    <a:pt x="4104" y="510"/>
                    <a:pt x="4141" y="437"/>
                    <a:pt x="4141" y="437"/>
                  </a:cubicBezTo>
                  <a:cubicBezTo>
                    <a:pt x="4215" y="289"/>
                    <a:pt x="4141" y="104"/>
                    <a:pt x="3993" y="30"/>
                  </a:cubicBezTo>
                  <a:cubicBezTo>
                    <a:pt x="3953" y="10"/>
                    <a:pt x="3911" y="1"/>
                    <a:pt x="38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53"/>
            <p:cNvSpPr/>
            <p:nvPr/>
          </p:nvSpPr>
          <p:spPr>
            <a:xfrm>
              <a:off x="5622925" y="1315675"/>
              <a:ext cx="36075" cy="432025"/>
            </a:xfrm>
            <a:custGeom>
              <a:avLst/>
              <a:gdLst/>
              <a:ahLst/>
              <a:cxnLst/>
              <a:rect l="l" t="t" r="r" b="b"/>
              <a:pathLst>
                <a:path w="1443" h="17281" extrusionOk="0">
                  <a:moveTo>
                    <a:pt x="1019" y="0"/>
                  </a:moveTo>
                  <a:cubicBezTo>
                    <a:pt x="1000" y="0"/>
                    <a:pt x="981" y="2"/>
                    <a:pt x="962" y="6"/>
                  </a:cubicBezTo>
                  <a:cubicBezTo>
                    <a:pt x="777" y="6"/>
                    <a:pt x="666" y="154"/>
                    <a:pt x="666" y="302"/>
                  </a:cubicBezTo>
                  <a:cubicBezTo>
                    <a:pt x="666" y="302"/>
                    <a:pt x="666" y="486"/>
                    <a:pt x="703" y="782"/>
                  </a:cubicBezTo>
                  <a:cubicBezTo>
                    <a:pt x="740" y="1670"/>
                    <a:pt x="851" y="3814"/>
                    <a:pt x="851" y="6365"/>
                  </a:cubicBezTo>
                  <a:cubicBezTo>
                    <a:pt x="851" y="9766"/>
                    <a:pt x="666" y="13907"/>
                    <a:pt x="37" y="16938"/>
                  </a:cubicBezTo>
                  <a:cubicBezTo>
                    <a:pt x="0" y="17086"/>
                    <a:pt x="74" y="17271"/>
                    <a:pt x="259" y="17271"/>
                  </a:cubicBezTo>
                  <a:cubicBezTo>
                    <a:pt x="284" y="17277"/>
                    <a:pt x="309" y="17280"/>
                    <a:pt x="335" y="17280"/>
                  </a:cubicBezTo>
                  <a:cubicBezTo>
                    <a:pt x="464" y="17280"/>
                    <a:pt x="598" y="17203"/>
                    <a:pt x="629" y="17049"/>
                  </a:cubicBezTo>
                  <a:cubicBezTo>
                    <a:pt x="1294" y="13944"/>
                    <a:pt x="1442" y="9766"/>
                    <a:pt x="1442" y="6365"/>
                  </a:cubicBezTo>
                  <a:cubicBezTo>
                    <a:pt x="1442" y="2927"/>
                    <a:pt x="1294" y="265"/>
                    <a:pt x="1294" y="265"/>
                  </a:cubicBezTo>
                  <a:cubicBezTo>
                    <a:pt x="1294" y="132"/>
                    <a:pt x="1176" y="0"/>
                    <a:pt x="10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53"/>
            <p:cNvSpPr/>
            <p:nvPr/>
          </p:nvSpPr>
          <p:spPr>
            <a:xfrm>
              <a:off x="5800375" y="1685525"/>
              <a:ext cx="26825" cy="66750"/>
            </a:xfrm>
            <a:custGeom>
              <a:avLst/>
              <a:gdLst/>
              <a:ahLst/>
              <a:cxnLst/>
              <a:rect l="l" t="t" r="r" b="b"/>
              <a:pathLst>
                <a:path w="1073" h="2670" extrusionOk="0">
                  <a:moveTo>
                    <a:pt x="777" y="0"/>
                  </a:moveTo>
                  <a:cubicBezTo>
                    <a:pt x="629" y="0"/>
                    <a:pt x="444" y="111"/>
                    <a:pt x="444" y="259"/>
                  </a:cubicBezTo>
                  <a:cubicBezTo>
                    <a:pt x="333" y="924"/>
                    <a:pt x="222" y="1590"/>
                    <a:pt x="38" y="2292"/>
                  </a:cubicBezTo>
                  <a:cubicBezTo>
                    <a:pt x="1" y="2440"/>
                    <a:pt x="75" y="2625"/>
                    <a:pt x="259" y="2662"/>
                  </a:cubicBezTo>
                  <a:cubicBezTo>
                    <a:pt x="279" y="2667"/>
                    <a:pt x="299" y="2669"/>
                    <a:pt x="319" y="2669"/>
                  </a:cubicBezTo>
                  <a:cubicBezTo>
                    <a:pt x="453" y="2669"/>
                    <a:pt x="597" y="2569"/>
                    <a:pt x="629" y="2440"/>
                  </a:cubicBezTo>
                  <a:cubicBezTo>
                    <a:pt x="814" y="1738"/>
                    <a:pt x="962" y="1035"/>
                    <a:pt x="1036" y="370"/>
                  </a:cubicBezTo>
                  <a:cubicBezTo>
                    <a:pt x="1073" y="185"/>
                    <a:pt x="962" y="37"/>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53"/>
            <p:cNvSpPr/>
            <p:nvPr/>
          </p:nvSpPr>
          <p:spPr>
            <a:xfrm>
              <a:off x="5754175" y="1336150"/>
              <a:ext cx="77650" cy="296700"/>
            </a:xfrm>
            <a:custGeom>
              <a:avLst/>
              <a:gdLst/>
              <a:ahLst/>
              <a:cxnLst/>
              <a:rect l="l" t="t" r="r" b="b"/>
              <a:pathLst>
                <a:path w="3106" h="11868" extrusionOk="0">
                  <a:moveTo>
                    <a:pt x="377" y="0"/>
                  </a:moveTo>
                  <a:cubicBezTo>
                    <a:pt x="325" y="0"/>
                    <a:pt x="271" y="13"/>
                    <a:pt x="222" y="37"/>
                  </a:cubicBezTo>
                  <a:cubicBezTo>
                    <a:pt x="74" y="111"/>
                    <a:pt x="0" y="296"/>
                    <a:pt x="74" y="444"/>
                  </a:cubicBezTo>
                  <a:lnTo>
                    <a:pt x="111" y="481"/>
                  </a:lnTo>
                  <a:cubicBezTo>
                    <a:pt x="370" y="1035"/>
                    <a:pt x="2514" y="5583"/>
                    <a:pt x="2514" y="11202"/>
                  </a:cubicBezTo>
                  <a:cubicBezTo>
                    <a:pt x="2514" y="11313"/>
                    <a:pt x="2514" y="11424"/>
                    <a:pt x="2514" y="11535"/>
                  </a:cubicBezTo>
                  <a:cubicBezTo>
                    <a:pt x="2514" y="11720"/>
                    <a:pt x="2625" y="11868"/>
                    <a:pt x="2810" y="11868"/>
                  </a:cubicBezTo>
                  <a:cubicBezTo>
                    <a:pt x="2995" y="11868"/>
                    <a:pt x="3106" y="11720"/>
                    <a:pt x="3106" y="11535"/>
                  </a:cubicBezTo>
                  <a:cubicBezTo>
                    <a:pt x="3106" y="11424"/>
                    <a:pt x="3106" y="11313"/>
                    <a:pt x="3106" y="11202"/>
                  </a:cubicBezTo>
                  <a:cubicBezTo>
                    <a:pt x="3106" y="5028"/>
                    <a:pt x="629" y="185"/>
                    <a:pt x="629" y="148"/>
                  </a:cubicBezTo>
                  <a:cubicBezTo>
                    <a:pt x="579" y="50"/>
                    <a:pt x="481" y="0"/>
                    <a:pt x="3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53"/>
            <p:cNvSpPr/>
            <p:nvPr/>
          </p:nvSpPr>
          <p:spPr>
            <a:xfrm>
              <a:off x="4617325" y="2545375"/>
              <a:ext cx="1541700" cy="1176325"/>
            </a:xfrm>
            <a:custGeom>
              <a:avLst/>
              <a:gdLst/>
              <a:ahLst/>
              <a:cxnLst/>
              <a:rect l="l" t="t" r="r" b="b"/>
              <a:pathLst>
                <a:path w="61668" h="47053" extrusionOk="0">
                  <a:moveTo>
                    <a:pt x="29743" y="0"/>
                  </a:moveTo>
                  <a:cubicBezTo>
                    <a:pt x="28951" y="0"/>
                    <a:pt x="28542" y="137"/>
                    <a:pt x="28542" y="137"/>
                  </a:cubicBezTo>
                  <a:cubicBezTo>
                    <a:pt x="28542" y="137"/>
                    <a:pt x="5990" y="9010"/>
                    <a:pt x="4326" y="11524"/>
                  </a:cubicBezTo>
                  <a:cubicBezTo>
                    <a:pt x="2699" y="14001"/>
                    <a:pt x="0" y="23243"/>
                    <a:pt x="0" y="23243"/>
                  </a:cubicBezTo>
                  <a:lnTo>
                    <a:pt x="58451" y="47053"/>
                  </a:lnTo>
                  <a:lnTo>
                    <a:pt x="61667" y="37292"/>
                  </a:lnTo>
                  <a:cubicBezTo>
                    <a:pt x="61667" y="37292"/>
                    <a:pt x="58340" y="18142"/>
                    <a:pt x="56270" y="14814"/>
                  </a:cubicBezTo>
                  <a:cubicBezTo>
                    <a:pt x="54199" y="11524"/>
                    <a:pt x="37452" y="2392"/>
                    <a:pt x="33939" y="950"/>
                  </a:cubicBezTo>
                  <a:cubicBezTo>
                    <a:pt x="32063" y="180"/>
                    <a:pt x="30651" y="0"/>
                    <a:pt x="297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53"/>
            <p:cNvSpPr/>
            <p:nvPr/>
          </p:nvSpPr>
          <p:spPr>
            <a:xfrm>
              <a:off x="4608075" y="2537700"/>
              <a:ext cx="1558325" cy="1192100"/>
            </a:xfrm>
            <a:custGeom>
              <a:avLst/>
              <a:gdLst/>
              <a:ahLst/>
              <a:cxnLst/>
              <a:rect l="l" t="t" r="r" b="b"/>
              <a:pathLst>
                <a:path w="62333" h="47684" extrusionOk="0">
                  <a:moveTo>
                    <a:pt x="30095" y="629"/>
                  </a:moveTo>
                  <a:cubicBezTo>
                    <a:pt x="30945" y="629"/>
                    <a:pt x="32313" y="777"/>
                    <a:pt x="34198" y="1553"/>
                  </a:cubicBezTo>
                  <a:cubicBezTo>
                    <a:pt x="35049" y="1886"/>
                    <a:pt x="36749" y="2736"/>
                    <a:pt x="38857" y="3845"/>
                  </a:cubicBezTo>
                  <a:cubicBezTo>
                    <a:pt x="41962" y="5509"/>
                    <a:pt x="45992" y="7764"/>
                    <a:pt x="49430" y="9945"/>
                  </a:cubicBezTo>
                  <a:cubicBezTo>
                    <a:pt x="51131" y="11017"/>
                    <a:pt x="52721" y="12053"/>
                    <a:pt x="53941" y="12977"/>
                  </a:cubicBezTo>
                  <a:cubicBezTo>
                    <a:pt x="55161" y="13901"/>
                    <a:pt x="56048" y="14751"/>
                    <a:pt x="56381" y="15306"/>
                  </a:cubicBezTo>
                  <a:cubicBezTo>
                    <a:pt x="56603" y="15676"/>
                    <a:pt x="56898" y="16304"/>
                    <a:pt x="57194" y="17155"/>
                  </a:cubicBezTo>
                  <a:cubicBezTo>
                    <a:pt x="58192" y="20038"/>
                    <a:pt x="59301" y="25177"/>
                    <a:pt x="60189" y="29577"/>
                  </a:cubicBezTo>
                  <a:cubicBezTo>
                    <a:pt x="60632" y="31795"/>
                    <a:pt x="61039" y="33791"/>
                    <a:pt x="61298" y="35270"/>
                  </a:cubicBezTo>
                  <a:cubicBezTo>
                    <a:pt x="61532" y="36610"/>
                    <a:pt x="61676" y="37464"/>
                    <a:pt x="61701" y="37613"/>
                  </a:cubicBezTo>
                  <a:lnTo>
                    <a:pt x="61701" y="37613"/>
                  </a:lnTo>
                  <a:lnTo>
                    <a:pt x="58636" y="46953"/>
                  </a:lnTo>
                  <a:lnTo>
                    <a:pt x="740" y="23360"/>
                  </a:lnTo>
                  <a:lnTo>
                    <a:pt x="740" y="23360"/>
                  </a:lnTo>
                  <a:cubicBezTo>
                    <a:pt x="811" y="23110"/>
                    <a:pt x="935" y="22693"/>
                    <a:pt x="1110" y="22146"/>
                  </a:cubicBezTo>
                  <a:cubicBezTo>
                    <a:pt x="1516" y="20815"/>
                    <a:pt x="2182" y="18707"/>
                    <a:pt x="2884" y="16711"/>
                  </a:cubicBezTo>
                  <a:cubicBezTo>
                    <a:pt x="3624" y="14751"/>
                    <a:pt x="4400" y="12866"/>
                    <a:pt x="4955" y="11979"/>
                  </a:cubicBezTo>
                  <a:cubicBezTo>
                    <a:pt x="5029" y="11868"/>
                    <a:pt x="5213" y="11720"/>
                    <a:pt x="5435" y="11535"/>
                  </a:cubicBezTo>
                  <a:cubicBezTo>
                    <a:pt x="6360" y="10796"/>
                    <a:pt x="8319" y="9723"/>
                    <a:pt x="10722" y="8577"/>
                  </a:cubicBezTo>
                  <a:cubicBezTo>
                    <a:pt x="14308" y="6840"/>
                    <a:pt x="18893" y="4880"/>
                    <a:pt x="22553" y="3364"/>
                  </a:cubicBezTo>
                  <a:cubicBezTo>
                    <a:pt x="24401" y="2588"/>
                    <a:pt x="26028" y="1923"/>
                    <a:pt x="27174" y="1479"/>
                  </a:cubicBezTo>
                  <a:cubicBezTo>
                    <a:pt x="28320" y="998"/>
                    <a:pt x="29023" y="740"/>
                    <a:pt x="29023" y="740"/>
                  </a:cubicBezTo>
                  <a:cubicBezTo>
                    <a:pt x="29023" y="740"/>
                    <a:pt x="29392" y="629"/>
                    <a:pt x="30095" y="629"/>
                  </a:cubicBezTo>
                  <a:close/>
                  <a:moveTo>
                    <a:pt x="30095" y="0"/>
                  </a:moveTo>
                  <a:cubicBezTo>
                    <a:pt x="29281" y="0"/>
                    <a:pt x="28838" y="148"/>
                    <a:pt x="28838" y="148"/>
                  </a:cubicBezTo>
                  <a:lnTo>
                    <a:pt x="28801" y="148"/>
                  </a:lnTo>
                  <a:cubicBezTo>
                    <a:pt x="28801" y="148"/>
                    <a:pt x="23181" y="2366"/>
                    <a:pt x="17303" y="4917"/>
                  </a:cubicBezTo>
                  <a:cubicBezTo>
                    <a:pt x="14382" y="6174"/>
                    <a:pt x="11425" y="7542"/>
                    <a:pt x="9058" y="8725"/>
                  </a:cubicBezTo>
                  <a:cubicBezTo>
                    <a:pt x="7875" y="9317"/>
                    <a:pt x="6840" y="9871"/>
                    <a:pt x="6064" y="10352"/>
                  </a:cubicBezTo>
                  <a:cubicBezTo>
                    <a:pt x="5657" y="10611"/>
                    <a:pt x="5324" y="10833"/>
                    <a:pt x="5066" y="11054"/>
                  </a:cubicBezTo>
                  <a:cubicBezTo>
                    <a:pt x="4807" y="11239"/>
                    <a:pt x="4585" y="11461"/>
                    <a:pt x="4474" y="11646"/>
                  </a:cubicBezTo>
                  <a:cubicBezTo>
                    <a:pt x="4030" y="12311"/>
                    <a:pt x="3550" y="13347"/>
                    <a:pt x="3032" y="14567"/>
                  </a:cubicBezTo>
                  <a:cubicBezTo>
                    <a:pt x="1590" y="18264"/>
                    <a:pt x="75" y="23477"/>
                    <a:pt x="75" y="23477"/>
                  </a:cubicBezTo>
                  <a:cubicBezTo>
                    <a:pt x="1" y="23624"/>
                    <a:pt x="75" y="23772"/>
                    <a:pt x="222" y="23846"/>
                  </a:cubicBezTo>
                  <a:lnTo>
                    <a:pt x="58673" y="47655"/>
                  </a:lnTo>
                  <a:cubicBezTo>
                    <a:pt x="58728" y="47674"/>
                    <a:pt x="58775" y="47683"/>
                    <a:pt x="58816" y="47683"/>
                  </a:cubicBezTo>
                  <a:cubicBezTo>
                    <a:pt x="58858" y="47683"/>
                    <a:pt x="58895" y="47674"/>
                    <a:pt x="58932" y="47655"/>
                  </a:cubicBezTo>
                  <a:cubicBezTo>
                    <a:pt x="59006" y="47618"/>
                    <a:pt x="59080" y="47544"/>
                    <a:pt x="59117" y="47471"/>
                  </a:cubicBezTo>
                  <a:lnTo>
                    <a:pt x="62333" y="37710"/>
                  </a:lnTo>
                  <a:lnTo>
                    <a:pt x="62333" y="37562"/>
                  </a:lnTo>
                  <a:cubicBezTo>
                    <a:pt x="62333" y="37562"/>
                    <a:pt x="61483" y="32756"/>
                    <a:pt x="60411" y="27543"/>
                  </a:cubicBezTo>
                  <a:cubicBezTo>
                    <a:pt x="59856" y="24918"/>
                    <a:pt x="59264" y="22220"/>
                    <a:pt x="58673" y="19964"/>
                  </a:cubicBezTo>
                  <a:cubicBezTo>
                    <a:pt x="58340" y="18818"/>
                    <a:pt x="58044" y="17783"/>
                    <a:pt x="57749" y="16933"/>
                  </a:cubicBezTo>
                  <a:cubicBezTo>
                    <a:pt x="57453" y="16082"/>
                    <a:pt x="57194" y="15417"/>
                    <a:pt x="56898" y="14973"/>
                  </a:cubicBezTo>
                  <a:cubicBezTo>
                    <a:pt x="56603" y="14493"/>
                    <a:pt x="56122" y="13975"/>
                    <a:pt x="55420" y="13421"/>
                  </a:cubicBezTo>
                  <a:cubicBezTo>
                    <a:pt x="53090" y="11387"/>
                    <a:pt x="48617" y="8614"/>
                    <a:pt x="44328" y="6174"/>
                  </a:cubicBezTo>
                  <a:cubicBezTo>
                    <a:pt x="40040" y="3734"/>
                    <a:pt x="35973" y="1627"/>
                    <a:pt x="34420" y="998"/>
                  </a:cubicBezTo>
                  <a:cubicBezTo>
                    <a:pt x="32498" y="185"/>
                    <a:pt x="31019" y="0"/>
                    <a:pt x="300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53"/>
            <p:cNvSpPr/>
            <p:nvPr/>
          </p:nvSpPr>
          <p:spPr>
            <a:xfrm>
              <a:off x="5740300" y="3100400"/>
              <a:ext cx="98925" cy="490225"/>
            </a:xfrm>
            <a:custGeom>
              <a:avLst/>
              <a:gdLst/>
              <a:ahLst/>
              <a:cxnLst/>
              <a:rect l="l" t="t" r="r" b="b"/>
              <a:pathLst>
                <a:path w="3957" h="19609" extrusionOk="0">
                  <a:moveTo>
                    <a:pt x="3628" y="0"/>
                  </a:moveTo>
                  <a:cubicBezTo>
                    <a:pt x="3476" y="0"/>
                    <a:pt x="3360" y="105"/>
                    <a:pt x="3328" y="266"/>
                  </a:cubicBezTo>
                  <a:lnTo>
                    <a:pt x="38" y="19269"/>
                  </a:lnTo>
                  <a:cubicBezTo>
                    <a:pt x="1" y="19417"/>
                    <a:pt x="111" y="19565"/>
                    <a:pt x="259" y="19602"/>
                  </a:cubicBezTo>
                  <a:cubicBezTo>
                    <a:pt x="283" y="19607"/>
                    <a:pt x="307" y="19609"/>
                    <a:pt x="329" y="19609"/>
                  </a:cubicBezTo>
                  <a:cubicBezTo>
                    <a:pt x="481" y="19609"/>
                    <a:pt x="597" y="19504"/>
                    <a:pt x="629" y="19343"/>
                  </a:cubicBezTo>
                  <a:lnTo>
                    <a:pt x="3919" y="377"/>
                  </a:lnTo>
                  <a:cubicBezTo>
                    <a:pt x="3956" y="192"/>
                    <a:pt x="3846" y="44"/>
                    <a:pt x="3698" y="7"/>
                  </a:cubicBezTo>
                  <a:cubicBezTo>
                    <a:pt x="3674" y="3"/>
                    <a:pt x="3650" y="0"/>
                    <a:pt x="36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53"/>
            <p:cNvSpPr/>
            <p:nvPr/>
          </p:nvSpPr>
          <p:spPr>
            <a:xfrm>
              <a:off x="4761500" y="2545375"/>
              <a:ext cx="1016725" cy="1045075"/>
            </a:xfrm>
            <a:custGeom>
              <a:avLst/>
              <a:gdLst/>
              <a:ahLst/>
              <a:cxnLst/>
              <a:rect l="l" t="t" r="r" b="b"/>
              <a:pathLst>
                <a:path w="40669" h="41803" extrusionOk="0">
                  <a:moveTo>
                    <a:pt x="23976" y="0"/>
                  </a:moveTo>
                  <a:cubicBezTo>
                    <a:pt x="23184" y="0"/>
                    <a:pt x="22775" y="137"/>
                    <a:pt x="22775" y="137"/>
                  </a:cubicBezTo>
                  <a:cubicBezTo>
                    <a:pt x="22775" y="137"/>
                    <a:pt x="15307" y="3094"/>
                    <a:pt x="8652" y="6052"/>
                  </a:cubicBezTo>
                  <a:cubicBezTo>
                    <a:pt x="7617" y="9638"/>
                    <a:pt x="5435" y="16219"/>
                    <a:pt x="1886" y="22060"/>
                  </a:cubicBezTo>
                  <a:cubicBezTo>
                    <a:pt x="1147" y="23243"/>
                    <a:pt x="518" y="24427"/>
                    <a:pt x="1" y="25610"/>
                  </a:cubicBezTo>
                  <a:lnTo>
                    <a:pt x="39707" y="41803"/>
                  </a:lnTo>
                  <a:cubicBezTo>
                    <a:pt x="39929" y="36442"/>
                    <a:pt x="40188" y="26978"/>
                    <a:pt x="39744" y="20212"/>
                  </a:cubicBezTo>
                  <a:cubicBezTo>
                    <a:pt x="39411" y="14592"/>
                    <a:pt x="40040" y="10341"/>
                    <a:pt x="40668" y="7642"/>
                  </a:cubicBezTo>
                  <a:cubicBezTo>
                    <a:pt x="35529" y="4610"/>
                    <a:pt x="30021" y="1727"/>
                    <a:pt x="28172" y="950"/>
                  </a:cubicBezTo>
                  <a:cubicBezTo>
                    <a:pt x="26296" y="180"/>
                    <a:pt x="24884" y="0"/>
                    <a:pt x="23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53"/>
            <p:cNvSpPr/>
            <p:nvPr/>
          </p:nvSpPr>
          <p:spPr>
            <a:xfrm>
              <a:off x="4752275" y="2537700"/>
              <a:ext cx="1034275" cy="1060150"/>
            </a:xfrm>
            <a:custGeom>
              <a:avLst/>
              <a:gdLst/>
              <a:ahLst/>
              <a:cxnLst/>
              <a:rect l="l" t="t" r="r" b="b"/>
              <a:pathLst>
                <a:path w="41371" h="42406" extrusionOk="0">
                  <a:moveTo>
                    <a:pt x="24327" y="0"/>
                  </a:moveTo>
                  <a:cubicBezTo>
                    <a:pt x="23513" y="0"/>
                    <a:pt x="23070" y="148"/>
                    <a:pt x="23070" y="148"/>
                  </a:cubicBezTo>
                  <a:lnTo>
                    <a:pt x="23033" y="148"/>
                  </a:lnTo>
                  <a:cubicBezTo>
                    <a:pt x="23033" y="148"/>
                    <a:pt x="15565" y="3106"/>
                    <a:pt x="8873" y="6100"/>
                  </a:cubicBezTo>
                  <a:cubicBezTo>
                    <a:pt x="8799" y="6137"/>
                    <a:pt x="8762" y="6174"/>
                    <a:pt x="8725" y="6285"/>
                  </a:cubicBezTo>
                  <a:cubicBezTo>
                    <a:pt x="7690" y="9834"/>
                    <a:pt x="5509" y="16415"/>
                    <a:pt x="1996" y="22220"/>
                  </a:cubicBezTo>
                  <a:cubicBezTo>
                    <a:pt x="1257" y="23403"/>
                    <a:pt x="629" y="24586"/>
                    <a:pt x="74" y="25769"/>
                  </a:cubicBezTo>
                  <a:cubicBezTo>
                    <a:pt x="0" y="25917"/>
                    <a:pt x="74" y="26101"/>
                    <a:pt x="222" y="26175"/>
                  </a:cubicBezTo>
                  <a:cubicBezTo>
                    <a:pt x="261" y="26195"/>
                    <a:pt x="304" y="26204"/>
                    <a:pt x="346" y="26204"/>
                  </a:cubicBezTo>
                  <a:cubicBezTo>
                    <a:pt x="461" y="26204"/>
                    <a:pt x="574" y="26136"/>
                    <a:pt x="629" y="26028"/>
                  </a:cubicBezTo>
                  <a:cubicBezTo>
                    <a:pt x="1183" y="24881"/>
                    <a:pt x="1812" y="23698"/>
                    <a:pt x="2514" y="22515"/>
                  </a:cubicBezTo>
                  <a:cubicBezTo>
                    <a:pt x="6047" y="16760"/>
                    <a:pt x="8217" y="10215"/>
                    <a:pt x="9270" y="6593"/>
                  </a:cubicBezTo>
                  <a:lnTo>
                    <a:pt x="9270" y="6593"/>
                  </a:lnTo>
                  <a:cubicBezTo>
                    <a:pt x="12557" y="5134"/>
                    <a:pt x="16046" y="3645"/>
                    <a:pt x="18707" y="2588"/>
                  </a:cubicBezTo>
                  <a:cubicBezTo>
                    <a:pt x="20038" y="2034"/>
                    <a:pt x="21184" y="1553"/>
                    <a:pt x="21998" y="1220"/>
                  </a:cubicBezTo>
                  <a:cubicBezTo>
                    <a:pt x="22811" y="924"/>
                    <a:pt x="23255" y="740"/>
                    <a:pt x="23255" y="740"/>
                  </a:cubicBezTo>
                  <a:cubicBezTo>
                    <a:pt x="23255" y="740"/>
                    <a:pt x="23624" y="629"/>
                    <a:pt x="24327" y="629"/>
                  </a:cubicBezTo>
                  <a:cubicBezTo>
                    <a:pt x="25177" y="629"/>
                    <a:pt x="26545" y="777"/>
                    <a:pt x="28430" y="1553"/>
                  </a:cubicBezTo>
                  <a:cubicBezTo>
                    <a:pt x="29318" y="1923"/>
                    <a:pt x="31166" y="2847"/>
                    <a:pt x="33421" y="4030"/>
                  </a:cubicBezTo>
                  <a:cubicBezTo>
                    <a:pt x="35592" y="5187"/>
                    <a:pt x="38187" y="6628"/>
                    <a:pt x="40687" y="8109"/>
                  </a:cubicBezTo>
                  <a:lnTo>
                    <a:pt x="40687" y="8109"/>
                  </a:lnTo>
                  <a:cubicBezTo>
                    <a:pt x="40188" y="10284"/>
                    <a:pt x="39706" y="13416"/>
                    <a:pt x="39706" y="17339"/>
                  </a:cubicBezTo>
                  <a:cubicBezTo>
                    <a:pt x="39706" y="18375"/>
                    <a:pt x="39743" y="19410"/>
                    <a:pt x="39817" y="20519"/>
                  </a:cubicBezTo>
                  <a:cubicBezTo>
                    <a:pt x="39965" y="23218"/>
                    <a:pt x="40039" y="26360"/>
                    <a:pt x="40039" y="29503"/>
                  </a:cubicBezTo>
                  <a:cubicBezTo>
                    <a:pt x="40039" y="34198"/>
                    <a:pt x="39891" y="38893"/>
                    <a:pt x="39780" y="42073"/>
                  </a:cubicBezTo>
                  <a:cubicBezTo>
                    <a:pt x="39780" y="42258"/>
                    <a:pt x="39891" y="42406"/>
                    <a:pt x="40076" y="42406"/>
                  </a:cubicBezTo>
                  <a:cubicBezTo>
                    <a:pt x="40261" y="42406"/>
                    <a:pt x="40372" y="42258"/>
                    <a:pt x="40409" y="42110"/>
                  </a:cubicBezTo>
                  <a:cubicBezTo>
                    <a:pt x="40520" y="38893"/>
                    <a:pt x="40668" y="34198"/>
                    <a:pt x="40668" y="29503"/>
                  </a:cubicBezTo>
                  <a:cubicBezTo>
                    <a:pt x="40668" y="26360"/>
                    <a:pt x="40594" y="23218"/>
                    <a:pt x="40409" y="20482"/>
                  </a:cubicBezTo>
                  <a:cubicBezTo>
                    <a:pt x="40372" y="19373"/>
                    <a:pt x="40335" y="18338"/>
                    <a:pt x="40335" y="17339"/>
                  </a:cubicBezTo>
                  <a:cubicBezTo>
                    <a:pt x="40335" y="13310"/>
                    <a:pt x="40816" y="10167"/>
                    <a:pt x="41333" y="8023"/>
                  </a:cubicBezTo>
                  <a:cubicBezTo>
                    <a:pt x="41370" y="7912"/>
                    <a:pt x="41296" y="7764"/>
                    <a:pt x="41185" y="7690"/>
                  </a:cubicBezTo>
                  <a:cubicBezTo>
                    <a:pt x="38634" y="6174"/>
                    <a:pt x="35972" y="4695"/>
                    <a:pt x="33680" y="3475"/>
                  </a:cubicBezTo>
                  <a:cubicBezTo>
                    <a:pt x="31425" y="2292"/>
                    <a:pt x="29613" y="1368"/>
                    <a:pt x="28652" y="998"/>
                  </a:cubicBezTo>
                  <a:cubicBezTo>
                    <a:pt x="26730" y="185"/>
                    <a:pt x="25251" y="0"/>
                    <a:pt x="24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53"/>
            <p:cNvSpPr/>
            <p:nvPr/>
          </p:nvSpPr>
          <p:spPr>
            <a:xfrm>
              <a:off x="5094250" y="2545375"/>
              <a:ext cx="577675" cy="805200"/>
            </a:xfrm>
            <a:custGeom>
              <a:avLst/>
              <a:gdLst/>
              <a:ahLst/>
              <a:cxnLst/>
              <a:rect l="l" t="t" r="r" b="b"/>
              <a:pathLst>
                <a:path w="23107" h="32208" extrusionOk="0">
                  <a:moveTo>
                    <a:pt x="10666" y="0"/>
                  </a:moveTo>
                  <a:cubicBezTo>
                    <a:pt x="9874" y="0"/>
                    <a:pt x="9465" y="137"/>
                    <a:pt x="9465" y="137"/>
                  </a:cubicBezTo>
                  <a:cubicBezTo>
                    <a:pt x="9465" y="137"/>
                    <a:pt x="5435" y="1727"/>
                    <a:pt x="629" y="3760"/>
                  </a:cubicBezTo>
                  <a:cubicBezTo>
                    <a:pt x="259" y="7494"/>
                    <a:pt x="0" y="13040"/>
                    <a:pt x="998" y="17735"/>
                  </a:cubicBezTo>
                  <a:cubicBezTo>
                    <a:pt x="2616" y="25355"/>
                    <a:pt x="4793" y="32207"/>
                    <a:pt x="6815" y="32207"/>
                  </a:cubicBezTo>
                  <a:cubicBezTo>
                    <a:pt x="6873" y="32207"/>
                    <a:pt x="6930" y="32202"/>
                    <a:pt x="6988" y="32190"/>
                  </a:cubicBezTo>
                  <a:cubicBezTo>
                    <a:pt x="9021" y="31784"/>
                    <a:pt x="19742" y="13003"/>
                    <a:pt x="23107" y="5202"/>
                  </a:cubicBezTo>
                  <a:cubicBezTo>
                    <a:pt x="19447" y="3168"/>
                    <a:pt x="16193" y="1505"/>
                    <a:pt x="14862" y="950"/>
                  </a:cubicBezTo>
                  <a:cubicBezTo>
                    <a:pt x="12986" y="180"/>
                    <a:pt x="11574" y="0"/>
                    <a:pt x="106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53"/>
            <p:cNvSpPr/>
            <p:nvPr/>
          </p:nvSpPr>
          <p:spPr>
            <a:xfrm>
              <a:off x="5094250" y="2537700"/>
              <a:ext cx="586000" cy="820775"/>
            </a:xfrm>
            <a:custGeom>
              <a:avLst/>
              <a:gdLst/>
              <a:ahLst/>
              <a:cxnLst/>
              <a:rect l="l" t="t" r="r" b="b"/>
              <a:pathLst>
                <a:path w="23440" h="32831" extrusionOk="0">
                  <a:moveTo>
                    <a:pt x="10648" y="629"/>
                  </a:moveTo>
                  <a:cubicBezTo>
                    <a:pt x="11498" y="629"/>
                    <a:pt x="12866" y="777"/>
                    <a:pt x="14751" y="1553"/>
                  </a:cubicBezTo>
                  <a:cubicBezTo>
                    <a:pt x="16014" y="2094"/>
                    <a:pt x="19179" y="3692"/>
                    <a:pt x="22698" y="5659"/>
                  </a:cubicBezTo>
                  <a:lnTo>
                    <a:pt x="22698" y="5659"/>
                  </a:lnTo>
                  <a:cubicBezTo>
                    <a:pt x="20993" y="9573"/>
                    <a:pt x="17561" y="16060"/>
                    <a:pt x="14271" y="21628"/>
                  </a:cubicBezTo>
                  <a:cubicBezTo>
                    <a:pt x="12607" y="24475"/>
                    <a:pt x="10980" y="27100"/>
                    <a:pt x="9649" y="29059"/>
                  </a:cubicBezTo>
                  <a:cubicBezTo>
                    <a:pt x="8984" y="30020"/>
                    <a:pt x="8355" y="30797"/>
                    <a:pt x="7875" y="31351"/>
                  </a:cubicBezTo>
                  <a:cubicBezTo>
                    <a:pt x="7653" y="31610"/>
                    <a:pt x="7431" y="31832"/>
                    <a:pt x="7283" y="31980"/>
                  </a:cubicBezTo>
                  <a:cubicBezTo>
                    <a:pt x="7098" y="32128"/>
                    <a:pt x="6951" y="32202"/>
                    <a:pt x="6914" y="32202"/>
                  </a:cubicBezTo>
                  <a:lnTo>
                    <a:pt x="6803" y="32202"/>
                  </a:lnTo>
                  <a:cubicBezTo>
                    <a:pt x="6655" y="32202"/>
                    <a:pt x="6470" y="32165"/>
                    <a:pt x="6248" y="31980"/>
                  </a:cubicBezTo>
                  <a:cubicBezTo>
                    <a:pt x="5841" y="31684"/>
                    <a:pt x="5398" y="31056"/>
                    <a:pt x="4991" y="30205"/>
                  </a:cubicBezTo>
                  <a:cubicBezTo>
                    <a:pt x="3660" y="27617"/>
                    <a:pt x="2329" y="22959"/>
                    <a:pt x="1294" y="17968"/>
                  </a:cubicBezTo>
                  <a:cubicBezTo>
                    <a:pt x="777" y="15565"/>
                    <a:pt x="629" y="12940"/>
                    <a:pt x="629" y="10426"/>
                  </a:cubicBezTo>
                  <a:cubicBezTo>
                    <a:pt x="629" y="8178"/>
                    <a:pt x="766" y="6033"/>
                    <a:pt x="942" y="4290"/>
                  </a:cubicBezTo>
                  <a:lnTo>
                    <a:pt x="942" y="4290"/>
                  </a:lnTo>
                  <a:cubicBezTo>
                    <a:pt x="3246" y="3286"/>
                    <a:pt x="5398" y="2425"/>
                    <a:pt x="6951" y="1775"/>
                  </a:cubicBezTo>
                  <a:cubicBezTo>
                    <a:pt x="7764" y="1442"/>
                    <a:pt x="8429" y="1183"/>
                    <a:pt x="8873" y="998"/>
                  </a:cubicBezTo>
                  <a:cubicBezTo>
                    <a:pt x="9317" y="813"/>
                    <a:pt x="9576" y="740"/>
                    <a:pt x="9576" y="740"/>
                  </a:cubicBezTo>
                  <a:cubicBezTo>
                    <a:pt x="9576" y="740"/>
                    <a:pt x="9945" y="629"/>
                    <a:pt x="10648" y="629"/>
                  </a:cubicBezTo>
                  <a:close/>
                  <a:moveTo>
                    <a:pt x="10648" y="0"/>
                  </a:moveTo>
                  <a:cubicBezTo>
                    <a:pt x="9834" y="0"/>
                    <a:pt x="9391" y="148"/>
                    <a:pt x="9391" y="148"/>
                  </a:cubicBezTo>
                  <a:lnTo>
                    <a:pt x="9354" y="148"/>
                  </a:lnTo>
                  <a:cubicBezTo>
                    <a:pt x="9354" y="148"/>
                    <a:pt x="5324" y="1738"/>
                    <a:pt x="518" y="3771"/>
                  </a:cubicBezTo>
                  <a:cubicBezTo>
                    <a:pt x="407" y="3808"/>
                    <a:pt x="333" y="3919"/>
                    <a:pt x="333" y="4030"/>
                  </a:cubicBezTo>
                  <a:cubicBezTo>
                    <a:pt x="148" y="5842"/>
                    <a:pt x="0" y="8060"/>
                    <a:pt x="0" y="10426"/>
                  </a:cubicBezTo>
                  <a:cubicBezTo>
                    <a:pt x="0" y="12977"/>
                    <a:pt x="185" y="15639"/>
                    <a:pt x="703" y="18079"/>
                  </a:cubicBezTo>
                  <a:cubicBezTo>
                    <a:pt x="1479" y="21924"/>
                    <a:pt x="2440" y="25547"/>
                    <a:pt x="3475" y="28246"/>
                  </a:cubicBezTo>
                  <a:cubicBezTo>
                    <a:pt x="3956" y="29614"/>
                    <a:pt x="4474" y="30723"/>
                    <a:pt x="5028" y="31499"/>
                  </a:cubicBezTo>
                  <a:cubicBezTo>
                    <a:pt x="5287" y="31906"/>
                    <a:pt x="5583" y="32239"/>
                    <a:pt x="5841" y="32460"/>
                  </a:cubicBezTo>
                  <a:cubicBezTo>
                    <a:pt x="6137" y="32682"/>
                    <a:pt x="6470" y="32830"/>
                    <a:pt x="6803" y="32830"/>
                  </a:cubicBezTo>
                  <a:cubicBezTo>
                    <a:pt x="6877" y="32830"/>
                    <a:pt x="6988" y="32830"/>
                    <a:pt x="7062" y="32793"/>
                  </a:cubicBezTo>
                  <a:cubicBezTo>
                    <a:pt x="7283" y="32756"/>
                    <a:pt x="7468" y="32645"/>
                    <a:pt x="7653" y="32460"/>
                  </a:cubicBezTo>
                  <a:cubicBezTo>
                    <a:pt x="8060" y="32128"/>
                    <a:pt x="8540" y="31573"/>
                    <a:pt x="9058" y="30871"/>
                  </a:cubicBezTo>
                  <a:cubicBezTo>
                    <a:pt x="12903" y="25843"/>
                    <a:pt x="20593" y="12090"/>
                    <a:pt x="23403" y="5657"/>
                  </a:cubicBezTo>
                  <a:cubicBezTo>
                    <a:pt x="23439" y="5509"/>
                    <a:pt x="23403" y="5324"/>
                    <a:pt x="23255" y="5250"/>
                  </a:cubicBezTo>
                  <a:cubicBezTo>
                    <a:pt x="19595" y="3217"/>
                    <a:pt x="16341" y="1553"/>
                    <a:pt x="14973" y="998"/>
                  </a:cubicBezTo>
                  <a:cubicBezTo>
                    <a:pt x="13051" y="185"/>
                    <a:pt x="11572" y="0"/>
                    <a:pt x="106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53"/>
            <p:cNvSpPr/>
            <p:nvPr/>
          </p:nvSpPr>
          <p:spPr>
            <a:xfrm>
              <a:off x="5119200" y="2918725"/>
              <a:ext cx="92450" cy="65175"/>
            </a:xfrm>
            <a:custGeom>
              <a:avLst/>
              <a:gdLst/>
              <a:ahLst/>
              <a:cxnLst/>
              <a:rect l="l" t="t" r="r" b="b"/>
              <a:pathLst>
                <a:path w="3698" h="2607" extrusionOk="0">
                  <a:moveTo>
                    <a:pt x="335" y="1"/>
                  </a:moveTo>
                  <a:cubicBezTo>
                    <a:pt x="241" y="1"/>
                    <a:pt x="156" y="49"/>
                    <a:pt x="111" y="139"/>
                  </a:cubicBezTo>
                  <a:cubicBezTo>
                    <a:pt x="0" y="287"/>
                    <a:pt x="37" y="472"/>
                    <a:pt x="185" y="546"/>
                  </a:cubicBezTo>
                  <a:lnTo>
                    <a:pt x="3180" y="2542"/>
                  </a:lnTo>
                  <a:cubicBezTo>
                    <a:pt x="3224" y="2586"/>
                    <a:pt x="3285" y="2607"/>
                    <a:pt x="3347" y="2607"/>
                  </a:cubicBezTo>
                  <a:cubicBezTo>
                    <a:pt x="3443" y="2607"/>
                    <a:pt x="3542" y="2558"/>
                    <a:pt x="3586" y="2468"/>
                  </a:cubicBezTo>
                  <a:cubicBezTo>
                    <a:pt x="3697" y="2320"/>
                    <a:pt x="3660" y="2135"/>
                    <a:pt x="3513" y="2024"/>
                  </a:cubicBezTo>
                  <a:lnTo>
                    <a:pt x="518" y="65"/>
                  </a:lnTo>
                  <a:cubicBezTo>
                    <a:pt x="460" y="21"/>
                    <a:pt x="396" y="1"/>
                    <a:pt x="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53"/>
            <p:cNvSpPr/>
            <p:nvPr/>
          </p:nvSpPr>
          <p:spPr>
            <a:xfrm>
              <a:off x="5342875" y="3001500"/>
              <a:ext cx="140500" cy="31800"/>
            </a:xfrm>
            <a:custGeom>
              <a:avLst/>
              <a:gdLst/>
              <a:ahLst/>
              <a:cxnLst/>
              <a:rect l="l" t="t" r="r" b="b"/>
              <a:pathLst>
                <a:path w="5620" h="1272" extrusionOk="0">
                  <a:moveTo>
                    <a:pt x="313" y="0"/>
                  </a:moveTo>
                  <a:cubicBezTo>
                    <a:pt x="186" y="0"/>
                    <a:pt x="69" y="105"/>
                    <a:pt x="37" y="266"/>
                  </a:cubicBezTo>
                  <a:cubicBezTo>
                    <a:pt x="0" y="414"/>
                    <a:pt x="148" y="599"/>
                    <a:pt x="296" y="599"/>
                  </a:cubicBezTo>
                  <a:lnTo>
                    <a:pt x="5250" y="1264"/>
                  </a:lnTo>
                  <a:cubicBezTo>
                    <a:pt x="5274" y="1269"/>
                    <a:pt x="5297" y="1272"/>
                    <a:pt x="5320" y="1272"/>
                  </a:cubicBezTo>
                  <a:cubicBezTo>
                    <a:pt x="5471" y="1272"/>
                    <a:pt x="5588" y="1167"/>
                    <a:pt x="5620" y="1006"/>
                  </a:cubicBezTo>
                  <a:cubicBezTo>
                    <a:pt x="5620" y="821"/>
                    <a:pt x="5509" y="673"/>
                    <a:pt x="5361" y="673"/>
                  </a:cubicBezTo>
                  <a:lnTo>
                    <a:pt x="370" y="7"/>
                  </a:lnTo>
                  <a:cubicBezTo>
                    <a:pt x="351" y="3"/>
                    <a:pt x="332" y="0"/>
                    <a:pt x="3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53"/>
            <p:cNvSpPr/>
            <p:nvPr/>
          </p:nvSpPr>
          <p:spPr>
            <a:xfrm>
              <a:off x="5162625" y="2357450"/>
              <a:ext cx="406700" cy="418725"/>
            </a:xfrm>
            <a:custGeom>
              <a:avLst/>
              <a:gdLst/>
              <a:ahLst/>
              <a:cxnLst/>
              <a:rect l="l" t="t" r="r" b="b"/>
              <a:pathLst>
                <a:path w="16268" h="16749" extrusionOk="0">
                  <a:moveTo>
                    <a:pt x="519" y="1"/>
                  </a:moveTo>
                  <a:lnTo>
                    <a:pt x="519" y="1"/>
                  </a:lnTo>
                  <a:cubicBezTo>
                    <a:pt x="519" y="1"/>
                    <a:pt x="556" y="7062"/>
                    <a:pt x="334" y="9502"/>
                  </a:cubicBezTo>
                  <a:cubicBezTo>
                    <a:pt x="112" y="11573"/>
                    <a:pt x="1" y="16749"/>
                    <a:pt x="1" y="16749"/>
                  </a:cubicBezTo>
                  <a:lnTo>
                    <a:pt x="14789" y="15492"/>
                  </a:lnTo>
                  <a:lnTo>
                    <a:pt x="16268" y="1849"/>
                  </a:lnTo>
                  <a:lnTo>
                    <a:pt x="51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53"/>
            <p:cNvSpPr/>
            <p:nvPr/>
          </p:nvSpPr>
          <p:spPr>
            <a:xfrm>
              <a:off x="5170025" y="2357450"/>
              <a:ext cx="399300" cy="360500"/>
            </a:xfrm>
            <a:custGeom>
              <a:avLst/>
              <a:gdLst/>
              <a:ahLst/>
              <a:cxnLst/>
              <a:rect l="l" t="t" r="r" b="b"/>
              <a:pathLst>
                <a:path w="15972" h="14420" extrusionOk="0">
                  <a:moveTo>
                    <a:pt x="223" y="1"/>
                  </a:moveTo>
                  <a:lnTo>
                    <a:pt x="223" y="1"/>
                  </a:lnTo>
                  <a:cubicBezTo>
                    <a:pt x="223" y="1"/>
                    <a:pt x="260" y="7062"/>
                    <a:pt x="38" y="9502"/>
                  </a:cubicBezTo>
                  <a:cubicBezTo>
                    <a:pt x="38" y="9576"/>
                    <a:pt x="1" y="9650"/>
                    <a:pt x="1" y="9761"/>
                  </a:cubicBezTo>
                  <a:cubicBezTo>
                    <a:pt x="1590" y="11905"/>
                    <a:pt x="3920" y="14419"/>
                    <a:pt x="5990" y="14419"/>
                  </a:cubicBezTo>
                  <a:cubicBezTo>
                    <a:pt x="8023" y="14419"/>
                    <a:pt x="11868" y="12497"/>
                    <a:pt x="15011" y="10685"/>
                  </a:cubicBezTo>
                  <a:lnTo>
                    <a:pt x="15972" y="1849"/>
                  </a:lnTo>
                  <a:lnTo>
                    <a:pt x="22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53"/>
            <p:cNvSpPr/>
            <p:nvPr/>
          </p:nvSpPr>
          <p:spPr>
            <a:xfrm>
              <a:off x="5170025" y="2435100"/>
              <a:ext cx="386375" cy="282850"/>
            </a:xfrm>
            <a:custGeom>
              <a:avLst/>
              <a:gdLst/>
              <a:ahLst/>
              <a:cxnLst/>
              <a:rect l="l" t="t" r="r" b="b"/>
              <a:pathLst>
                <a:path w="15455" h="11314" extrusionOk="0">
                  <a:moveTo>
                    <a:pt x="223" y="0"/>
                  </a:moveTo>
                  <a:cubicBezTo>
                    <a:pt x="223" y="2219"/>
                    <a:pt x="149" y="5028"/>
                    <a:pt x="38" y="6396"/>
                  </a:cubicBezTo>
                  <a:cubicBezTo>
                    <a:pt x="38" y="6433"/>
                    <a:pt x="38" y="6433"/>
                    <a:pt x="38" y="6470"/>
                  </a:cubicBezTo>
                  <a:cubicBezTo>
                    <a:pt x="1" y="6507"/>
                    <a:pt x="1" y="6581"/>
                    <a:pt x="1" y="6655"/>
                  </a:cubicBezTo>
                  <a:cubicBezTo>
                    <a:pt x="1590" y="8799"/>
                    <a:pt x="3920" y="11313"/>
                    <a:pt x="5990" y="11313"/>
                  </a:cubicBezTo>
                  <a:cubicBezTo>
                    <a:pt x="8023" y="11313"/>
                    <a:pt x="11868" y="9391"/>
                    <a:pt x="15011" y="7579"/>
                  </a:cubicBezTo>
                  <a:lnTo>
                    <a:pt x="15454" y="3402"/>
                  </a:lnTo>
                  <a:lnTo>
                    <a:pt x="15454" y="3402"/>
                  </a:lnTo>
                  <a:cubicBezTo>
                    <a:pt x="12164" y="5805"/>
                    <a:pt x="8282" y="7986"/>
                    <a:pt x="6286" y="7986"/>
                  </a:cubicBezTo>
                  <a:cubicBezTo>
                    <a:pt x="6027" y="7986"/>
                    <a:pt x="5805" y="7949"/>
                    <a:pt x="5620" y="7838"/>
                  </a:cubicBezTo>
                  <a:cubicBezTo>
                    <a:pt x="4215" y="7284"/>
                    <a:pt x="2071" y="3808"/>
                    <a:pt x="2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53"/>
            <p:cNvSpPr/>
            <p:nvPr/>
          </p:nvSpPr>
          <p:spPr>
            <a:xfrm>
              <a:off x="5155250" y="2349700"/>
              <a:ext cx="421475" cy="433875"/>
            </a:xfrm>
            <a:custGeom>
              <a:avLst/>
              <a:gdLst/>
              <a:ahLst/>
              <a:cxnLst/>
              <a:rect l="l" t="t" r="r" b="b"/>
              <a:pathLst>
                <a:path w="16859" h="17355" extrusionOk="0">
                  <a:moveTo>
                    <a:pt x="791" y="1"/>
                  </a:moveTo>
                  <a:cubicBezTo>
                    <a:pt x="737" y="1"/>
                    <a:pt x="683" y="35"/>
                    <a:pt x="629" y="89"/>
                  </a:cubicBezTo>
                  <a:cubicBezTo>
                    <a:pt x="555" y="126"/>
                    <a:pt x="518" y="200"/>
                    <a:pt x="518" y="311"/>
                  </a:cubicBezTo>
                  <a:cubicBezTo>
                    <a:pt x="518" y="311"/>
                    <a:pt x="518" y="496"/>
                    <a:pt x="518" y="865"/>
                  </a:cubicBezTo>
                  <a:cubicBezTo>
                    <a:pt x="518" y="2603"/>
                    <a:pt x="518" y="7816"/>
                    <a:pt x="296" y="9775"/>
                  </a:cubicBezTo>
                  <a:cubicBezTo>
                    <a:pt x="111" y="11883"/>
                    <a:pt x="0" y="17059"/>
                    <a:pt x="0" y="17059"/>
                  </a:cubicBezTo>
                  <a:cubicBezTo>
                    <a:pt x="0" y="17206"/>
                    <a:pt x="148" y="17354"/>
                    <a:pt x="296" y="17354"/>
                  </a:cubicBezTo>
                  <a:cubicBezTo>
                    <a:pt x="481" y="17354"/>
                    <a:pt x="629" y="17243"/>
                    <a:pt x="629" y="17059"/>
                  </a:cubicBezTo>
                  <a:cubicBezTo>
                    <a:pt x="629" y="17059"/>
                    <a:pt x="666" y="15765"/>
                    <a:pt x="703" y="14212"/>
                  </a:cubicBezTo>
                  <a:cubicBezTo>
                    <a:pt x="740" y="12659"/>
                    <a:pt x="814" y="10884"/>
                    <a:pt x="924" y="9849"/>
                  </a:cubicBezTo>
                  <a:cubicBezTo>
                    <a:pt x="1109" y="7816"/>
                    <a:pt x="1146" y="2603"/>
                    <a:pt x="1146" y="865"/>
                  </a:cubicBezTo>
                  <a:lnTo>
                    <a:pt x="1146" y="650"/>
                  </a:lnTo>
                  <a:lnTo>
                    <a:pt x="1146" y="650"/>
                  </a:lnTo>
                  <a:lnTo>
                    <a:pt x="16193" y="2418"/>
                  </a:lnTo>
                  <a:lnTo>
                    <a:pt x="14788" y="15802"/>
                  </a:lnTo>
                  <a:cubicBezTo>
                    <a:pt x="14788" y="15949"/>
                    <a:pt x="14899" y="16097"/>
                    <a:pt x="15084" y="16134"/>
                  </a:cubicBezTo>
                  <a:cubicBezTo>
                    <a:pt x="15232" y="16134"/>
                    <a:pt x="15380" y="16023"/>
                    <a:pt x="15417" y="15839"/>
                  </a:cubicBezTo>
                  <a:lnTo>
                    <a:pt x="16859" y="2196"/>
                  </a:lnTo>
                  <a:cubicBezTo>
                    <a:pt x="16859" y="2048"/>
                    <a:pt x="16748" y="1864"/>
                    <a:pt x="16600" y="1864"/>
                  </a:cubicBezTo>
                  <a:lnTo>
                    <a:pt x="851" y="15"/>
                  </a:lnTo>
                  <a:cubicBezTo>
                    <a:pt x="831" y="5"/>
                    <a:pt x="811" y="1"/>
                    <a:pt x="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53"/>
            <p:cNvSpPr/>
            <p:nvPr/>
          </p:nvSpPr>
          <p:spPr>
            <a:xfrm>
              <a:off x="5072050" y="1720650"/>
              <a:ext cx="755150" cy="913375"/>
            </a:xfrm>
            <a:custGeom>
              <a:avLst/>
              <a:gdLst/>
              <a:ahLst/>
              <a:cxnLst/>
              <a:rect l="l" t="t" r="r" b="b"/>
              <a:pathLst>
                <a:path w="30206" h="36535" extrusionOk="0">
                  <a:moveTo>
                    <a:pt x="2293" y="0"/>
                  </a:moveTo>
                  <a:cubicBezTo>
                    <a:pt x="2293" y="0"/>
                    <a:pt x="2034" y="1553"/>
                    <a:pt x="1701" y="3845"/>
                  </a:cubicBezTo>
                  <a:cubicBezTo>
                    <a:pt x="962" y="8651"/>
                    <a:pt x="1" y="16711"/>
                    <a:pt x="851" y="20075"/>
                  </a:cubicBezTo>
                  <a:cubicBezTo>
                    <a:pt x="2071" y="25066"/>
                    <a:pt x="7062" y="35381"/>
                    <a:pt x="9539" y="36416"/>
                  </a:cubicBezTo>
                  <a:cubicBezTo>
                    <a:pt x="9732" y="36497"/>
                    <a:pt x="9963" y="36535"/>
                    <a:pt x="10228" y="36535"/>
                  </a:cubicBezTo>
                  <a:cubicBezTo>
                    <a:pt x="13367" y="36535"/>
                    <a:pt x="21168" y="31189"/>
                    <a:pt x="24032" y="27950"/>
                  </a:cubicBezTo>
                  <a:cubicBezTo>
                    <a:pt x="27137" y="24438"/>
                    <a:pt x="30206" y="7875"/>
                    <a:pt x="30206" y="7875"/>
                  </a:cubicBezTo>
                  <a:lnTo>
                    <a:pt x="30206" y="7875"/>
                  </a:lnTo>
                  <a:lnTo>
                    <a:pt x="23810" y="8097"/>
                  </a:lnTo>
                  <a:lnTo>
                    <a:pt x="24032" y="4363"/>
                  </a:lnTo>
                  <a:lnTo>
                    <a:pt x="22775" y="7875"/>
                  </a:lnTo>
                  <a:lnTo>
                    <a:pt x="12645" y="6211"/>
                  </a:lnTo>
                  <a:lnTo>
                    <a:pt x="13051" y="2292"/>
                  </a:lnTo>
                  <a:lnTo>
                    <a:pt x="10759" y="6026"/>
                  </a:lnTo>
                  <a:lnTo>
                    <a:pt x="3957" y="4141"/>
                  </a:lnTo>
                  <a:lnTo>
                    <a:pt x="3957" y="850"/>
                  </a:lnTo>
                  <a:lnTo>
                    <a:pt x="2515" y="4141"/>
                  </a:lnTo>
                  <a:lnTo>
                    <a:pt x="22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53"/>
            <p:cNvSpPr/>
            <p:nvPr/>
          </p:nvSpPr>
          <p:spPr>
            <a:xfrm>
              <a:off x="5108100" y="1720650"/>
              <a:ext cx="719100" cy="278650"/>
            </a:xfrm>
            <a:custGeom>
              <a:avLst/>
              <a:gdLst/>
              <a:ahLst/>
              <a:cxnLst/>
              <a:rect l="l" t="t" r="r" b="b"/>
              <a:pathLst>
                <a:path w="28764" h="11146" extrusionOk="0">
                  <a:moveTo>
                    <a:pt x="851" y="0"/>
                  </a:moveTo>
                  <a:cubicBezTo>
                    <a:pt x="851" y="0"/>
                    <a:pt x="592" y="1553"/>
                    <a:pt x="259" y="3845"/>
                  </a:cubicBezTo>
                  <a:cubicBezTo>
                    <a:pt x="149" y="4400"/>
                    <a:pt x="75" y="4991"/>
                    <a:pt x="1" y="5620"/>
                  </a:cubicBezTo>
                  <a:cubicBezTo>
                    <a:pt x="2289" y="6883"/>
                    <a:pt x="11236" y="11145"/>
                    <a:pt x="24713" y="11145"/>
                  </a:cubicBezTo>
                  <a:cubicBezTo>
                    <a:pt x="25824" y="11145"/>
                    <a:pt x="26965" y="11116"/>
                    <a:pt x="28135" y="11054"/>
                  </a:cubicBezTo>
                  <a:cubicBezTo>
                    <a:pt x="28542" y="9132"/>
                    <a:pt x="28764" y="7875"/>
                    <a:pt x="28764" y="7875"/>
                  </a:cubicBezTo>
                  <a:lnTo>
                    <a:pt x="28764" y="7875"/>
                  </a:lnTo>
                  <a:lnTo>
                    <a:pt x="22368" y="8097"/>
                  </a:lnTo>
                  <a:lnTo>
                    <a:pt x="22590" y="4363"/>
                  </a:lnTo>
                  <a:lnTo>
                    <a:pt x="21333" y="7875"/>
                  </a:lnTo>
                  <a:lnTo>
                    <a:pt x="11203" y="6211"/>
                  </a:lnTo>
                  <a:lnTo>
                    <a:pt x="11609" y="2292"/>
                  </a:lnTo>
                  <a:lnTo>
                    <a:pt x="9317" y="6026"/>
                  </a:lnTo>
                  <a:lnTo>
                    <a:pt x="2515" y="4141"/>
                  </a:lnTo>
                  <a:lnTo>
                    <a:pt x="2515" y="850"/>
                  </a:lnTo>
                  <a:lnTo>
                    <a:pt x="1073" y="4141"/>
                  </a:lnTo>
                  <a:lnTo>
                    <a:pt x="8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53"/>
            <p:cNvSpPr/>
            <p:nvPr/>
          </p:nvSpPr>
          <p:spPr>
            <a:xfrm>
              <a:off x="5118275" y="1741900"/>
              <a:ext cx="705225" cy="256975"/>
            </a:xfrm>
            <a:custGeom>
              <a:avLst/>
              <a:gdLst/>
              <a:ahLst/>
              <a:cxnLst/>
              <a:rect l="l" t="t" r="r" b="b"/>
              <a:pathLst>
                <a:path w="28209" h="10279" extrusionOk="0">
                  <a:moveTo>
                    <a:pt x="2108" y="0"/>
                  </a:moveTo>
                  <a:lnTo>
                    <a:pt x="666" y="3291"/>
                  </a:lnTo>
                  <a:lnTo>
                    <a:pt x="518" y="851"/>
                  </a:lnTo>
                  <a:cubicBezTo>
                    <a:pt x="370" y="2219"/>
                    <a:pt x="185" y="3623"/>
                    <a:pt x="0" y="4991"/>
                  </a:cubicBezTo>
                  <a:cubicBezTo>
                    <a:pt x="2847" y="6470"/>
                    <a:pt x="11535" y="10278"/>
                    <a:pt x="24253" y="10278"/>
                  </a:cubicBezTo>
                  <a:cubicBezTo>
                    <a:pt x="25214" y="10278"/>
                    <a:pt x="26213" y="10278"/>
                    <a:pt x="27211" y="10204"/>
                  </a:cubicBezTo>
                  <a:cubicBezTo>
                    <a:pt x="27580" y="9021"/>
                    <a:pt x="27913" y="7949"/>
                    <a:pt x="28209" y="7025"/>
                  </a:cubicBezTo>
                  <a:lnTo>
                    <a:pt x="28209" y="7025"/>
                  </a:lnTo>
                  <a:lnTo>
                    <a:pt x="21961" y="7247"/>
                  </a:lnTo>
                  <a:lnTo>
                    <a:pt x="22183" y="3513"/>
                  </a:lnTo>
                  <a:lnTo>
                    <a:pt x="20926" y="7025"/>
                  </a:lnTo>
                  <a:lnTo>
                    <a:pt x="10796" y="5361"/>
                  </a:lnTo>
                  <a:lnTo>
                    <a:pt x="11202" y="1442"/>
                  </a:lnTo>
                  <a:lnTo>
                    <a:pt x="8910" y="5176"/>
                  </a:lnTo>
                  <a:lnTo>
                    <a:pt x="2108" y="3291"/>
                  </a:lnTo>
                  <a:lnTo>
                    <a:pt x="21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53"/>
            <p:cNvSpPr/>
            <p:nvPr/>
          </p:nvSpPr>
          <p:spPr>
            <a:xfrm>
              <a:off x="5077600" y="1713250"/>
              <a:ext cx="757925" cy="928900"/>
            </a:xfrm>
            <a:custGeom>
              <a:avLst/>
              <a:gdLst/>
              <a:ahLst/>
              <a:cxnLst/>
              <a:rect l="l" t="t" r="r" b="b"/>
              <a:pathLst>
                <a:path w="30317" h="37156" extrusionOk="0">
                  <a:moveTo>
                    <a:pt x="3402" y="2625"/>
                  </a:moveTo>
                  <a:lnTo>
                    <a:pt x="3402" y="4437"/>
                  </a:lnTo>
                  <a:cubicBezTo>
                    <a:pt x="3402" y="4585"/>
                    <a:pt x="3513" y="4696"/>
                    <a:pt x="3661" y="4733"/>
                  </a:cubicBezTo>
                  <a:lnTo>
                    <a:pt x="10463" y="6618"/>
                  </a:lnTo>
                  <a:cubicBezTo>
                    <a:pt x="10490" y="6625"/>
                    <a:pt x="10516" y="6628"/>
                    <a:pt x="10542" y="6628"/>
                  </a:cubicBezTo>
                  <a:cubicBezTo>
                    <a:pt x="10661" y="6628"/>
                    <a:pt x="10772" y="6561"/>
                    <a:pt x="10833" y="6470"/>
                  </a:cubicBezTo>
                  <a:lnTo>
                    <a:pt x="12386" y="3919"/>
                  </a:lnTo>
                  <a:lnTo>
                    <a:pt x="12090" y="6470"/>
                  </a:lnTo>
                  <a:cubicBezTo>
                    <a:pt x="12090" y="6655"/>
                    <a:pt x="12201" y="6803"/>
                    <a:pt x="12349" y="6840"/>
                  </a:cubicBezTo>
                  <a:lnTo>
                    <a:pt x="22516" y="8467"/>
                  </a:lnTo>
                  <a:cubicBezTo>
                    <a:pt x="22541" y="8473"/>
                    <a:pt x="22566" y="8476"/>
                    <a:pt x="22591" y="8476"/>
                  </a:cubicBezTo>
                  <a:cubicBezTo>
                    <a:pt x="22711" y="8476"/>
                    <a:pt x="22818" y="8404"/>
                    <a:pt x="22848" y="8282"/>
                  </a:cubicBezTo>
                  <a:lnTo>
                    <a:pt x="23366" y="6803"/>
                  </a:lnTo>
                  <a:lnTo>
                    <a:pt x="23292" y="8356"/>
                  </a:lnTo>
                  <a:cubicBezTo>
                    <a:pt x="23292" y="8467"/>
                    <a:pt x="23292" y="8540"/>
                    <a:pt x="23366" y="8614"/>
                  </a:cubicBezTo>
                  <a:cubicBezTo>
                    <a:pt x="23440" y="8651"/>
                    <a:pt x="23514" y="8688"/>
                    <a:pt x="23588" y="8688"/>
                  </a:cubicBezTo>
                  <a:lnTo>
                    <a:pt x="29635" y="8480"/>
                  </a:lnTo>
                  <a:lnTo>
                    <a:pt x="29635" y="8480"/>
                  </a:lnTo>
                  <a:cubicBezTo>
                    <a:pt x="29619" y="8580"/>
                    <a:pt x="29600" y="8699"/>
                    <a:pt x="29577" y="8836"/>
                  </a:cubicBezTo>
                  <a:cubicBezTo>
                    <a:pt x="29244" y="10426"/>
                    <a:pt x="28394" y="14493"/>
                    <a:pt x="27322" y="18523"/>
                  </a:cubicBezTo>
                  <a:cubicBezTo>
                    <a:pt x="26767" y="20556"/>
                    <a:pt x="26139" y="22589"/>
                    <a:pt x="25510" y="24253"/>
                  </a:cubicBezTo>
                  <a:cubicBezTo>
                    <a:pt x="24882" y="25954"/>
                    <a:pt x="24179" y="27322"/>
                    <a:pt x="23551" y="28024"/>
                  </a:cubicBezTo>
                  <a:cubicBezTo>
                    <a:pt x="22183" y="29614"/>
                    <a:pt x="19521" y="31758"/>
                    <a:pt x="16822" y="33496"/>
                  </a:cubicBezTo>
                  <a:cubicBezTo>
                    <a:pt x="15491" y="34383"/>
                    <a:pt x="14160" y="35122"/>
                    <a:pt x="12940" y="35677"/>
                  </a:cubicBezTo>
                  <a:cubicBezTo>
                    <a:pt x="11757" y="36232"/>
                    <a:pt x="10685" y="36527"/>
                    <a:pt x="9983" y="36527"/>
                  </a:cubicBezTo>
                  <a:cubicBezTo>
                    <a:pt x="9761" y="36527"/>
                    <a:pt x="9576" y="36490"/>
                    <a:pt x="9428" y="36453"/>
                  </a:cubicBezTo>
                  <a:cubicBezTo>
                    <a:pt x="9169" y="36342"/>
                    <a:pt x="8874" y="36084"/>
                    <a:pt x="8504" y="35714"/>
                  </a:cubicBezTo>
                  <a:cubicBezTo>
                    <a:pt x="7247" y="34383"/>
                    <a:pt x="5583" y="31610"/>
                    <a:pt x="4141" y="28616"/>
                  </a:cubicBezTo>
                  <a:cubicBezTo>
                    <a:pt x="2700" y="25621"/>
                    <a:pt x="1443" y="22441"/>
                    <a:pt x="925" y="20297"/>
                  </a:cubicBezTo>
                  <a:cubicBezTo>
                    <a:pt x="703" y="19410"/>
                    <a:pt x="592" y="18153"/>
                    <a:pt x="592" y="16674"/>
                  </a:cubicBezTo>
                  <a:cubicBezTo>
                    <a:pt x="592" y="12829"/>
                    <a:pt x="1258" y="7653"/>
                    <a:pt x="1775" y="4178"/>
                  </a:cubicBezTo>
                  <a:cubicBezTo>
                    <a:pt x="1819" y="3842"/>
                    <a:pt x="1862" y="3523"/>
                    <a:pt x="1904" y="3222"/>
                  </a:cubicBezTo>
                  <a:lnTo>
                    <a:pt x="1904" y="3222"/>
                  </a:lnTo>
                  <a:lnTo>
                    <a:pt x="1960" y="4474"/>
                  </a:lnTo>
                  <a:cubicBezTo>
                    <a:pt x="1960" y="4622"/>
                    <a:pt x="2071" y="4733"/>
                    <a:pt x="2219" y="4769"/>
                  </a:cubicBezTo>
                  <a:cubicBezTo>
                    <a:pt x="2367" y="4769"/>
                    <a:pt x="2515" y="4696"/>
                    <a:pt x="2552" y="4585"/>
                  </a:cubicBezTo>
                  <a:lnTo>
                    <a:pt x="3402" y="2625"/>
                  </a:lnTo>
                  <a:close/>
                  <a:moveTo>
                    <a:pt x="2071" y="0"/>
                  </a:moveTo>
                  <a:cubicBezTo>
                    <a:pt x="1923" y="0"/>
                    <a:pt x="1812" y="111"/>
                    <a:pt x="1775" y="259"/>
                  </a:cubicBezTo>
                  <a:cubicBezTo>
                    <a:pt x="1775" y="259"/>
                    <a:pt x="1479" y="1812"/>
                    <a:pt x="1147" y="4067"/>
                  </a:cubicBezTo>
                  <a:cubicBezTo>
                    <a:pt x="629" y="7579"/>
                    <a:pt x="1" y="12755"/>
                    <a:pt x="1" y="16674"/>
                  </a:cubicBezTo>
                  <a:cubicBezTo>
                    <a:pt x="1" y="18190"/>
                    <a:pt x="75" y="19484"/>
                    <a:pt x="333" y="20445"/>
                  </a:cubicBezTo>
                  <a:cubicBezTo>
                    <a:pt x="962" y="22996"/>
                    <a:pt x="2515" y="26804"/>
                    <a:pt x="4215" y="30168"/>
                  </a:cubicBezTo>
                  <a:cubicBezTo>
                    <a:pt x="5103" y="31832"/>
                    <a:pt x="5990" y="33385"/>
                    <a:pt x="6840" y="34605"/>
                  </a:cubicBezTo>
                  <a:cubicBezTo>
                    <a:pt x="7247" y="35233"/>
                    <a:pt x="7654" y="35751"/>
                    <a:pt x="8060" y="36158"/>
                  </a:cubicBezTo>
                  <a:cubicBezTo>
                    <a:pt x="8430" y="36564"/>
                    <a:pt x="8800" y="36860"/>
                    <a:pt x="9206" y="37008"/>
                  </a:cubicBezTo>
                  <a:cubicBezTo>
                    <a:pt x="9428" y="37119"/>
                    <a:pt x="9724" y="37156"/>
                    <a:pt x="9983" y="37156"/>
                  </a:cubicBezTo>
                  <a:cubicBezTo>
                    <a:pt x="10870" y="37156"/>
                    <a:pt x="11979" y="36786"/>
                    <a:pt x="13199" y="36232"/>
                  </a:cubicBezTo>
                  <a:cubicBezTo>
                    <a:pt x="16896" y="34531"/>
                    <a:pt x="21813" y="30945"/>
                    <a:pt x="24032" y="28431"/>
                  </a:cubicBezTo>
                  <a:cubicBezTo>
                    <a:pt x="24845" y="27506"/>
                    <a:pt x="25621" y="25806"/>
                    <a:pt x="26361" y="23735"/>
                  </a:cubicBezTo>
                  <a:cubicBezTo>
                    <a:pt x="28542" y="17561"/>
                    <a:pt x="30317" y="8245"/>
                    <a:pt x="30317" y="8245"/>
                  </a:cubicBezTo>
                  <a:cubicBezTo>
                    <a:pt x="30317" y="8134"/>
                    <a:pt x="30280" y="8060"/>
                    <a:pt x="30243" y="7986"/>
                  </a:cubicBezTo>
                  <a:cubicBezTo>
                    <a:pt x="30169" y="7912"/>
                    <a:pt x="30095" y="7875"/>
                    <a:pt x="29984" y="7875"/>
                  </a:cubicBezTo>
                  <a:lnTo>
                    <a:pt x="23921" y="8060"/>
                  </a:lnTo>
                  <a:lnTo>
                    <a:pt x="24105" y="4659"/>
                  </a:lnTo>
                  <a:cubicBezTo>
                    <a:pt x="24105" y="4511"/>
                    <a:pt x="23995" y="4400"/>
                    <a:pt x="23847" y="4363"/>
                  </a:cubicBezTo>
                  <a:cubicBezTo>
                    <a:pt x="23821" y="4356"/>
                    <a:pt x="23796" y="4353"/>
                    <a:pt x="23771" y="4353"/>
                  </a:cubicBezTo>
                  <a:cubicBezTo>
                    <a:pt x="23651" y="4353"/>
                    <a:pt x="23545" y="4425"/>
                    <a:pt x="23514" y="4548"/>
                  </a:cubicBezTo>
                  <a:lnTo>
                    <a:pt x="22331" y="7838"/>
                  </a:lnTo>
                  <a:lnTo>
                    <a:pt x="12756" y="6248"/>
                  </a:lnTo>
                  <a:lnTo>
                    <a:pt x="13125" y="2625"/>
                  </a:lnTo>
                  <a:cubicBezTo>
                    <a:pt x="13162" y="2477"/>
                    <a:pt x="13051" y="2329"/>
                    <a:pt x="12940" y="2292"/>
                  </a:cubicBezTo>
                  <a:cubicBezTo>
                    <a:pt x="12905" y="2284"/>
                    <a:pt x="12871" y="2279"/>
                    <a:pt x="12837" y="2279"/>
                  </a:cubicBezTo>
                  <a:cubicBezTo>
                    <a:pt x="12727" y="2279"/>
                    <a:pt x="12627" y="2327"/>
                    <a:pt x="12571" y="2440"/>
                  </a:cubicBezTo>
                  <a:lnTo>
                    <a:pt x="10426" y="5953"/>
                  </a:lnTo>
                  <a:lnTo>
                    <a:pt x="4030" y="4215"/>
                  </a:lnTo>
                  <a:lnTo>
                    <a:pt x="4030" y="1146"/>
                  </a:lnTo>
                  <a:cubicBezTo>
                    <a:pt x="4030" y="998"/>
                    <a:pt x="3920" y="851"/>
                    <a:pt x="3772" y="851"/>
                  </a:cubicBezTo>
                  <a:cubicBezTo>
                    <a:pt x="3752" y="844"/>
                    <a:pt x="3731" y="841"/>
                    <a:pt x="3710" y="841"/>
                  </a:cubicBezTo>
                  <a:cubicBezTo>
                    <a:pt x="3611" y="841"/>
                    <a:pt x="3500" y="907"/>
                    <a:pt x="3439" y="998"/>
                  </a:cubicBezTo>
                  <a:lnTo>
                    <a:pt x="2515" y="3143"/>
                  </a:lnTo>
                  <a:lnTo>
                    <a:pt x="2367" y="296"/>
                  </a:lnTo>
                  <a:cubicBezTo>
                    <a:pt x="2367" y="148"/>
                    <a:pt x="2256" y="0"/>
                    <a:pt x="20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53"/>
            <p:cNvSpPr/>
            <p:nvPr/>
          </p:nvSpPr>
          <p:spPr>
            <a:xfrm>
              <a:off x="5244900" y="1952525"/>
              <a:ext cx="58250" cy="99150"/>
            </a:xfrm>
            <a:custGeom>
              <a:avLst/>
              <a:gdLst/>
              <a:ahLst/>
              <a:cxnLst/>
              <a:rect l="l" t="t" r="r" b="b"/>
              <a:pathLst>
                <a:path w="2330" h="3966" extrusionOk="0">
                  <a:moveTo>
                    <a:pt x="1335" y="0"/>
                  </a:moveTo>
                  <a:cubicBezTo>
                    <a:pt x="801" y="0"/>
                    <a:pt x="253" y="791"/>
                    <a:pt x="111" y="1853"/>
                  </a:cubicBezTo>
                  <a:cubicBezTo>
                    <a:pt x="0" y="2962"/>
                    <a:pt x="333" y="3887"/>
                    <a:pt x="888" y="3961"/>
                  </a:cubicBezTo>
                  <a:cubicBezTo>
                    <a:pt x="913" y="3964"/>
                    <a:pt x="938" y="3965"/>
                    <a:pt x="962" y="3965"/>
                  </a:cubicBezTo>
                  <a:cubicBezTo>
                    <a:pt x="1525" y="3965"/>
                    <a:pt x="2040" y="3174"/>
                    <a:pt x="2182" y="2112"/>
                  </a:cubicBezTo>
                  <a:cubicBezTo>
                    <a:pt x="2329" y="1040"/>
                    <a:pt x="1960" y="79"/>
                    <a:pt x="1405" y="5"/>
                  </a:cubicBezTo>
                  <a:cubicBezTo>
                    <a:pt x="1382" y="2"/>
                    <a:pt x="1358" y="0"/>
                    <a:pt x="1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53"/>
            <p:cNvSpPr/>
            <p:nvPr/>
          </p:nvSpPr>
          <p:spPr>
            <a:xfrm>
              <a:off x="5536975" y="2026450"/>
              <a:ext cx="58250" cy="99150"/>
            </a:xfrm>
            <a:custGeom>
              <a:avLst/>
              <a:gdLst/>
              <a:ahLst/>
              <a:cxnLst/>
              <a:rect l="l" t="t" r="r" b="b"/>
              <a:pathLst>
                <a:path w="2330" h="3966" extrusionOk="0">
                  <a:moveTo>
                    <a:pt x="1337" y="1"/>
                  </a:moveTo>
                  <a:cubicBezTo>
                    <a:pt x="803" y="1"/>
                    <a:pt x="253" y="825"/>
                    <a:pt x="111" y="1854"/>
                  </a:cubicBezTo>
                  <a:cubicBezTo>
                    <a:pt x="0" y="2963"/>
                    <a:pt x="333" y="3887"/>
                    <a:pt x="887" y="3961"/>
                  </a:cubicBezTo>
                  <a:cubicBezTo>
                    <a:pt x="912" y="3964"/>
                    <a:pt x="937" y="3966"/>
                    <a:pt x="962" y="3966"/>
                  </a:cubicBezTo>
                  <a:cubicBezTo>
                    <a:pt x="1525" y="3966"/>
                    <a:pt x="2040" y="3175"/>
                    <a:pt x="2181" y="2113"/>
                  </a:cubicBezTo>
                  <a:cubicBezTo>
                    <a:pt x="2329" y="1041"/>
                    <a:pt x="1959" y="79"/>
                    <a:pt x="1405" y="5"/>
                  </a:cubicBezTo>
                  <a:cubicBezTo>
                    <a:pt x="1382" y="2"/>
                    <a:pt x="1360" y="1"/>
                    <a:pt x="13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53"/>
            <p:cNvSpPr/>
            <p:nvPr/>
          </p:nvSpPr>
          <p:spPr>
            <a:xfrm>
              <a:off x="2665128" y="2474135"/>
              <a:ext cx="115550" cy="226450"/>
            </a:xfrm>
            <a:custGeom>
              <a:avLst/>
              <a:gdLst/>
              <a:ahLst/>
              <a:cxnLst/>
              <a:rect l="l" t="t" r="r" b="b"/>
              <a:pathLst>
                <a:path w="4622" h="9058" extrusionOk="0">
                  <a:moveTo>
                    <a:pt x="4326" y="0"/>
                  </a:moveTo>
                  <a:cubicBezTo>
                    <a:pt x="4141" y="0"/>
                    <a:pt x="3993" y="111"/>
                    <a:pt x="3993" y="296"/>
                  </a:cubicBezTo>
                  <a:cubicBezTo>
                    <a:pt x="3993" y="296"/>
                    <a:pt x="3993" y="333"/>
                    <a:pt x="3993" y="444"/>
                  </a:cubicBezTo>
                  <a:cubicBezTo>
                    <a:pt x="3956" y="739"/>
                    <a:pt x="3845" y="1516"/>
                    <a:pt x="3660" y="2292"/>
                  </a:cubicBezTo>
                  <a:cubicBezTo>
                    <a:pt x="3586" y="2699"/>
                    <a:pt x="3475" y="3106"/>
                    <a:pt x="3328" y="3401"/>
                  </a:cubicBezTo>
                  <a:cubicBezTo>
                    <a:pt x="3217" y="3734"/>
                    <a:pt x="3032" y="3956"/>
                    <a:pt x="2921" y="4067"/>
                  </a:cubicBezTo>
                  <a:cubicBezTo>
                    <a:pt x="2477" y="4436"/>
                    <a:pt x="1775" y="4917"/>
                    <a:pt x="1183" y="5398"/>
                  </a:cubicBezTo>
                  <a:cubicBezTo>
                    <a:pt x="888" y="5657"/>
                    <a:pt x="592" y="5915"/>
                    <a:pt x="370" y="6137"/>
                  </a:cubicBezTo>
                  <a:cubicBezTo>
                    <a:pt x="185" y="6396"/>
                    <a:pt x="0" y="6655"/>
                    <a:pt x="0" y="6987"/>
                  </a:cubicBezTo>
                  <a:cubicBezTo>
                    <a:pt x="0" y="7468"/>
                    <a:pt x="296" y="7949"/>
                    <a:pt x="814" y="8355"/>
                  </a:cubicBezTo>
                  <a:cubicBezTo>
                    <a:pt x="1331" y="8762"/>
                    <a:pt x="2071" y="9058"/>
                    <a:pt x="3069" y="9058"/>
                  </a:cubicBezTo>
                  <a:lnTo>
                    <a:pt x="3439" y="9058"/>
                  </a:lnTo>
                  <a:cubicBezTo>
                    <a:pt x="3586" y="9058"/>
                    <a:pt x="3734" y="8910"/>
                    <a:pt x="3734" y="8725"/>
                  </a:cubicBezTo>
                  <a:cubicBezTo>
                    <a:pt x="3697" y="8540"/>
                    <a:pt x="3549" y="8429"/>
                    <a:pt x="3402" y="8429"/>
                  </a:cubicBezTo>
                  <a:cubicBezTo>
                    <a:pt x="3291" y="8466"/>
                    <a:pt x="3180" y="8466"/>
                    <a:pt x="3069" y="8466"/>
                  </a:cubicBezTo>
                  <a:cubicBezTo>
                    <a:pt x="2218" y="8466"/>
                    <a:pt x="1590" y="8208"/>
                    <a:pt x="1183" y="7875"/>
                  </a:cubicBezTo>
                  <a:cubicBezTo>
                    <a:pt x="777" y="7579"/>
                    <a:pt x="592" y="7172"/>
                    <a:pt x="629" y="6987"/>
                  </a:cubicBezTo>
                  <a:cubicBezTo>
                    <a:pt x="592" y="6914"/>
                    <a:pt x="666" y="6766"/>
                    <a:pt x="851" y="6544"/>
                  </a:cubicBezTo>
                  <a:cubicBezTo>
                    <a:pt x="1109" y="6248"/>
                    <a:pt x="1553" y="5878"/>
                    <a:pt x="2034" y="5546"/>
                  </a:cubicBezTo>
                  <a:cubicBezTo>
                    <a:pt x="2477" y="5176"/>
                    <a:pt x="2958" y="4843"/>
                    <a:pt x="3328" y="4547"/>
                  </a:cubicBezTo>
                  <a:cubicBezTo>
                    <a:pt x="3623" y="4289"/>
                    <a:pt x="3808" y="3919"/>
                    <a:pt x="3956" y="3475"/>
                  </a:cubicBezTo>
                  <a:cubicBezTo>
                    <a:pt x="4437" y="2181"/>
                    <a:pt x="4585" y="370"/>
                    <a:pt x="4622" y="333"/>
                  </a:cubicBezTo>
                  <a:cubicBezTo>
                    <a:pt x="4622" y="185"/>
                    <a:pt x="4511" y="37"/>
                    <a:pt x="4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53"/>
            <p:cNvSpPr/>
            <p:nvPr/>
          </p:nvSpPr>
          <p:spPr>
            <a:xfrm>
              <a:off x="5280025" y="2266300"/>
              <a:ext cx="187650" cy="53300"/>
            </a:xfrm>
            <a:custGeom>
              <a:avLst/>
              <a:gdLst/>
              <a:ahLst/>
              <a:cxnLst/>
              <a:rect l="l" t="t" r="r" b="b"/>
              <a:pathLst>
                <a:path w="7506" h="2132" extrusionOk="0">
                  <a:moveTo>
                    <a:pt x="330" y="0"/>
                  </a:moveTo>
                  <a:cubicBezTo>
                    <a:pt x="257" y="0"/>
                    <a:pt x="180" y="29"/>
                    <a:pt x="111" y="98"/>
                  </a:cubicBezTo>
                  <a:cubicBezTo>
                    <a:pt x="0" y="209"/>
                    <a:pt x="0" y="393"/>
                    <a:pt x="111" y="504"/>
                  </a:cubicBezTo>
                  <a:cubicBezTo>
                    <a:pt x="148" y="541"/>
                    <a:pt x="518" y="911"/>
                    <a:pt x="1183" y="1318"/>
                  </a:cubicBezTo>
                  <a:cubicBezTo>
                    <a:pt x="1886" y="1724"/>
                    <a:pt x="2884" y="2131"/>
                    <a:pt x="4141" y="2131"/>
                  </a:cubicBezTo>
                  <a:cubicBezTo>
                    <a:pt x="5065" y="2131"/>
                    <a:pt x="6137" y="1909"/>
                    <a:pt x="7283" y="1318"/>
                  </a:cubicBezTo>
                  <a:cubicBezTo>
                    <a:pt x="7431" y="1244"/>
                    <a:pt x="7505" y="1059"/>
                    <a:pt x="7431" y="911"/>
                  </a:cubicBezTo>
                  <a:cubicBezTo>
                    <a:pt x="7377" y="803"/>
                    <a:pt x="7264" y="734"/>
                    <a:pt x="7149" y="734"/>
                  </a:cubicBezTo>
                  <a:cubicBezTo>
                    <a:pt x="7107" y="734"/>
                    <a:pt x="7064" y="743"/>
                    <a:pt x="7025" y="763"/>
                  </a:cubicBezTo>
                  <a:cubicBezTo>
                    <a:pt x="5916" y="1318"/>
                    <a:pt x="4954" y="1503"/>
                    <a:pt x="4141" y="1503"/>
                  </a:cubicBezTo>
                  <a:cubicBezTo>
                    <a:pt x="3032" y="1503"/>
                    <a:pt x="2108" y="1133"/>
                    <a:pt x="1516" y="800"/>
                  </a:cubicBezTo>
                  <a:cubicBezTo>
                    <a:pt x="1183" y="615"/>
                    <a:pt x="961" y="430"/>
                    <a:pt x="814" y="319"/>
                  </a:cubicBezTo>
                  <a:cubicBezTo>
                    <a:pt x="703" y="246"/>
                    <a:pt x="666" y="172"/>
                    <a:pt x="629" y="135"/>
                  </a:cubicBezTo>
                  <a:lnTo>
                    <a:pt x="592" y="98"/>
                  </a:lnTo>
                  <a:lnTo>
                    <a:pt x="555" y="98"/>
                  </a:lnTo>
                  <a:cubicBezTo>
                    <a:pt x="495" y="38"/>
                    <a:pt x="415" y="0"/>
                    <a:pt x="3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53"/>
            <p:cNvSpPr/>
            <p:nvPr/>
          </p:nvSpPr>
          <p:spPr>
            <a:xfrm>
              <a:off x="5198675" y="1847275"/>
              <a:ext cx="183950" cy="47850"/>
            </a:xfrm>
            <a:custGeom>
              <a:avLst/>
              <a:gdLst/>
              <a:ahLst/>
              <a:cxnLst/>
              <a:rect l="l" t="t" r="r" b="b"/>
              <a:pathLst>
                <a:path w="7358" h="1914" extrusionOk="0">
                  <a:moveTo>
                    <a:pt x="3180" y="0"/>
                  </a:moveTo>
                  <a:cubicBezTo>
                    <a:pt x="1369" y="0"/>
                    <a:pt x="186" y="850"/>
                    <a:pt x="149" y="850"/>
                  </a:cubicBezTo>
                  <a:cubicBezTo>
                    <a:pt x="38" y="961"/>
                    <a:pt x="1" y="1146"/>
                    <a:pt x="75" y="1294"/>
                  </a:cubicBezTo>
                  <a:cubicBezTo>
                    <a:pt x="140" y="1381"/>
                    <a:pt x="230" y="1416"/>
                    <a:pt x="323" y="1416"/>
                  </a:cubicBezTo>
                  <a:cubicBezTo>
                    <a:pt x="390" y="1416"/>
                    <a:pt x="457" y="1399"/>
                    <a:pt x="518" y="1368"/>
                  </a:cubicBezTo>
                  <a:cubicBezTo>
                    <a:pt x="629" y="1294"/>
                    <a:pt x="1664" y="592"/>
                    <a:pt x="3180" y="592"/>
                  </a:cubicBezTo>
                  <a:cubicBezTo>
                    <a:pt x="4215" y="592"/>
                    <a:pt x="5435" y="887"/>
                    <a:pt x="6803" y="1849"/>
                  </a:cubicBezTo>
                  <a:cubicBezTo>
                    <a:pt x="6862" y="1892"/>
                    <a:pt x="6926" y="1913"/>
                    <a:pt x="6989" y="1913"/>
                  </a:cubicBezTo>
                  <a:cubicBezTo>
                    <a:pt x="7086" y="1913"/>
                    <a:pt x="7180" y="1864"/>
                    <a:pt x="7247" y="1775"/>
                  </a:cubicBezTo>
                  <a:cubicBezTo>
                    <a:pt x="7358" y="1627"/>
                    <a:pt x="7321" y="1442"/>
                    <a:pt x="7173" y="1331"/>
                  </a:cubicBezTo>
                  <a:cubicBezTo>
                    <a:pt x="5694" y="333"/>
                    <a:pt x="4326" y="0"/>
                    <a:pt x="31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53"/>
            <p:cNvSpPr/>
            <p:nvPr/>
          </p:nvSpPr>
          <p:spPr>
            <a:xfrm>
              <a:off x="5505550" y="1911950"/>
              <a:ext cx="212600" cy="70275"/>
            </a:xfrm>
            <a:custGeom>
              <a:avLst/>
              <a:gdLst/>
              <a:ahLst/>
              <a:cxnLst/>
              <a:rect l="l" t="t" r="r" b="b"/>
              <a:pathLst>
                <a:path w="8504" h="2811" extrusionOk="0">
                  <a:moveTo>
                    <a:pt x="3290" y="1"/>
                  </a:moveTo>
                  <a:cubicBezTo>
                    <a:pt x="1479" y="1"/>
                    <a:pt x="222" y="740"/>
                    <a:pt x="185" y="740"/>
                  </a:cubicBezTo>
                  <a:cubicBezTo>
                    <a:pt x="37" y="851"/>
                    <a:pt x="0" y="1036"/>
                    <a:pt x="74" y="1184"/>
                  </a:cubicBezTo>
                  <a:cubicBezTo>
                    <a:pt x="123" y="1283"/>
                    <a:pt x="238" y="1332"/>
                    <a:pt x="342" y="1332"/>
                  </a:cubicBezTo>
                  <a:cubicBezTo>
                    <a:pt x="394" y="1332"/>
                    <a:pt x="444" y="1320"/>
                    <a:pt x="481" y="1295"/>
                  </a:cubicBezTo>
                  <a:lnTo>
                    <a:pt x="518" y="1295"/>
                  </a:lnTo>
                  <a:cubicBezTo>
                    <a:pt x="629" y="1221"/>
                    <a:pt x="1738" y="592"/>
                    <a:pt x="3290" y="592"/>
                  </a:cubicBezTo>
                  <a:cubicBezTo>
                    <a:pt x="4621" y="629"/>
                    <a:pt x="6285" y="1036"/>
                    <a:pt x="7949" y="2700"/>
                  </a:cubicBezTo>
                  <a:cubicBezTo>
                    <a:pt x="8023" y="2774"/>
                    <a:pt x="8106" y="2811"/>
                    <a:pt x="8184" y="2811"/>
                  </a:cubicBezTo>
                  <a:cubicBezTo>
                    <a:pt x="8263" y="2811"/>
                    <a:pt x="8337" y="2774"/>
                    <a:pt x="8392" y="2700"/>
                  </a:cubicBezTo>
                  <a:cubicBezTo>
                    <a:pt x="8503" y="2589"/>
                    <a:pt x="8503" y="2404"/>
                    <a:pt x="8392" y="2293"/>
                  </a:cubicBezTo>
                  <a:cubicBezTo>
                    <a:pt x="6618" y="519"/>
                    <a:pt x="4769" y="1"/>
                    <a:pt x="32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53"/>
            <p:cNvSpPr/>
            <p:nvPr/>
          </p:nvSpPr>
          <p:spPr>
            <a:xfrm>
              <a:off x="5480575" y="1777950"/>
              <a:ext cx="517625" cy="1736725"/>
            </a:xfrm>
            <a:custGeom>
              <a:avLst/>
              <a:gdLst/>
              <a:ahLst/>
              <a:cxnLst/>
              <a:rect l="l" t="t" r="r" b="b"/>
              <a:pathLst>
                <a:path w="20705" h="69469" extrusionOk="0">
                  <a:moveTo>
                    <a:pt x="20704" y="0"/>
                  </a:moveTo>
                  <a:lnTo>
                    <a:pt x="14900" y="1849"/>
                  </a:lnTo>
                  <a:cubicBezTo>
                    <a:pt x="14900" y="1849"/>
                    <a:pt x="7247" y="25251"/>
                    <a:pt x="4363" y="37858"/>
                  </a:cubicBezTo>
                  <a:cubicBezTo>
                    <a:pt x="1480" y="50465"/>
                    <a:pt x="1" y="64181"/>
                    <a:pt x="223" y="68100"/>
                  </a:cubicBezTo>
                  <a:lnTo>
                    <a:pt x="3587" y="69468"/>
                  </a:lnTo>
                  <a:cubicBezTo>
                    <a:pt x="6508" y="64144"/>
                    <a:pt x="14345" y="44550"/>
                    <a:pt x="16157" y="33718"/>
                  </a:cubicBezTo>
                  <a:cubicBezTo>
                    <a:pt x="18006" y="22552"/>
                    <a:pt x="20704" y="4363"/>
                    <a:pt x="207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53"/>
            <p:cNvSpPr/>
            <p:nvPr/>
          </p:nvSpPr>
          <p:spPr>
            <a:xfrm>
              <a:off x="5570225" y="3154175"/>
              <a:ext cx="155325" cy="360500"/>
            </a:xfrm>
            <a:custGeom>
              <a:avLst/>
              <a:gdLst/>
              <a:ahLst/>
              <a:cxnLst/>
              <a:rect l="l" t="t" r="r" b="b"/>
              <a:pathLst>
                <a:path w="6213" h="14420" extrusionOk="0">
                  <a:moveTo>
                    <a:pt x="1" y="14419"/>
                  </a:moveTo>
                  <a:lnTo>
                    <a:pt x="1" y="14419"/>
                  </a:lnTo>
                  <a:cubicBezTo>
                    <a:pt x="1369" y="11942"/>
                    <a:pt x="3809" y="6360"/>
                    <a:pt x="6212" y="1"/>
                  </a:cubicBezTo>
                  <a:lnTo>
                    <a:pt x="6212" y="1"/>
                  </a:lnTo>
                  <a:cubicBezTo>
                    <a:pt x="3809" y="6360"/>
                    <a:pt x="1369" y="11942"/>
                    <a:pt x="1" y="1441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53"/>
            <p:cNvSpPr/>
            <p:nvPr/>
          </p:nvSpPr>
          <p:spPr>
            <a:xfrm>
              <a:off x="5491675" y="2504425"/>
              <a:ext cx="281925" cy="1010250"/>
            </a:xfrm>
            <a:custGeom>
              <a:avLst/>
              <a:gdLst/>
              <a:ahLst/>
              <a:cxnLst/>
              <a:rect l="l" t="t" r="r" b="b"/>
              <a:pathLst>
                <a:path w="11277" h="40410" extrusionOk="0">
                  <a:moveTo>
                    <a:pt x="11277" y="0"/>
                  </a:moveTo>
                  <a:lnTo>
                    <a:pt x="2995" y="33422"/>
                  </a:lnTo>
                  <a:lnTo>
                    <a:pt x="7210" y="6840"/>
                  </a:lnTo>
                  <a:lnTo>
                    <a:pt x="185" y="33200"/>
                  </a:lnTo>
                  <a:cubicBezTo>
                    <a:pt x="0" y="35603"/>
                    <a:pt x="37" y="37562"/>
                    <a:pt x="0" y="39152"/>
                  </a:cubicBezTo>
                  <a:lnTo>
                    <a:pt x="3143" y="40409"/>
                  </a:lnTo>
                  <a:cubicBezTo>
                    <a:pt x="4511" y="37932"/>
                    <a:pt x="6951" y="32350"/>
                    <a:pt x="9354" y="25991"/>
                  </a:cubicBezTo>
                  <a:cubicBezTo>
                    <a:pt x="9428" y="25732"/>
                    <a:pt x="9539" y="25473"/>
                    <a:pt x="9613" y="25177"/>
                  </a:cubicBezTo>
                  <a:lnTo>
                    <a:pt x="9613" y="25177"/>
                  </a:lnTo>
                  <a:lnTo>
                    <a:pt x="6951" y="29133"/>
                  </a:lnTo>
                  <a:lnTo>
                    <a:pt x="112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53"/>
            <p:cNvSpPr/>
            <p:nvPr/>
          </p:nvSpPr>
          <p:spPr>
            <a:xfrm>
              <a:off x="5477800" y="1770550"/>
              <a:ext cx="527800" cy="1752225"/>
            </a:xfrm>
            <a:custGeom>
              <a:avLst/>
              <a:gdLst/>
              <a:ahLst/>
              <a:cxnLst/>
              <a:rect l="l" t="t" r="r" b="b"/>
              <a:pathLst>
                <a:path w="21112" h="70089" extrusionOk="0">
                  <a:moveTo>
                    <a:pt x="20815" y="0"/>
                  </a:moveTo>
                  <a:cubicBezTo>
                    <a:pt x="20667" y="0"/>
                    <a:pt x="20520" y="111"/>
                    <a:pt x="20520" y="296"/>
                  </a:cubicBezTo>
                  <a:cubicBezTo>
                    <a:pt x="20520" y="2441"/>
                    <a:pt x="19854" y="8060"/>
                    <a:pt x="18930" y="14567"/>
                  </a:cubicBezTo>
                  <a:cubicBezTo>
                    <a:pt x="18043" y="21037"/>
                    <a:pt x="16896" y="28394"/>
                    <a:pt x="15972" y="33977"/>
                  </a:cubicBezTo>
                  <a:cubicBezTo>
                    <a:pt x="15085" y="39337"/>
                    <a:pt x="12645" y="46953"/>
                    <a:pt x="10131" y="53867"/>
                  </a:cubicBezTo>
                  <a:cubicBezTo>
                    <a:pt x="7648" y="60597"/>
                    <a:pt x="5024" y="66662"/>
                    <a:pt x="3557" y="69400"/>
                  </a:cubicBezTo>
                  <a:lnTo>
                    <a:pt x="3557" y="69400"/>
                  </a:lnTo>
                  <a:lnTo>
                    <a:pt x="622" y="68175"/>
                  </a:lnTo>
                  <a:lnTo>
                    <a:pt x="622" y="68175"/>
                  </a:lnTo>
                  <a:cubicBezTo>
                    <a:pt x="611" y="67985"/>
                    <a:pt x="592" y="67784"/>
                    <a:pt x="592" y="67546"/>
                  </a:cubicBezTo>
                  <a:cubicBezTo>
                    <a:pt x="592" y="62814"/>
                    <a:pt x="2071" y="50022"/>
                    <a:pt x="4770" y="38228"/>
                  </a:cubicBezTo>
                  <a:cubicBezTo>
                    <a:pt x="6212" y="31943"/>
                    <a:pt x="8874" y="22922"/>
                    <a:pt x="11129" y="15528"/>
                  </a:cubicBezTo>
                  <a:cubicBezTo>
                    <a:pt x="12275" y="11794"/>
                    <a:pt x="13310" y="8504"/>
                    <a:pt x="14087" y="6101"/>
                  </a:cubicBezTo>
                  <a:cubicBezTo>
                    <a:pt x="14456" y="4918"/>
                    <a:pt x="14789" y="3956"/>
                    <a:pt x="14974" y="3291"/>
                  </a:cubicBezTo>
                  <a:cubicBezTo>
                    <a:pt x="15196" y="2625"/>
                    <a:pt x="15307" y="2256"/>
                    <a:pt x="15307" y="2256"/>
                  </a:cubicBezTo>
                  <a:cubicBezTo>
                    <a:pt x="15381" y="2108"/>
                    <a:pt x="15270" y="1923"/>
                    <a:pt x="15122" y="1849"/>
                  </a:cubicBezTo>
                  <a:cubicBezTo>
                    <a:pt x="15097" y="1843"/>
                    <a:pt x="15072" y="1840"/>
                    <a:pt x="15046" y="1840"/>
                  </a:cubicBezTo>
                  <a:cubicBezTo>
                    <a:pt x="14917" y="1840"/>
                    <a:pt x="14783" y="1917"/>
                    <a:pt x="14752" y="2071"/>
                  </a:cubicBezTo>
                  <a:cubicBezTo>
                    <a:pt x="14715" y="2071"/>
                    <a:pt x="7062" y="25436"/>
                    <a:pt x="4179" y="38080"/>
                  </a:cubicBezTo>
                  <a:cubicBezTo>
                    <a:pt x="1443" y="49948"/>
                    <a:pt x="1" y="62740"/>
                    <a:pt x="1" y="67546"/>
                  </a:cubicBezTo>
                  <a:cubicBezTo>
                    <a:pt x="1" y="67879"/>
                    <a:pt x="1" y="68174"/>
                    <a:pt x="1" y="68433"/>
                  </a:cubicBezTo>
                  <a:cubicBezTo>
                    <a:pt x="1" y="68544"/>
                    <a:pt x="75" y="68655"/>
                    <a:pt x="186" y="68692"/>
                  </a:cubicBezTo>
                  <a:lnTo>
                    <a:pt x="3587" y="70060"/>
                  </a:lnTo>
                  <a:cubicBezTo>
                    <a:pt x="3627" y="70080"/>
                    <a:pt x="3666" y="70089"/>
                    <a:pt x="3705" y="70089"/>
                  </a:cubicBezTo>
                  <a:cubicBezTo>
                    <a:pt x="3809" y="70089"/>
                    <a:pt x="3903" y="70020"/>
                    <a:pt x="3957" y="69912"/>
                  </a:cubicBezTo>
                  <a:cubicBezTo>
                    <a:pt x="5436" y="67250"/>
                    <a:pt x="8134" y="61002"/>
                    <a:pt x="10685" y="54089"/>
                  </a:cubicBezTo>
                  <a:cubicBezTo>
                    <a:pt x="13236" y="47138"/>
                    <a:pt x="15676" y="39522"/>
                    <a:pt x="16564" y="34087"/>
                  </a:cubicBezTo>
                  <a:cubicBezTo>
                    <a:pt x="17488" y="28468"/>
                    <a:pt x="18634" y="21148"/>
                    <a:pt x="19558" y="14641"/>
                  </a:cubicBezTo>
                  <a:cubicBezTo>
                    <a:pt x="20446" y="8134"/>
                    <a:pt x="21111" y="2514"/>
                    <a:pt x="21111" y="296"/>
                  </a:cubicBezTo>
                  <a:cubicBezTo>
                    <a:pt x="21111" y="111"/>
                    <a:pt x="21000" y="0"/>
                    <a:pt x="208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53"/>
            <p:cNvSpPr/>
            <p:nvPr/>
          </p:nvSpPr>
          <p:spPr>
            <a:xfrm>
              <a:off x="4780000" y="1493275"/>
              <a:ext cx="375275" cy="1811575"/>
            </a:xfrm>
            <a:custGeom>
              <a:avLst/>
              <a:gdLst/>
              <a:ahLst/>
              <a:cxnLst/>
              <a:rect l="l" t="t" r="r" b="b"/>
              <a:pathLst>
                <a:path w="15011" h="72463" extrusionOk="0">
                  <a:moveTo>
                    <a:pt x="11498" y="0"/>
                  </a:moveTo>
                  <a:cubicBezTo>
                    <a:pt x="11498" y="0"/>
                    <a:pt x="6322" y="17192"/>
                    <a:pt x="2403" y="32276"/>
                  </a:cubicBezTo>
                  <a:cubicBezTo>
                    <a:pt x="0" y="41481"/>
                    <a:pt x="2625" y="58784"/>
                    <a:pt x="5546" y="70208"/>
                  </a:cubicBezTo>
                  <a:lnTo>
                    <a:pt x="11202" y="72463"/>
                  </a:lnTo>
                  <a:cubicBezTo>
                    <a:pt x="11720" y="56935"/>
                    <a:pt x="11202" y="27137"/>
                    <a:pt x="12126" y="23588"/>
                  </a:cubicBezTo>
                  <a:cubicBezTo>
                    <a:pt x="13347" y="18818"/>
                    <a:pt x="15010" y="2071"/>
                    <a:pt x="15010" y="2071"/>
                  </a:cubicBezTo>
                  <a:lnTo>
                    <a:pt x="114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53"/>
            <p:cNvSpPr/>
            <p:nvPr/>
          </p:nvSpPr>
          <p:spPr>
            <a:xfrm>
              <a:off x="4828050" y="2405525"/>
              <a:ext cx="238500" cy="899325"/>
            </a:xfrm>
            <a:custGeom>
              <a:avLst/>
              <a:gdLst/>
              <a:ahLst/>
              <a:cxnLst/>
              <a:rect l="l" t="t" r="r" b="b"/>
              <a:pathLst>
                <a:path w="9540" h="35973" extrusionOk="0">
                  <a:moveTo>
                    <a:pt x="8023" y="0"/>
                  </a:moveTo>
                  <a:lnTo>
                    <a:pt x="6692" y="26804"/>
                  </a:lnTo>
                  <a:lnTo>
                    <a:pt x="3735" y="2958"/>
                  </a:lnTo>
                  <a:lnTo>
                    <a:pt x="3735" y="26471"/>
                  </a:lnTo>
                  <a:lnTo>
                    <a:pt x="1" y="13014"/>
                  </a:lnTo>
                  <a:lnTo>
                    <a:pt x="1" y="13014"/>
                  </a:lnTo>
                  <a:cubicBezTo>
                    <a:pt x="666" y="19595"/>
                    <a:pt x="1997" y="26508"/>
                    <a:pt x="3402" y="32830"/>
                  </a:cubicBezTo>
                  <a:cubicBezTo>
                    <a:pt x="3476" y="33126"/>
                    <a:pt x="3513" y="33385"/>
                    <a:pt x="3587" y="33644"/>
                  </a:cubicBezTo>
                  <a:lnTo>
                    <a:pt x="7654" y="35344"/>
                  </a:lnTo>
                  <a:lnTo>
                    <a:pt x="9280" y="35973"/>
                  </a:lnTo>
                  <a:cubicBezTo>
                    <a:pt x="9428" y="31758"/>
                    <a:pt x="9502" y="26434"/>
                    <a:pt x="9539" y="20889"/>
                  </a:cubicBezTo>
                  <a:lnTo>
                    <a:pt x="802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53"/>
            <p:cNvSpPr/>
            <p:nvPr/>
          </p:nvSpPr>
          <p:spPr>
            <a:xfrm>
              <a:off x="4808650" y="1485650"/>
              <a:ext cx="354925" cy="1827200"/>
            </a:xfrm>
            <a:custGeom>
              <a:avLst/>
              <a:gdLst/>
              <a:ahLst/>
              <a:cxnLst/>
              <a:rect l="l" t="t" r="r" b="b"/>
              <a:pathLst>
                <a:path w="14197" h="73088" extrusionOk="0">
                  <a:moveTo>
                    <a:pt x="10350" y="0"/>
                  </a:moveTo>
                  <a:cubicBezTo>
                    <a:pt x="10221" y="0"/>
                    <a:pt x="10087" y="77"/>
                    <a:pt x="10056" y="231"/>
                  </a:cubicBezTo>
                  <a:cubicBezTo>
                    <a:pt x="10056" y="231"/>
                    <a:pt x="4880" y="17386"/>
                    <a:pt x="961" y="32507"/>
                  </a:cubicBezTo>
                  <a:cubicBezTo>
                    <a:pt x="296" y="35058"/>
                    <a:pt x="0" y="38200"/>
                    <a:pt x="0" y="41675"/>
                  </a:cubicBezTo>
                  <a:cubicBezTo>
                    <a:pt x="0" y="50844"/>
                    <a:pt x="1960" y="62268"/>
                    <a:pt x="4104" y="70587"/>
                  </a:cubicBezTo>
                  <a:cubicBezTo>
                    <a:pt x="4104" y="70660"/>
                    <a:pt x="4178" y="70734"/>
                    <a:pt x="4289" y="70771"/>
                  </a:cubicBezTo>
                  <a:lnTo>
                    <a:pt x="9945" y="73064"/>
                  </a:lnTo>
                  <a:cubicBezTo>
                    <a:pt x="9991" y="73079"/>
                    <a:pt x="10037" y="73088"/>
                    <a:pt x="10081" y="73088"/>
                  </a:cubicBezTo>
                  <a:cubicBezTo>
                    <a:pt x="10142" y="73088"/>
                    <a:pt x="10198" y="73070"/>
                    <a:pt x="10241" y="73027"/>
                  </a:cubicBezTo>
                  <a:cubicBezTo>
                    <a:pt x="10315" y="72990"/>
                    <a:pt x="10389" y="72879"/>
                    <a:pt x="10389" y="72805"/>
                  </a:cubicBezTo>
                  <a:cubicBezTo>
                    <a:pt x="10648" y="65004"/>
                    <a:pt x="10611" y="53691"/>
                    <a:pt x="10685" y="43857"/>
                  </a:cubicBezTo>
                  <a:cubicBezTo>
                    <a:pt x="10685" y="38940"/>
                    <a:pt x="10722" y="34392"/>
                    <a:pt x="10833" y="30843"/>
                  </a:cubicBezTo>
                  <a:cubicBezTo>
                    <a:pt x="10870" y="29105"/>
                    <a:pt x="10907" y="27590"/>
                    <a:pt x="10980" y="26407"/>
                  </a:cubicBezTo>
                  <a:cubicBezTo>
                    <a:pt x="11054" y="25223"/>
                    <a:pt x="11165" y="24373"/>
                    <a:pt x="11276" y="23966"/>
                  </a:cubicBezTo>
                  <a:cubicBezTo>
                    <a:pt x="11905" y="21563"/>
                    <a:pt x="12607" y="16203"/>
                    <a:pt x="13199" y="11396"/>
                  </a:cubicBezTo>
                  <a:cubicBezTo>
                    <a:pt x="13753" y="6590"/>
                    <a:pt x="14160" y="2413"/>
                    <a:pt x="14160" y="2413"/>
                  </a:cubicBezTo>
                  <a:cubicBezTo>
                    <a:pt x="14197" y="2228"/>
                    <a:pt x="14049" y="2080"/>
                    <a:pt x="13901" y="2080"/>
                  </a:cubicBezTo>
                  <a:cubicBezTo>
                    <a:pt x="13882" y="2076"/>
                    <a:pt x="13863" y="2074"/>
                    <a:pt x="13844" y="2074"/>
                  </a:cubicBezTo>
                  <a:cubicBezTo>
                    <a:pt x="13687" y="2074"/>
                    <a:pt x="13568" y="2206"/>
                    <a:pt x="13568" y="2339"/>
                  </a:cubicBezTo>
                  <a:cubicBezTo>
                    <a:pt x="13568" y="2339"/>
                    <a:pt x="13458" y="3411"/>
                    <a:pt x="13273" y="5037"/>
                  </a:cubicBezTo>
                  <a:cubicBezTo>
                    <a:pt x="13014" y="7515"/>
                    <a:pt x="12607" y="11323"/>
                    <a:pt x="12127" y="14946"/>
                  </a:cubicBezTo>
                  <a:cubicBezTo>
                    <a:pt x="11646" y="18606"/>
                    <a:pt x="11128" y="22081"/>
                    <a:pt x="10685" y="23819"/>
                  </a:cubicBezTo>
                  <a:cubicBezTo>
                    <a:pt x="10537" y="24299"/>
                    <a:pt x="10463" y="25150"/>
                    <a:pt x="10389" y="26370"/>
                  </a:cubicBezTo>
                  <a:cubicBezTo>
                    <a:pt x="9840" y="34600"/>
                    <a:pt x="10196" y="58686"/>
                    <a:pt x="9774" y="72336"/>
                  </a:cubicBezTo>
                  <a:lnTo>
                    <a:pt x="9774" y="72336"/>
                  </a:lnTo>
                  <a:lnTo>
                    <a:pt x="4654" y="70275"/>
                  </a:lnTo>
                  <a:lnTo>
                    <a:pt x="4654" y="70275"/>
                  </a:lnTo>
                  <a:cubicBezTo>
                    <a:pt x="2562" y="62007"/>
                    <a:pt x="629" y="50710"/>
                    <a:pt x="629" y="41675"/>
                  </a:cubicBezTo>
                  <a:cubicBezTo>
                    <a:pt x="629" y="38237"/>
                    <a:pt x="888" y="35132"/>
                    <a:pt x="1553" y="32655"/>
                  </a:cubicBezTo>
                  <a:cubicBezTo>
                    <a:pt x="3512" y="25113"/>
                    <a:pt x="5768" y="17053"/>
                    <a:pt x="7579" y="10879"/>
                  </a:cubicBezTo>
                  <a:cubicBezTo>
                    <a:pt x="8466" y="7773"/>
                    <a:pt x="9243" y="5148"/>
                    <a:pt x="9760" y="3337"/>
                  </a:cubicBezTo>
                  <a:cubicBezTo>
                    <a:pt x="10056" y="2413"/>
                    <a:pt x="10278" y="1673"/>
                    <a:pt x="10426" y="1156"/>
                  </a:cubicBezTo>
                  <a:cubicBezTo>
                    <a:pt x="10574" y="675"/>
                    <a:pt x="10648" y="416"/>
                    <a:pt x="10648" y="416"/>
                  </a:cubicBezTo>
                  <a:cubicBezTo>
                    <a:pt x="10685" y="231"/>
                    <a:pt x="10611" y="83"/>
                    <a:pt x="10426" y="9"/>
                  </a:cubicBezTo>
                  <a:cubicBezTo>
                    <a:pt x="10401" y="3"/>
                    <a:pt x="10376" y="0"/>
                    <a:pt x="103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50" name="Google Shape;3150;p53"/>
          <p:cNvSpPr txBox="1">
            <a:spLocks noGrp="1"/>
          </p:cNvSpPr>
          <p:nvPr>
            <p:ph type="subTitle" idx="1"/>
          </p:nvPr>
        </p:nvSpPr>
        <p:spPr>
          <a:xfrm>
            <a:off x="1302342" y="569864"/>
            <a:ext cx="2184000" cy="457200"/>
          </a:xfrm>
          <a:prstGeom prst="rect">
            <a:avLst/>
          </a:prstGeom>
        </p:spPr>
        <p:txBody>
          <a:bodyPr spcFirstLastPara="1" wrap="square" lIns="91425" tIns="91425" rIns="91425" bIns="91425" anchor="t" anchorCtr="0">
            <a:noAutofit/>
          </a:bodyPr>
          <a:lstStyle/>
          <a:p>
            <a:r>
              <a:rPr lang="en" b="1"/>
              <a:t>3. Chat</a:t>
            </a:r>
          </a:p>
        </p:txBody>
      </p:sp>
      <p:sp>
        <p:nvSpPr>
          <p:cNvPr id="3151" name="Google Shape;3151;p53"/>
          <p:cNvSpPr txBox="1">
            <a:spLocks noGrp="1"/>
          </p:cNvSpPr>
          <p:nvPr>
            <p:ph type="subTitle" idx="2"/>
          </p:nvPr>
        </p:nvSpPr>
        <p:spPr>
          <a:xfrm>
            <a:off x="1217674" y="913874"/>
            <a:ext cx="3088769" cy="3537191"/>
          </a:xfrm>
          <a:prstGeom prst="rect">
            <a:avLst/>
          </a:prstGeom>
        </p:spPr>
        <p:txBody>
          <a:bodyPr spcFirstLastPara="1" wrap="square" lIns="91425" tIns="91425" rIns="91425" bIns="91425" anchor="t" anchorCtr="0">
            <a:noAutofit/>
          </a:bodyPr>
          <a:lstStyle/>
          <a:p>
            <a:pPr marL="171450" indent="-171450">
              <a:buChar char="•"/>
            </a:pPr>
            <a:r>
              <a:rPr lang="en" sz="1200" b="1">
                <a:solidFill>
                  <a:srgbClr val="161616"/>
                </a:solidFill>
                <a:latin typeface="Segoe UI"/>
                <a:cs typeface="Segoe UI"/>
              </a:rPr>
              <a:t>Party</a:t>
            </a:r>
            <a:r>
              <a:rPr lang="en" sz="1200">
                <a:solidFill>
                  <a:srgbClr val="161616"/>
                </a:solidFill>
                <a:latin typeface="Segoe UI"/>
                <a:cs typeface="Segoe UI"/>
              </a:rPr>
              <a:t>: Connect players with low-latency peer-to-peer communication.</a:t>
            </a:r>
            <a:endParaRPr lang="en-US"/>
          </a:p>
          <a:p>
            <a:pPr marL="171450" indent="-171450">
              <a:buChar char="•"/>
            </a:pPr>
            <a:endParaRPr lang="en" sz="1200">
              <a:solidFill>
                <a:srgbClr val="161616"/>
              </a:solidFill>
              <a:latin typeface="Segoe UI"/>
              <a:cs typeface="Segoe UI"/>
            </a:endParaRPr>
          </a:p>
          <a:p>
            <a:pPr marL="171450" indent="-171450">
              <a:buChar char="•"/>
            </a:pPr>
            <a:r>
              <a:rPr lang="en" sz="1200" b="1">
                <a:solidFill>
                  <a:srgbClr val="161616"/>
                </a:solidFill>
                <a:latin typeface="Segoe UI"/>
                <a:cs typeface="Segoe UI"/>
              </a:rPr>
              <a:t>Text and Voice Chat</a:t>
            </a:r>
            <a:r>
              <a:rPr lang="en" sz="1200">
                <a:solidFill>
                  <a:srgbClr val="161616"/>
                </a:solidFill>
                <a:latin typeface="Segoe UI"/>
                <a:cs typeface="Segoe UI"/>
              </a:rPr>
              <a:t>: Facilitate accessible voice chat, transcription, and translation.</a:t>
            </a:r>
            <a:endParaRPr lang="en"/>
          </a:p>
          <a:p>
            <a:pPr marL="171450" indent="-171450">
              <a:buChar char="•"/>
            </a:pPr>
            <a:endParaRPr lang="en" sz="1200">
              <a:solidFill>
                <a:srgbClr val="161616"/>
              </a:solidFill>
              <a:latin typeface="Segoe UI"/>
              <a:cs typeface="Segoe UI"/>
            </a:endParaRPr>
          </a:p>
          <a:p>
            <a:pPr marL="171450" indent="-171450">
              <a:buChar char="•"/>
            </a:pPr>
            <a:r>
              <a:rPr lang="en" sz="1200" b="1">
                <a:solidFill>
                  <a:srgbClr val="161616"/>
                </a:solidFill>
                <a:latin typeface="Segoe UI"/>
                <a:cs typeface="Segoe UI"/>
              </a:rPr>
              <a:t>Accessibility</a:t>
            </a:r>
            <a:r>
              <a:rPr lang="en" sz="1200">
                <a:solidFill>
                  <a:srgbClr val="161616"/>
                </a:solidFill>
                <a:latin typeface="Segoe UI"/>
                <a:cs typeface="Segoe UI"/>
              </a:rPr>
              <a:t>: Use automated speech-to-text transcription and voice synthesis </a:t>
            </a:r>
            <a:r>
              <a:rPr lang="en" sz="1200">
                <a:solidFill>
                  <a:srgbClr val="161616"/>
                </a:solidFill>
                <a:latin typeface="Segoe UI"/>
                <a:cs typeface="Segoe UI"/>
                <a:sym typeface="Barlow Semi Condensed"/>
              </a:rPr>
              <a:t>to </a:t>
            </a:r>
            <a:r>
              <a:rPr lang="en" sz="1200">
                <a:solidFill>
                  <a:srgbClr val="161616"/>
                </a:solidFill>
                <a:latin typeface="Segoe UI"/>
                <a:cs typeface="Segoe UI"/>
              </a:rPr>
              <a:t>make communication simple for everyone.</a:t>
            </a:r>
            <a:endParaRPr lang="en"/>
          </a:p>
          <a:p>
            <a:pPr marL="171450" indent="-171450">
              <a:buChar char="•"/>
            </a:pPr>
            <a:endParaRPr lang="en" sz="1200">
              <a:solidFill>
                <a:srgbClr val="161616"/>
              </a:solidFill>
              <a:latin typeface="Segoe UI"/>
              <a:cs typeface="Segoe UI"/>
            </a:endParaRPr>
          </a:p>
          <a:p>
            <a:pPr marL="171450" indent="-171450">
              <a:buChar char="•"/>
            </a:pPr>
            <a:r>
              <a:rPr lang="en" sz="1200" b="1">
                <a:solidFill>
                  <a:srgbClr val="161616"/>
                </a:solidFill>
                <a:latin typeface="Segoe UI"/>
                <a:cs typeface="Segoe UI"/>
              </a:rPr>
              <a:t>Real-Time Translation</a:t>
            </a:r>
            <a:r>
              <a:rPr lang="en" sz="1200">
                <a:solidFill>
                  <a:srgbClr val="161616"/>
                </a:solidFill>
                <a:latin typeface="Segoe UI"/>
                <a:cs typeface="Segoe UI"/>
              </a:rPr>
              <a:t>: Break down global barriers and grow player concurrency by translating voice and text chat between more than 30 different languages.</a:t>
            </a:r>
            <a:endParaRPr lang="en"/>
          </a:p>
          <a:p>
            <a:pPr marL="171450" indent="-171450">
              <a:buChar char="•"/>
            </a:pPr>
            <a:endParaRPr lang="en" sz="1200">
              <a:solidFill>
                <a:srgbClr val="161616"/>
              </a:solidFill>
              <a:latin typeface="Segoe UI"/>
              <a:cs typeface="Segoe UI"/>
            </a:endParaRPr>
          </a:p>
          <a:p>
            <a:pPr marL="171450" indent="-171450">
              <a:buChar char="•"/>
            </a:pPr>
            <a:r>
              <a:rPr lang="en" sz="1200" b="1">
                <a:solidFill>
                  <a:srgbClr val="161616"/>
                </a:solidFill>
                <a:latin typeface="Segoe UI"/>
                <a:cs typeface="Segoe UI"/>
              </a:rPr>
              <a:t>Encryption</a:t>
            </a:r>
            <a:r>
              <a:rPr lang="en" sz="1200">
                <a:solidFill>
                  <a:srgbClr val="161616"/>
                </a:solidFill>
                <a:latin typeface="Segoe UI"/>
                <a:cs typeface="Segoe UI"/>
              </a:rPr>
              <a:t>: Ensure secure player communications.</a:t>
            </a:r>
            <a:endParaRPr lang="en"/>
          </a:p>
          <a:p>
            <a:pPr marL="0" lvl="0" indent="0" algn="l">
              <a:spcBef>
                <a:spcPts val="0"/>
              </a:spcBef>
              <a:spcAft>
                <a:spcPts val="0"/>
              </a:spcAft>
              <a:buNone/>
            </a:pPr>
            <a:endParaRPr lang="en">
              <a:latin typeface="Barlow Semi Condensed"/>
              <a:ea typeface="Barlow Semi Condensed"/>
              <a:cs typeface="Barlow Semi Condensed"/>
            </a:endParaRPr>
          </a:p>
        </p:txBody>
      </p:sp>
    </p:spTree>
    <p:extLst>
      <p:ext uri="{BB962C8B-B14F-4D97-AF65-F5344CB8AC3E}">
        <p14:creationId xmlns:p14="http://schemas.microsoft.com/office/powerpoint/2010/main" val="27337768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008"/>
        <p:cNvGrpSpPr/>
        <p:nvPr/>
      </p:nvGrpSpPr>
      <p:grpSpPr>
        <a:xfrm>
          <a:off x="0" y="0"/>
          <a:ext cx="0" cy="0"/>
          <a:chOff x="0" y="0"/>
          <a:chExt cx="0" cy="0"/>
        </a:xfrm>
      </p:grpSpPr>
      <p:sp>
        <p:nvSpPr>
          <p:cNvPr id="3009" name="Google Shape;3009;p53"/>
          <p:cNvSpPr/>
          <p:nvPr/>
        </p:nvSpPr>
        <p:spPr>
          <a:xfrm>
            <a:off x="781359" y="764859"/>
            <a:ext cx="3637965" cy="3658591"/>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53"/>
          <p:cNvSpPr txBox="1">
            <a:spLocks noGrp="1"/>
          </p:cNvSpPr>
          <p:nvPr>
            <p:ph type="title"/>
          </p:nvPr>
        </p:nvSpPr>
        <p:spPr>
          <a:xfrm>
            <a:off x="3294267" y="105495"/>
            <a:ext cx="3119923" cy="572700"/>
          </a:xfrm>
          <a:prstGeom prst="rect">
            <a:avLst/>
          </a:prstGeom>
        </p:spPr>
        <p:txBody>
          <a:bodyPr spcFirstLastPara="1" wrap="square" lIns="91425" tIns="91425" rIns="91425" bIns="91425" anchor="t" anchorCtr="0">
            <a:noAutofit/>
          </a:bodyPr>
          <a:lstStyle/>
          <a:p>
            <a:pPr>
              <a:buClr>
                <a:schemeClr val="dk1"/>
              </a:buClr>
              <a:buSzPts val="1100"/>
            </a:pPr>
            <a:r>
              <a:rPr lang="en"/>
              <a:t>Multiplayer services</a:t>
            </a:r>
            <a:endParaRPr/>
          </a:p>
        </p:txBody>
      </p:sp>
      <p:sp>
        <p:nvSpPr>
          <p:cNvPr id="3150" name="Google Shape;3150;p53"/>
          <p:cNvSpPr txBox="1">
            <a:spLocks noGrp="1"/>
          </p:cNvSpPr>
          <p:nvPr>
            <p:ph type="subTitle" idx="1"/>
          </p:nvPr>
        </p:nvSpPr>
        <p:spPr>
          <a:xfrm>
            <a:off x="1021943" y="882752"/>
            <a:ext cx="2845398" cy="457200"/>
          </a:xfrm>
          <a:prstGeom prst="rect">
            <a:avLst/>
          </a:prstGeom>
        </p:spPr>
        <p:txBody>
          <a:bodyPr spcFirstLastPara="1" wrap="square" lIns="91425" tIns="91425" rIns="91425" bIns="91425" anchor="t" anchorCtr="0">
            <a:noAutofit/>
          </a:bodyPr>
          <a:lstStyle/>
          <a:p>
            <a:r>
              <a:rPr lang="en" b="1"/>
              <a:t>4. Leaderboard and Statistics</a:t>
            </a:r>
          </a:p>
        </p:txBody>
      </p:sp>
      <p:sp>
        <p:nvSpPr>
          <p:cNvPr id="3151" name="Google Shape;3151;p53"/>
          <p:cNvSpPr txBox="1">
            <a:spLocks noGrp="1"/>
          </p:cNvSpPr>
          <p:nvPr>
            <p:ph type="subTitle" idx="2"/>
          </p:nvPr>
        </p:nvSpPr>
        <p:spPr>
          <a:xfrm>
            <a:off x="1020753" y="1400139"/>
            <a:ext cx="3150612" cy="2657466"/>
          </a:xfrm>
          <a:prstGeom prst="rect">
            <a:avLst/>
          </a:prstGeom>
        </p:spPr>
        <p:txBody>
          <a:bodyPr spcFirstLastPara="1" wrap="square" lIns="91425" tIns="91425" rIns="91425" bIns="91425" anchor="t" anchorCtr="0">
            <a:noAutofit/>
          </a:bodyPr>
          <a:lstStyle/>
          <a:p>
            <a:pPr>
              <a:buChar char="•"/>
            </a:pPr>
            <a:r>
              <a:rPr lang="en" sz="1200" b="1">
                <a:solidFill>
                  <a:srgbClr val="161616"/>
                </a:solidFill>
                <a:latin typeface="Segoe UI"/>
                <a:cs typeface="Segoe UI"/>
              </a:rPr>
              <a:t>Tournaments and Leaderboards</a:t>
            </a:r>
            <a:r>
              <a:rPr lang="en" sz="1200">
                <a:solidFill>
                  <a:srgbClr val="161616"/>
                </a:solidFill>
                <a:latin typeface="Segoe UI"/>
                <a:cs typeface="Segoe UI"/>
              </a:rPr>
              <a:t>: Facilitate permanent or time-limited competitions amongst friends or strangers.</a:t>
            </a:r>
            <a:endParaRPr lang="en-US"/>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Scheduling</a:t>
            </a:r>
            <a:r>
              <a:rPr lang="en" sz="1200">
                <a:solidFill>
                  <a:srgbClr val="161616"/>
                </a:solidFill>
                <a:latin typeface="Segoe UI"/>
                <a:cs typeface="Segoe UI"/>
              </a:rPr>
              <a:t>: Reset leaderboards on a schedule and archive standings so players can view past results.</a:t>
            </a:r>
            <a:endParaRPr lang="en"/>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Prizes</a:t>
            </a:r>
            <a:r>
              <a:rPr lang="en" sz="1200">
                <a:solidFill>
                  <a:srgbClr val="161616"/>
                </a:solidFill>
                <a:latin typeface="Segoe UI"/>
                <a:cs typeface="Segoe UI"/>
              </a:rPr>
              <a:t>: Reward players based on their actions and leaderboard ranks.</a:t>
            </a:r>
            <a:endParaRPr lang="en"/>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Cheat Prevention</a:t>
            </a:r>
            <a:r>
              <a:rPr lang="en" sz="1200">
                <a:solidFill>
                  <a:srgbClr val="161616"/>
                </a:solidFill>
                <a:latin typeface="Segoe UI"/>
                <a:cs typeface="Segoe UI"/>
              </a:rPr>
              <a:t>: Defend against unwanted behavior and remove fraudulent players and accounts.</a:t>
            </a:r>
            <a:endParaRPr lang="en"/>
          </a:p>
          <a:p>
            <a:pPr marL="171450" lvl="0" indent="-171450" algn="l">
              <a:spcBef>
                <a:spcPts val="0"/>
              </a:spcBef>
              <a:spcAft>
                <a:spcPts val="0"/>
              </a:spcAft>
              <a:buChar char="•"/>
            </a:pPr>
            <a:endParaRPr lang="en" sz="1200">
              <a:solidFill>
                <a:srgbClr val="161616"/>
              </a:solidFill>
              <a:latin typeface="Segoe UI"/>
              <a:ea typeface="Barlow Semi Condensed"/>
              <a:cs typeface="Segoe UI"/>
            </a:endParaRPr>
          </a:p>
        </p:txBody>
      </p:sp>
      <p:grpSp>
        <p:nvGrpSpPr>
          <p:cNvPr id="3224" name="Google Shape;1896;p37">
            <a:extLst>
              <a:ext uri="{FF2B5EF4-FFF2-40B4-BE49-F238E27FC236}">
                <a16:creationId xmlns:a16="http://schemas.microsoft.com/office/drawing/2014/main" id="{38B87BCB-F96D-4B99-BE7D-6112A1805C70}"/>
              </a:ext>
            </a:extLst>
          </p:cNvPr>
          <p:cNvGrpSpPr/>
          <p:nvPr/>
        </p:nvGrpSpPr>
        <p:grpSpPr>
          <a:xfrm>
            <a:off x="4951633" y="1283673"/>
            <a:ext cx="3691085" cy="2666440"/>
            <a:chOff x="862950" y="825025"/>
            <a:chExt cx="5862650" cy="4111175"/>
          </a:xfrm>
        </p:grpSpPr>
        <p:sp>
          <p:nvSpPr>
            <p:cNvPr id="3" name="Google Shape;1897;p37">
              <a:extLst>
                <a:ext uri="{FF2B5EF4-FFF2-40B4-BE49-F238E27FC236}">
                  <a16:creationId xmlns:a16="http://schemas.microsoft.com/office/drawing/2014/main" id="{33579BC8-3F7E-386A-7ECA-8732161D6457}"/>
                </a:ext>
              </a:extLst>
            </p:cNvPr>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898;p37">
              <a:extLst>
                <a:ext uri="{FF2B5EF4-FFF2-40B4-BE49-F238E27FC236}">
                  <a16:creationId xmlns:a16="http://schemas.microsoft.com/office/drawing/2014/main" id="{D6FA704B-4841-DCB6-A4D4-4EC6DEE2D813}"/>
                </a:ext>
              </a:extLst>
            </p:cNvPr>
            <p:cNvSpPr/>
            <p:nvPr/>
          </p:nvSpPr>
          <p:spPr>
            <a:xfrm>
              <a:off x="934125" y="825025"/>
              <a:ext cx="5751725" cy="4096375"/>
            </a:xfrm>
            <a:custGeom>
              <a:avLst/>
              <a:gdLst/>
              <a:ahLst/>
              <a:cxnLst/>
              <a:rect l="l" t="t" r="r" b="b"/>
              <a:pathLst>
                <a:path w="230069" h="163855" extrusionOk="0">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899;p37">
              <a:extLst>
                <a:ext uri="{FF2B5EF4-FFF2-40B4-BE49-F238E27FC236}">
                  <a16:creationId xmlns:a16="http://schemas.microsoft.com/office/drawing/2014/main" id="{82DC78A3-D8B1-7424-6F97-33C47639335B}"/>
                </a:ext>
              </a:extLst>
            </p:cNvPr>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900;p37">
              <a:extLst>
                <a:ext uri="{FF2B5EF4-FFF2-40B4-BE49-F238E27FC236}">
                  <a16:creationId xmlns:a16="http://schemas.microsoft.com/office/drawing/2014/main" id="{950EE97B-979A-D89C-C900-5B77A9911A92}"/>
                </a:ext>
              </a:extLst>
            </p:cNvPr>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901;p37">
              <a:extLst>
                <a:ext uri="{FF2B5EF4-FFF2-40B4-BE49-F238E27FC236}">
                  <a16:creationId xmlns:a16="http://schemas.microsoft.com/office/drawing/2014/main" id="{8C01234E-8A8D-640A-A141-190F3F8336CF}"/>
                </a:ext>
              </a:extLst>
            </p:cNvPr>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02;p37">
              <a:extLst>
                <a:ext uri="{FF2B5EF4-FFF2-40B4-BE49-F238E27FC236}">
                  <a16:creationId xmlns:a16="http://schemas.microsoft.com/office/drawing/2014/main" id="{78BFC054-8CB8-8C17-87DF-442464BD31BC}"/>
                </a:ext>
              </a:extLst>
            </p:cNvPr>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03;p37">
              <a:extLst>
                <a:ext uri="{FF2B5EF4-FFF2-40B4-BE49-F238E27FC236}">
                  <a16:creationId xmlns:a16="http://schemas.microsoft.com/office/drawing/2014/main" id="{7B1275C0-152B-C49A-6735-D5E201CEA613}"/>
                </a:ext>
              </a:extLst>
            </p:cNvPr>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04;p37">
              <a:extLst>
                <a:ext uri="{FF2B5EF4-FFF2-40B4-BE49-F238E27FC236}">
                  <a16:creationId xmlns:a16="http://schemas.microsoft.com/office/drawing/2014/main" id="{7BD3AB05-2DB2-F0A6-2945-EBE92E2F2E65}"/>
                </a:ext>
              </a:extLst>
            </p:cNvPr>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05;p37">
              <a:extLst>
                <a:ext uri="{FF2B5EF4-FFF2-40B4-BE49-F238E27FC236}">
                  <a16:creationId xmlns:a16="http://schemas.microsoft.com/office/drawing/2014/main" id="{AC452DEE-9E3C-E6C2-34FD-1ABFE8C92CF4}"/>
                </a:ext>
              </a:extLst>
            </p:cNvPr>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906;p37">
              <a:extLst>
                <a:ext uri="{FF2B5EF4-FFF2-40B4-BE49-F238E27FC236}">
                  <a16:creationId xmlns:a16="http://schemas.microsoft.com/office/drawing/2014/main" id="{E031FEFF-FDFC-B0E2-8A74-C60653757466}"/>
                </a:ext>
              </a:extLst>
            </p:cNvPr>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907;p37">
              <a:extLst>
                <a:ext uri="{FF2B5EF4-FFF2-40B4-BE49-F238E27FC236}">
                  <a16:creationId xmlns:a16="http://schemas.microsoft.com/office/drawing/2014/main" id="{B67E4818-B467-75DD-E7DC-AC17EED1EC80}"/>
                </a:ext>
              </a:extLst>
            </p:cNvPr>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908;p37">
              <a:extLst>
                <a:ext uri="{FF2B5EF4-FFF2-40B4-BE49-F238E27FC236}">
                  <a16:creationId xmlns:a16="http://schemas.microsoft.com/office/drawing/2014/main" id="{F06D098E-FBE4-849E-A88C-1CE0135F4B52}"/>
                </a:ext>
              </a:extLst>
            </p:cNvPr>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909;p37">
              <a:extLst>
                <a:ext uri="{FF2B5EF4-FFF2-40B4-BE49-F238E27FC236}">
                  <a16:creationId xmlns:a16="http://schemas.microsoft.com/office/drawing/2014/main" id="{B95EED5E-08A2-FA25-FF42-FA7833AEA1D6}"/>
                </a:ext>
              </a:extLst>
            </p:cNvPr>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910;p37">
              <a:extLst>
                <a:ext uri="{FF2B5EF4-FFF2-40B4-BE49-F238E27FC236}">
                  <a16:creationId xmlns:a16="http://schemas.microsoft.com/office/drawing/2014/main" id="{EDCE6887-1B80-DF77-9E02-346CA76E08C8}"/>
                </a:ext>
              </a:extLst>
            </p:cNvPr>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911;p37">
              <a:extLst>
                <a:ext uri="{FF2B5EF4-FFF2-40B4-BE49-F238E27FC236}">
                  <a16:creationId xmlns:a16="http://schemas.microsoft.com/office/drawing/2014/main" id="{247CE4BA-DC26-E86F-9A61-E01FC904C425}"/>
                </a:ext>
              </a:extLst>
            </p:cNvPr>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912;p37">
              <a:extLst>
                <a:ext uri="{FF2B5EF4-FFF2-40B4-BE49-F238E27FC236}">
                  <a16:creationId xmlns:a16="http://schemas.microsoft.com/office/drawing/2014/main" id="{C94B60E2-47C0-6BE7-8D38-79358CA3A0F8}"/>
                </a:ext>
              </a:extLst>
            </p:cNvPr>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13;p37">
              <a:extLst>
                <a:ext uri="{FF2B5EF4-FFF2-40B4-BE49-F238E27FC236}">
                  <a16:creationId xmlns:a16="http://schemas.microsoft.com/office/drawing/2014/main" id="{CA0B888E-AC4F-0C7B-403E-33F2F5063D03}"/>
                </a:ext>
              </a:extLst>
            </p:cNvPr>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914;p37">
              <a:extLst>
                <a:ext uri="{FF2B5EF4-FFF2-40B4-BE49-F238E27FC236}">
                  <a16:creationId xmlns:a16="http://schemas.microsoft.com/office/drawing/2014/main" id="{70719B88-B820-E68A-112E-F1248C90C2F0}"/>
                </a:ext>
              </a:extLst>
            </p:cNvPr>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915;p37">
              <a:extLst>
                <a:ext uri="{FF2B5EF4-FFF2-40B4-BE49-F238E27FC236}">
                  <a16:creationId xmlns:a16="http://schemas.microsoft.com/office/drawing/2014/main" id="{1D9CFF15-B1F1-1BCA-8FA2-A8E66EF91F15}"/>
                </a:ext>
              </a:extLst>
            </p:cNvPr>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16;p37">
              <a:extLst>
                <a:ext uri="{FF2B5EF4-FFF2-40B4-BE49-F238E27FC236}">
                  <a16:creationId xmlns:a16="http://schemas.microsoft.com/office/drawing/2014/main" id="{EE90C306-A75D-3FFF-42DD-E5344F70F247}"/>
                </a:ext>
              </a:extLst>
            </p:cNvPr>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17;p37">
              <a:extLst>
                <a:ext uri="{FF2B5EF4-FFF2-40B4-BE49-F238E27FC236}">
                  <a16:creationId xmlns:a16="http://schemas.microsoft.com/office/drawing/2014/main" id="{6E7B9E43-4A61-552E-706B-7E5622DE5D4A}"/>
                </a:ext>
              </a:extLst>
            </p:cNvPr>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18;p37">
              <a:extLst>
                <a:ext uri="{FF2B5EF4-FFF2-40B4-BE49-F238E27FC236}">
                  <a16:creationId xmlns:a16="http://schemas.microsoft.com/office/drawing/2014/main" id="{5237354A-0D6C-190D-7A01-1CB3D872DCDC}"/>
                </a:ext>
              </a:extLst>
            </p:cNvPr>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919;p37">
              <a:extLst>
                <a:ext uri="{FF2B5EF4-FFF2-40B4-BE49-F238E27FC236}">
                  <a16:creationId xmlns:a16="http://schemas.microsoft.com/office/drawing/2014/main" id="{705FBEF5-87C3-681B-EBC7-F58F2D2FA1F6}"/>
                </a:ext>
              </a:extLst>
            </p:cNvPr>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920;p37">
              <a:extLst>
                <a:ext uri="{FF2B5EF4-FFF2-40B4-BE49-F238E27FC236}">
                  <a16:creationId xmlns:a16="http://schemas.microsoft.com/office/drawing/2014/main" id="{88170D6D-3E30-8E2B-F9D4-84BF4CD916B3}"/>
                </a:ext>
              </a:extLst>
            </p:cNvPr>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921;p37">
              <a:extLst>
                <a:ext uri="{FF2B5EF4-FFF2-40B4-BE49-F238E27FC236}">
                  <a16:creationId xmlns:a16="http://schemas.microsoft.com/office/drawing/2014/main" id="{DA106968-C715-0D6B-4ED2-7167199AA114}"/>
                </a:ext>
              </a:extLst>
            </p:cNvPr>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922;p37">
              <a:extLst>
                <a:ext uri="{FF2B5EF4-FFF2-40B4-BE49-F238E27FC236}">
                  <a16:creationId xmlns:a16="http://schemas.microsoft.com/office/drawing/2014/main" id="{6C7438B3-C85B-60AC-CF7F-6ACF8E0FA31C}"/>
                </a:ext>
              </a:extLst>
            </p:cNvPr>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923;p37">
              <a:extLst>
                <a:ext uri="{FF2B5EF4-FFF2-40B4-BE49-F238E27FC236}">
                  <a16:creationId xmlns:a16="http://schemas.microsoft.com/office/drawing/2014/main" id="{15064AE9-04BF-E6BC-2814-9693072B0D7C}"/>
                </a:ext>
              </a:extLst>
            </p:cNvPr>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924;p37">
              <a:extLst>
                <a:ext uri="{FF2B5EF4-FFF2-40B4-BE49-F238E27FC236}">
                  <a16:creationId xmlns:a16="http://schemas.microsoft.com/office/drawing/2014/main" id="{A69F3B37-8672-E99B-1ECC-474CA1730227}"/>
                </a:ext>
              </a:extLst>
            </p:cNvPr>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925;p37">
              <a:extLst>
                <a:ext uri="{FF2B5EF4-FFF2-40B4-BE49-F238E27FC236}">
                  <a16:creationId xmlns:a16="http://schemas.microsoft.com/office/drawing/2014/main" id="{9EC995D8-ECE3-C052-A535-4DCF832233E1}"/>
                </a:ext>
              </a:extLst>
            </p:cNvPr>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926;p37">
              <a:extLst>
                <a:ext uri="{FF2B5EF4-FFF2-40B4-BE49-F238E27FC236}">
                  <a16:creationId xmlns:a16="http://schemas.microsoft.com/office/drawing/2014/main" id="{4767BD1B-EE53-90EE-3EC6-AEE2759AB498}"/>
                </a:ext>
              </a:extLst>
            </p:cNvPr>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927;p37">
              <a:extLst>
                <a:ext uri="{FF2B5EF4-FFF2-40B4-BE49-F238E27FC236}">
                  <a16:creationId xmlns:a16="http://schemas.microsoft.com/office/drawing/2014/main" id="{CC0C0772-F129-9604-C679-61BD8EFD1AE4}"/>
                </a:ext>
              </a:extLst>
            </p:cNvPr>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928;p37">
              <a:extLst>
                <a:ext uri="{FF2B5EF4-FFF2-40B4-BE49-F238E27FC236}">
                  <a16:creationId xmlns:a16="http://schemas.microsoft.com/office/drawing/2014/main" id="{C7157076-0566-EF6D-0489-4154001CBA64}"/>
                </a:ext>
              </a:extLst>
            </p:cNvPr>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929;p37">
              <a:extLst>
                <a:ext uri="{FF2B5EF4-FFF2-40B4-BE49-F238E27FC236}">
                  <a16:creationId xmlns:a16="http://schemas.microsoft.com/office/drawing/2014/main" id="{215F811F-75B3-FCC0-2CB1-37B618F61757}"/>
                </a:ext>
              </a:extLst>
            </p:cNvPr>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930;p37">
              <a:extLst>
                <a:ext uri="{FF2B5EF4-FFF2-40B4-BE49-F238E27FC236}">
                  <a16:creationId xmlns:a16="http://schemas.microsoft.com/office/drawing/2014/main" id="{C127AFD9-E725-3079-2C40-17A6E807F1EE}"/>
                </a:ext>
              </a:extLst>
            </p:cNvPr>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931;p37">
              <a:extLst>
                <a:ext uri="{FF2B5EF4-FFF2-40B4-BE49-F238E27FC236}">
                  <a16:creationId xmlns:a16="http://schemas.microsoft.com/office/drawing/2014/main" id="{C7B90CCE-7583-B492-364B-9551014846AF}"/>
                </a:ext>
              </a:extLst>
            </p:cNvPr>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932;p37">
              <a:extLst>
                <a:ext uri="{FF2B5EF4-FFF2-40B4-BE49-F238E27FC236}">
                  <a16:creationId xmlns:a16="http://schemas.microsoft.com/office/drawing/2014/main" id="{7BDB211E-2618-A1D2-1F97-75BC2FC01022}"/>
                </a:ext>
              </a:extLst>
            </p:cNvPr>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933;p37">
              <a:extLst>
                <a:ext uri="{FF2B5EF4-FFF2-40B4-BE49-F238E27FC236}">
                  <a16:creationId xmlns:a16="http://schemas.microsoft.com/office/drawing/2014/main" id="{83E0904E-03FA-0774-89E4-D026FB51C322}"/>
                </a:ext>
              </a:extLst>
            </p:cNvPr>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934;p37">
              <a:extLst>
                <a:ext uri="{FF2B5EF4-FFF2-40B4-BE49-F238E27FC236}">
                  <a16:creationId xmlns:a16="http://schemas.microsoft.com/office/drawing/2014/main" id="{3412D856-D3B8-F548-FBE6-552BA4414DCC}"/>
                </a:ext>
              </a:extLst>
            </p:cNvPr>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935;p37">
              <a:extLst>
                <a:ext uri="{FF2B5EF4-FFF2-40B4-BE49-F238E27FC236}">
                  <a16:creationId xmlns:a16="http://schemas.microsoft.com/office/drawing/2014/main" id="{B837F29E-D20B-0575-E840-703ECEDB39BF}"/>
                </a:ext>
              </a:extLst>
            </p:cNvPr>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936;p37">
              <a:extLst>
                <a:ext uri="{FF2B5EF4-FFF2-40B4-BE49-F238E27FC236}">
                  <a16:creationId xmlns:a16="http://schemas.microsoft.com/office/drawing/2014/main" id="{A95EA2A6-017F-7233-963E-C5FA909C0B66}"/>
                </a:ext>
              </a:extLst>
            </p:cNvPr>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937;p37">
              <a:extLst>
                <a:ext uri="{FF2B5EF4-FFF2-40B4-BE49-F238E27FC236}">
                  <a16:creationId xmlns:a16="http://schemas.microsoft.com/office/drawing/2014/main" id="{677E1151-12B1-B214-15DC-6055B2C687D1}"/>
                </a:ext>
              </a:extLst>
            </p:cNvPr>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938;p37">
              <a:extLst>
                <a:ext uri="{FF2B5EF4-FFF2-40B4-BE49-F238E27FC236}">
                  <a16:creationId xmlns:a16="http://schemas.microsoft.com/office/drawing/2014/main" id="{9E31653B-4FEE-1318-FE1F-BA61F3FBABFA}"/>
                </a:ext>
              </a:extLst>
            </p:cNvPr>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939;p37">
              <a:extLst>
                <a:ext uri="{FF2B5EF4-FFF2-40B4-BE49-F238E27FC236}">
                  <a16:creationId xmlns:a16="http://schemas.microsoft.com/office/drawing/2014/main" id="{02C85946-9C29-2FF0-DF73-2D5CB0033E71}"/>
                </a:ext>
              </a:extLst>
            </p:cNvPr>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940;p37">
              <a:extLst>
                <a:ext uri="{FF2B5EF4-FFF2-40B4-BE49-F238E27FC236}">
                  <a16:creationId xmlns:a16="http://schemas.microsoft.com/office/drawing/2014/main" id="{1ACAE95E-F085-9D2D-05FD-C6243483C76C}"/>
                </a:ext>
              </a:extLst>
            </p:cNvPr>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941;p37">
              <a:extLst>
                <a:ext uri="{FF2B5EF4-FFF2-40B4-BE49-F238E27FC236}">
                  <a16:creationId xmlns:a16="http://schemas.microsoft.com/office/drawing/2014/main" id="{5183BFBE-8569-4DC4-6676-4F0E21A06F29}"/>
                </a:ext>
              </a:extLst>
            </p:cNvPr>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942;p37">
              <a:extLst>
                <a:ext uri="{FF2B5EF4-FFF2-40B4-BE49-F238E27FC236}">
                  <a16:creationId xmlns:a16="http://schemas.microsoft.com/office/drawing/2014/main" id="{61994548-0901-E156-FD2A-F1D7F1C8DAE6}"/>
                </a:ext>
              </a:extLst>
            </p:cNvPr>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943;p37">
              <a:extLst>
                <a:ext uri="{FF2B5EF4-FFF2-40B4-BE49-F238E27FC236}">
                  <a16:creationId xmlns:a16="http://schemas.microsoft.com/office/drawing/2014/main" id="{C89B2FFA-56AF-6AE3-98A5-2CB510EC4181}"/>
                </a:ext>
              </a:extLst>
            </p:cNvPr>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944;p37">
              <a:extLst>
                <a:ext uri="{FF2B5EF4-FFF2-40B4-BE49-F238E27FC236}">
                  <a16:creationId xmlns:a16="http://schemas.microsoft.com/office/drawing/2014/main" id="{44F85C42-F02D-2DF2-B11F-E371006C35B0}"/>
                </a:ext>
              </a:extLst>
            </p:cNvPr>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945;p37">
              <a:extLst>
                <a:ext uri="{FF2B5EF4-FFF2-40B4-BE49-F238E27FC236}">
                  <a16:creationId xmlns:a16="http://schemas.microsoft.com/office/drawing/2014/main" id="{5D4739A8-86D6-FEBC-73B4-1D7F26EF81C1}"/>
                </a:ext>
              </a:extLst>
            </p:cNvPr>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946;p37">
              <a:extLst>
                <a:ext uri="{FF2B5EF4-FFF2-40B4-BE49-F238E27FC236}">
                  <a16:creationId xmlns:a16="http://schemas.microsoft.com/office/drawing/2014/main" id="{38036B7F-9A95-4659-D051-F2438921CC7C}"/>
                </a:ext>
              </a:extLst>
            </p:cNvPr>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947;p37">
              <a:extLst>
                <a:ext uri="{FF2B5EF4-FFF2-40B4-BE49-F238E27FC236}">
                  <a16:creationId xmlns:a16="http://schemas.microsoft.com/office/drawing/2014/main" id="{B940D6F5-14FF-4B0C-EC5C-52784B0EFB0E}"/>
                </a:ext>
              </a:extLst>
            </p:cNvPr>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948;p37">
              <a:extLst>
                <a:ext uri="{FF2B5EF4-FFF2-40B4-BE49-F238E27FC236}">
                  <a16:creationId xmlns:a16="http://schemas.microsoft.com/office/drawing/2014/main" id="{B1719ADB-F89B-CE0C-0434-C105486555E4}"/>
                </a:ext>
              </a:extLst>
            </p:cNvPr>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949;p37">
              <a:extLst>
                <a:ext uri="{FF2B5EF4-FFF2-40B4-BE49-F238E27FC236}">
                  <a16:creationId xmlns:a16="http://schemas.microsoft.com/office/drawing/2014/main" id="{19FBF567-5DD9-3F61-1506-221E2F52C94A}"/>
                </a:ext>
              </a:extLst>
            </p:cNvPr>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950;p37">
              <a:extLst>
                <a:ext uri="{FF2B5EF4-FFF2-40B4-BE49-F238E27FC236}">
                  <a16:creationId xmlns:a16="http://schemas.microsoft.com/office/drawing/2014/main" id="{78B96CF0-C616-6027-9389-8135B1B849DA}"/>
                </a:ext>
              </a:extLst>
            </p:cNvPr>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951;p37">
              <a:extLst>
                <a:ext uri="{FF2B5EF4-FFF2-40B4-BE49-F238E27FC236}">
                  <a16:creationId xmlns:a16="http://schemas.microsoft.com/office/drawing/2014/main" id="{FE2C9A85-7896-F9EB-7BC5-1707E561F667}"/>
                </a:ext>
              </a:extLst>
            </p:cNvPr>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952;p37">
              <a:extLst>
                <a:ext uri="{FF2B5EF4-FFF2-40B4-BE49-F238E27FC236}">
                  <a16:creationId xmlns:a16="http://schemas.microsoft.com/office/drawing/2014/main" id="{436C4E6F-B081-5D80-DD93-62737BF9C98A}"/>
                </a:ext>
              </a:extLst>
            </p:cNvPr>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953;p37">
              <a:extLst>
                <a:ext uri="{FF2B5EF4-FFF2-40B4-BE49-F238E27FC236}">
                  <a16:creationId xmlns:a16="http://schemas.microsoft.com/office/drawing/2014/main" id="{EE1FFD5C-7FC9-9A75-1CAD-13B12CD8DA89}"/>
                </a:ext>
              </a:extLst>
            </p:cNvPr>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954;p37">
              <a:extLst>
                <a:ext uri="{FF2B5EF4-FFF2-40B4-BE49-F238E27FC236}">
                  <a16:creationId xmlns:a16="http://schemas.microsoft.com/office/drawing/2014/main" id="{5ED4C0F3-4B4D-F554-C995-D4791546500A}"/>
                </a:ext>
              </a:extLst>
            </p:cNvPr>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955;p37">
              <a:extLst>
                <a:ext uri="{FF2B5EF4-FFF2-40B4-BE49-F238E27FC236}">
                  <a16:creationId xmlns:a16="http://schemas.microsoft.com/office/drawing/2014/main" id="{DF4AA4C8-93E1-55A7-8BC2-E07693CF75B5}"/>
                </a:ext>
              </a:extLst>
            </p:cNvPr>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956;p37">
              <a:extLst>
                <a:ext uri="{FF2B5EF4-FFF2-40B4-BE49-F238E27FC236}">
                  <a16:creationId xmlns:a16="http://schemas.microsoft.com/office/drawing/2014/main" id="{810CE989-8455-E4A7-5EA9-6BAA60473A2F}"/>
                </a:ext>
              </a:extLst>
            </p:cNvPr>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957;p37">
              <a:extLst>
                <a:ext uri="{FF2B5EF4-FFF2-40B4-BE49-F238E27FC236}">
                  <a16:creationId xmlns:a16="http://schemas.microsoft.com/office/drawing/2014/main" id="{8DD20BA3-DD0C-ED70-6D51-F92EE42493E7}"/>
                </a:ext>
              </a:extLst>
            </p:cNvPr>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1958;p37">
              <a:extLst>
                <a:ext uri="{FF2B5EF4-FFF2-40B4-BE49-F238E27FC236}">
                  <a16:creationId xmlns:a16="http://schemas.microsoft.com/office/drawing/2014/main" id="{87317BB6-63E3-A3DC-40F1-F953846FFC40}"/>
                </a:ext>
              </a:extLst>
            </p:cNvPr>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1959;p37">
              <a:extLst>
                <a:ext uri="{FF2B5EF4-FFF2-40B4-BE49-F238E27FC236}">
                  <a16:creationId xmlns:a16="http://schemas.microsoft.com/office/drawing/2014/main" id="{A1382A97-5216-6C4A-3C65-39ACBAED2FFC}"/>
                </a:ext>
              </a:extLst>
            </p:cNvPr>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1960;p37">
              <a:extLst>
                <a:ext uri="{FF2B5EF4-FFF2-40B4-BE49-F238E27FC236}">
                  <a16:creationId xmlns:a16="http://schemas.microsoft.com/office/drawing/2014/main" id="{A66F1D8E-2713-FBD2-4DAC-915409279620}"/>
                </a:ext>
              </a:extLst>
            </p:cNvPr>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1961;p37">
              <a:extLst>
                <a:ext uri="{FF2B5EF4-FFF2-40B4-BE49-F238E27FC236}">
                  <a16:creationId xmlns:a16="http://schemas.microsoft.com/office/drawing/2014/main" id="{707F8A64-A72F-2598-7E75-60F25883E3B6}"/>
                </a:ext>
              </a:extLst>
            </p:cNvPr>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1962;p37">
              <a:extLst>
                <a:ext uri="{FF2B5EF4-FFF2-40B4-BE49-F238E27FC236}">
                  <a16:creationId xmlns:a16="http://schemas.microsoft.com/office/drawing/2014/main" id="{0A6B9568-3451-13F9-45A2-34076D915EE8}"/>
                </a:ext>
              </a:extLst>
            </p:cNvPr>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1963;p37">
              <a:extLst>
                <a:ext uri="{FF2B5EF4-FFF2-40B4-BE49-F238E27FC236}">
                  <a16:creationId xmlns:a16="http://schemas.microsoft.com/office/drawing/2014/main" id="{08A771B3-D16E-25E2-9E51-F5F9A7410EA8}"/>
                </a:ext>
              </a:extLst>
            </p:cNvPr>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1964;p37">
              <a:extLst>
                <a:ext uri="{FF2B5EF4-FFF2-40B4-BE49-F238E27FC236}">
                  <a16:creationId xmlns:a16="http://schemas.microsoft.com/office/drawing/2014/main" id="{2BE9A68E-0CFB-C8BA-66E5-5049C0572586}"/>
                </a:ext>
              </a:extLst>
            </p:cNvPr>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1965;p37">
              <a:extLst>
                <a:ext uri="{FF2B5EF4-FFF2-40B4-BE49-F238E27FC236}">
                  <a16:creationId xmlns:a16="http://schemas.microsoft.com/office/drawing/2014/main" id="{81838B0A-0110-2AF1-8B58-1551E1BACA87}"/>
                </a:ext>
              </a:extLst>
            </p:cNvPr>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1966;p37">
              <a:extLst>
                <a:ext uri="{FF2B5EF4-FFF2-40B4-BE49-F238E27FC236}">
                  <a16:creationId xmlns:a16="http://schemas.microsoft.com/office/drawing/2014/main" id="{96E8F69B-9AA8-4CEC-BB75-746E5B3E733E}"/>
                </a:ext>
              </a:extLst>
            </p:cNvPr>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1967;p37">
              <a:extLst>
                <a:ext uri="{FF2B5EF4-FFF2-40B4-BE49-F238E27FC236}">
                  <a16:creationId xmlns:a16="http://schemas.microsoft.com/office/drawing/2014/main" id="{7EC43068-78BC-5EF6-C9B2-422F50E6552D}"/>
                </a:ext>
              </a:extLst>
            </p:cNvPr>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1968;p37">
              <a:extLst>
                <a:ext uri="{FF2B5EF4-FFF2-40B4-BE49-F238E27FC236}">
                  <a16:creationId xmlns:a16="http://schemas.microsoft.com/office/drawing/2014/main" id="{07DEA609-636F-8B00-4D57-84694B3B4B6C}"/>
                </a:ext>
              </a:extLst>
            </p:cNvPr>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1969;p37">
              <a:extLst>
                <a:ext uri="{FF2B5EF4-FFF2-40B4-BE49-F238E27FC236}">
                  <a16:creationId xmlns:a16="http://schemas.microsoft.com/office/drawing/2014/main" id="{2ED8AEF7-6ECC-F9F7-FBC0-B6B5353DAFB1}"/>
                </a:ext>
              </a:extLst>
            </p:cNvPr>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1970;p37">
              <a:extLst>
                <a:ext uri="{FF2B5EF4-FFF2-40B4-BE49-F238E27FC236}">
                  <a16:creationId xmlns:a16="http://schemas.microsoft.com/office/drawing/2014/main" id="{9EFE8897-EC59-F492-C52E-7BE81827534C}"/>
                </a:ext>
              </a:extLst>
            </p:cNvPr>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1971;p37">
              <a:extLst>
                <a:ext uri="{FF2B5EF4-FFF2-40B4-BE49-F238E27FC236}">
                  <a16:creationId xmlns:a16="http://schemas.microsoft.com/office/drawing/2014/main" id="{97AFE5DD-7B27-8E2A-D2D2-25A8AE2F05CF}"/>
                </a:ext>
              </a:extLst>
            </p:cNvPr>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1972;p37">
              <a:extLst>
                <a:ext uri="{FF2B5EF4-FFF2-40B4-BE49-F238E27FC236}">
                  <a16:creationId xmlns:a16="http://schemas.microsoft.com/office/drawing/2014/main" id="{3A70B041-0AAC-5E76-17EB-4A2EFE8CC849}"/>
                </a:ext>
              </a:extLst>
            </p:cNvPr>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1973;p37">
              <a:extLst>
                <a:ext uri="{FF2B5EF4-FFF2-40B4-BE49-F238E27FC236}">
                  <a16:creationId xmlns:a16="http://schemas.microsoft.com/office/drawing/2014/main" id="{F7DA9C50-CE52-07FF-715E-6BF8405DD49C}"/>
                </a:ext>
              </a:extLst>
            </p:cNvPr>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1974;p37">
              <a:extLst>
                <a:ext uri="{FF2B5EF4-FFF2-40B4-BE49-F238E27FC236}">
                  <a16:creationId xmlns:a16="http://schemas.microsoft.com/office/drawing/2014/main" id="{471938AD-03C7-8171-5069-8B4DD0226B1C}"/>
                </a:ext>
              </a:extLst>
            </p:cNvPr>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1975;p37">
              <a:extLst>
                <a:ext uri="{FF2B5EF4-FFF2-40B4-BE49-F238E27FC236}">
                  <a16:creationId xmlns:a16="http://schemas.microsoft.com/office/drawing/2014/main" id="{036BBE1E-FB42-1EA9-2B59-E60E92736D89}"/>
                </a:ext>
              </a:extLst>
            </p:cNvPr>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1976;p37">
              <a:extLst>
                <a:ext uri="{FF2B5EF4-FFF2-40B4-BE49-F238E27FC236}">
                  <a16:creationId xmlns:a16="http://schemas.microsoft.com/office/drawing/2014/main" id="{BDF86286-3FDB-948B-9C01-DAE71743F0EB}"/>
                </a:ext>
              </a:extLst>
            </p:cNvPr>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1977;p37">
              <a:extLst>
                <a:ext uri="{FF2B5EF4-FFF2-40B4-BE49-F238E27FC236}">
                  <a16:creationId xmlns:a16="http://schemas.microsoft.com/office/drawing/2014/main" id="{3E85690D-0832-669A-00E1-C3EE6800D022}"/>
                </a:ext>
              </a:extLst>
            </p:cNvPr>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1978;p37">
              <a:extLst>
                <a:ext uri="{FF2B5EF4-FFF2-40B4-BE49-F238E27FC236}">
                  <a16:creationId xmlns:a16="http://schemas.microsoft.com/office/drawing/2014/main" id="{0FA378CE-F188-0AB1-F455-002C6389A1F7}"/>
                </a:ext>
              </a:extLst>
            </p:cNvPr>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1979;p37">
              <a:extLst>
                <a:ext uri="{FF2B5EF4-FFF2-40B4-BE49-F238E27FC236}">
                  <a16:creationId xmlns:a16="http://schemas.microsoft.com/office/drawing/2014/main" id="{FF198C6B-4E62-CD95-68A7-5EB19152B214}"/>
                </a:ext>
              </a:extLst>
            </p:cNvPr>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1980;p37">
              <a:extLst>
                <a:ext uri="{FF2B5EF4-FFF2-40B4-BE49-F238E27FC236}">
                  <a16:creationId xmlns:a16="http://schemas.microsoft.com/office/drawing/2014/main" id="{5B8CAA83-6AC2-B200-2F5D-8E80F365D462}"/>
                </a:ext>
              </a:extLst>
            </p:cNvPr>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1981;p37">
              <a:extLst>
                <a:ext uri="{FF2B5EF4-FFF2-40B4-BE49-F238E27FC236}">
                  <a16:creationId xmlns:a16="http://schemas.microsoft.com/office/drawing/2014/main" id="{75EC07BD-03FD-E1CC-6D03-1393E7B5C6E1}"/>
                </a:ext>
              </a:extLst>
            </p:cNvPr>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1982;p37">
              <a:extLst>
                <a:ext uri="{FF2B5EF4-FFF2-40B4-BE49-F238E27FC236}">
                  <a16:creationId xmlns:a16="http://schemas.microsoft.com/office/drawing/2014/main" id="{63EC0DA9-CEA8-DB55-8FDE-EABAA311A1C7}"/>
                </a:ext>
              </a:extLst>
            </p:cNvPr>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1983;p37">
              <a:extLst>
                <a:ext uri="{FF2B5EF4-FFF2-40B4-BE49-F238E27FC236}">
                  <a16:creationId xmlns:a16="http://schemas.microsoft.com/office/drawing/2014/main" id="{B9717B3A-C237-27D3-4D0C-C293AFF4B348}"/>
                </a:ext>
              </a:extLst>
            </p:cNvPr>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1984;p37">
              <a:extLst>
                <a:ext uri="{FF2B5EF4-FFF2-40B4-BE49-F238E27FC236}">
                  <a16:creationId xmlns:a16="http://schemas.microsoft.com/office/drawing/2014/main" id="{CCBEBB50-64A3-3661-DF70-EC23F19BB629}"/>
                </a:ext>
              </a:extLst>
            </p:cNvPr>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1985;p37">
              <a:extLst>
                <a:ext uri="{FF2B5EF4-FFF2-40B4-BE49-F238E27FC236}">
                  <a16:creationId xmlns:a16="http://schemas.microsoft.com/office/drawing/2014/main" id="{6E760BC7-1BF1-AACD-20F5-09424C88B72E}"/>
                </a:ext>
              </a:extLst>
            </p:cNvPr>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1986;p37">
              <a:extLst>
                <a:ext uri="{FF2B5EF4-FFF2-40B4-BE49-F238E27FC236}">
                  <a16:creationId xmlns:a16="http://schemas.microsoft.com/office/drawing/2014/main" id="{CDFF4085-C16E-5118-8CDF-66B68182016B}"/>
                </a:ext>
              </a:extLst>
            </p:cNvPr>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1987;p37">
              <a:extLst>
                <a:ext uri="{FF2B5EF4-FFF2-40B4-BE49-F238E27FC236}">
                  <a16:creationId xmlns:a16="http://schemas.microsoft.com/office/drawing/2014/main" id="{C80FD922-C6E6-17AD-AC24-ECFB3F86D2C4}"/>
                </a:ext>
              </a:extLst>
            </p:cNvPr>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1988;p37">
              <a:extLst>
                <a:ext uri="{FF2B5EF4-FFF2-40B4-BE49-F238E27FC236}">
                  <a16:creationId xmlns:a16="http://schemas.microsoft.com/office/drawing/2014/main" id="{E077D4F8-894F-DC06-690A-190EAE9E88A8}"/>
                </a:ext>
              </a:extLst>
            </p:cNvPr>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1989;p37">
              <a:extLst>
                <a:ext uri="{FF2B5EF4-FFF2-40B4-BE49-F238E27FC236}">
                  <a16:creationId xmlns:a16="http://schemas.microsoft.com/office/drawing/2014/main" id="{68E45154-54EE-EC19-77CE-83518BDD5522}"/>
                </a:ext>
              </a:extLst>
            </p:cNvPr>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1990;p37">
              <a:extLst>
                <a:ext uri="{FF2B5EF4-FFF2-40B4-BE49-F238E27FC236}">
                  <a16:creationId xmlns:a16="http://schemas.microsoft.com/office/drawing/2014/main" id="{2B18595B-BDC1-7977-A6D6-2703278FF981}"/>
                </a:ext>
              </a:extLst>
            </p:cNvPr>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1991;p37">
              <a:extLst>
                <a:ext uri="{FF2B5EF4-FFF2-40B4-BE49-F238E27FC236}">
                  <a16:creationId xmlns:a16="http://schemas.microsoft.com/office/drawing/2014/main" id="{D79AF788-F452-7F5B-AC21-23FBA104BF19}"/>
                </a:ext>
              </a:extLst>
            </p:cNvPr>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1992;p37">
              <a:extLst>
                <a:ext uri="{FF2B5EF4-FFF2-40B4-BE49-F238E27FC236}">
                  <a16:creationId xmlns:a16="http://schemas.microsoft.com/office/drawing/2014/main" id="{F512B451-A0CB-6E80-E6FF-D5DAF07FF045}"/>
                </a:ext>
              </a:extLst>
            </p:cNvPr>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1993;p37">
              <a:extLst>
                <a:ext uri="{FF2B5EF4-FFF2-40B4-BE49-F238E27FC236}">
                  <a16:creationId xmlns:a16="http://schemas.microsoft.com/office/drawing/2014/main" id="{957168EE-1B71-450D-7631-3ED3FA50FE7C}"/>
                </a:ext>
              </a:extLst>
            </p:cNvPr>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1994;p37">
              <a:extLst>
                <a:ext uri="{FF2B5EF4-FFF2-40B4-BE49-F238E27FC236}">
                  <a16:creationId xmlns:a16="http://schemas.microsoft.com/office/drawing/2014/main" id="{A6B37C71-FE16-7C87-87BD-BF8FAF5F5538}"/>
                </a:ext>
              </a:extLst>
            </p:cNvPr>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1995;p37">
              <a:extLst>
                <a:ext uri="{FF2B5EF4-FFF2-40B4-BE49-F238E27FC236}">
                  <a16:creationId xmlns:a16="http://schemas.microsoft.com/office/drawing/2014/main" id="{311121EF-DBD0-BACE-11F2-1FD31C01FE5F}"/>
                </a:ext>
              </a:extLst>
            </p:cNvPr>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1996;p37">
              <a:extLst>
                <a:ext uri="{FF2B5EF4-FFF2-40B4-BE49-F238E27FC236}">
                  <a16:creationId xmlns:a16="http://schemas.microsoft.com/office/drawing/2014/main" id="{37B6C75B-BACF-70F3-4882-F12C94B1293E}"/>
                </a:ext>
              </a:extLst>
            </p:cNvPr>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1997;p37">
              <a:extLst>
                <a:ext uri="{FF2B5EF4-FFF2-40B4-BE49-F238E27FC236}">
                  <a16:creationId xmlns:a16="http://schemas.microsoft.com/office/drawing/2014/main" id="{9AE281EF-258E-609A-A27D-E533612B3509}"/>
                </a:ext>
              </a:extLst>
            </p:cNvPr>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1998;p37">
              <a:extLst>
                <a:ext uri="{FF2B5EF4-FFF2-40B4-BE49-F238E27FC236}">
                  <a16:creationId xmlns:a16="http://schemas.microsoft.com/office/drawing/2014/main" id="{7BC3A959-5C57-1D84-D068-8FA16AECB194}"/>
                </a:ext>
              </a:extLst>
            </p:cNvPr>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1999;p37">
              <a:extLst>
                <a:ext uri="{FF2B5EF4-FFF2-40B4-BE49-F238E27FC236}">
                  <a16:creationId xmlns:a16="http://schemas.microsoft.com/office/drawing/2014/main" id="{978F51A3-C853-FD07-3DE4-4CD9D9F9EEE7}"/>
                </a:ext>
              </a:extLst>
            </p:cNvPr>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2000;p37">
              <a:extLst>
                <a:ext uri="{FF2B5EF4-FFF2-40B4-BE49-F238E27FC236}">
                  <a16:creationId xmlns:a16="http://schemas.microsoft.com/office/drawing/2014/main" id="{38CD935B-3D73-4AF4-2CEC-9C9FB3840E3D}"/>
                </a:ext>
              </a:extLst>
            </p:cNvPr>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2001;p37">
              <a:extLst>
                <a:ext uri="{FF2B5EF4-FFF2-40B4-BE49-F238E27FC236}">
                  <a16:creationId xmlns:a16="http://schemas.microsoft.com/office/drawing/2014/main" id="{64018466-9BC4-3DB8-243C-537F5A3394E8}"/>
                </a:ext>
              </a:extLst>
            </p:cNvPr>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2002;p37">
              <a:extLst>
                <a:ext uri="{FF2B5EF4-FFF2-40B4-BE49-F238E27FC236}">
                  <a16:creationId xmlns:a16="http://schemas.microsoft.com/office/drawing/2014/main" id="{4A8287EA-EA94-3A38-54DB-EE84D8B999A3}"/>
                </a:ext>
              </a:extLst>
            </p:cNvPr>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2003;p37">
              <a:extLst>
                <a:ext uri="{FF2B5EF4-FFF2-40B4-BE49-F238E27FC236}">
                  <a16:creationId xmlns:a16="http://schemas.microsoft.com/office/drawing/2014/main" id="{55C02066-795A-3580-6056-7D9919086D10}"/>
                </a:ext>
              </a:extLst>
            </p:cNvPr>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2004;p37">
              <a:extLst>
                <a:ext uri="{FF2B5EF4-FFF2-40B4-BE49-F238E27FC236}">
                  <a16:creationId xmlns:a16="http://schemas.microsoft.com/office/drawing/2014/main" id="{46989C36-3BAB-6C83-E73E-2F0386C870F3}"/>
                </a:ext>
              </a:extLst>
            </p:cNvPr>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2005;p37">
              <a:extLst>
                <a:ext uri="{FF2B5EF4-FFF2-40B4-BE49-F238E27FC236}">
                  <a16:creationId xmlns:a16="http://schemas.microsoft.com/office/drawing/2014/main" id="{1C080055-9920-45D6-6D84-BAF96DEE560B}"/>
                </a:ext>
              </a:extLst>
            </p:cNvPr>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2006;p37">
              <a:extLst>
                <a:ext uri="{FF2B5EF4-FFF2-40B4-BE49-F238E27FC236}">
                  <a16:creationId xmlns:a16="http://schemas.microsoft.com/office/drawing/2014/main" id="{13C33477-F157-BFE7-7CF0-9168C9AA7B30}"/>
                </a:ext>
              </a:extLst>
            </p:cNvPr>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2007;p37">
              <a:extLst>
                <a:ext uri="{FF2B5EF4-FFF2-40B4-BE49-F238E27FC236}">
                  <a16:creationId xmlns:a16="http://schemas.microsoft.com/office/drawing/2014/main" id="{ED944558-3BCF-C1D8-19B0-95B9487E95F0}"/>
                </a:ext>
              </a:extLst>
            </p:cNvPr>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2008;p37">
              <a:extLst>
                <a:ext uri="{FF2B5EF4-FFF2-40B4-BE49-F238E27FC236}">
                  <a16:creationId xmlns:a16="http://schemas.microsoft.com/office/drawing/2014/main" id="{840D8746-2C91-C6D3-01BA-98F6FAF250F7}"/>
                </a:ext>
              </a:extLst>
            </p:cNvPr>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2009;p37">
              <a:extLst>
                <a:ext uri="{FF2B5EF4-FFF2-40B4-BE49-F238E27FC236}">
                  <a16:creationId xmlns:a16="http://schemas.microsoft.com/office/drawing/2014/main" id="{977C0C3D-11F2-6893-2CCC-5B26C9305C97}"/>
                </a:ext>
              </a:extLst>
            </p:cNvPr>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2010;p37">
              <a:extLst>
                <a:ext uri="{FF2B5EF4-FFF2-40B4-BE49-F238E27FC236}">
                  <a16:creationId xmlns:a16="http://schemas.microsoft.com/office/drawing/2014/main" id="{0CF23D90-926D-2FB9-7BE9-7D281FB89BAB}"/>
                </a:ext>
              </a:extLst>
            </p:cNvPr>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2011;p37">
              <a:extLst>
                <a:ext uri="{FF2B5EF4-FFF2-40B4-BE49-F238E27FC236}">
                  <a16:creationId xmlns:a16="http://schemas.microsoft.com/office/drawing/2014/main" id="{F05FDA87-B62E-F95C-B10B-96BD036F6F8B}"/>
                </a:ext>
              </a:extLst>
            </p:cNvPr>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2012;p37">
              <a:extLst>
                <a:ext uri="{FF2B5EF4-FFF2-40B4-BE49-F238E27FC236}">
                  <a16:creationId xmlns:a16="http://schemas.microsoft.com/office/drawing/2014/main" id="{91463D30-F1A9-9157-69E1-92C7C0F16000}"/>
                </a:ext>
              </a:extLst>
            </p:cNvPr>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2013;p37">
              <a:extLst>
                <a:ext uri="{FF2B5EF4-FFF2-40B4-BE49-F238E27FC236}">
                  <a16:creationId xmlns:a16="http://schemas.microsoft.com/office/drawing/2014/main" id="{E4A8E05F-5228-992F-84B1-5A7AB184FF15}"/>
                </a:ext>
              </a:extLst>
            </p:cNvPr>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2014;p37">
              <a:extLst>
                <a:ext uri="{FF2B5EF4-FFF2-40B4-BE49-F238E27FC236}">
                  <a16:creationId xmlns:a16="http://schemas.microsoft.com/office/drawing/2014/main" id="{60CE73A8-93A7-8242-8BDC-69BFE9E18F83}"/>
                </a:ext>
              </a:extLst>
            </p:cNvPr>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2015;p37">
              <a:extLst>
                <a:ext uri="{FF2B5EF4-FFF2-40B4-BE49-F238E27FC236}">
                  <a16:creationId xmlns:a16="http://schemas.microsoft.com/office/drawing/2014/main" id="{01B8F976-BB89-286B-C7B0-4AF6D5896DEC}"/>
                </a:ext>
              </a:extLst>
            </p:cNvPr>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2016;p37">
              <a:extLst>
                <a:ext uri="{FF2B5EF4-FFF2-40B4-BE49-F238E27FC236}">
                  <a16:creationId xmlns:a16="http://schemas.microsoft.com/office/drawing/2014/main" id="{2B804CFE-EA2C-DC47-65C1-24CFC86DB524}"/>
                </a:ext>
              </a:extLst>
            </p:cNvPr>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2017;p37">
              <a:extLst>
                <a:ext uri="{FF2B5EF4-FFF2-40B4-BE49-F238E27FC236}">
                  <a16:creationId xmlns:a16="http://schemas.microsoft.com/office/drawing/2014/main" id="{B4EF4D5D-3391-633B-58AC-8D043F206863}"/>
                </a:ext>
              </a:extLst>
            </p:cNvPr>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2018;p37">
              <a:extLst>
                <a:ext uri="{FF2B5EF4-FFF2-40B4-BE49-F238E27FC236}">
                  <a16:creationId xmlns:a16="http://schemas.microsoft.com/office/drawing/2014/main" id="{C47C3B28-71E2-08A5-2CFD-3F026B20A90F}"/>
                </a:ext>
              </a:extLst>
            </p:cNvPr>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2019;p37">
              <a:extLst>
                <a:ext uri="{FF2B5EF4-FFF2-40B4-BE49-F238E27FC236}">
                  <a16:creationId xmlns:a16="http://schemas.microsoft.com/office/drawing/2014/main" id="{E25D75EB-0BE6-879B-EBD5-E2FF4D0B9464}"/>
                </a:ext>
              </a:extLst>
            </p:cNvPr>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2020;p37">
              <a:extLst>
                <a:ext uri="{FF2B5EF4-FFF2-40B4-BE49-F238E27FC236}">
                  <a16:creationId xmlns:a16="http://schemas.microsoft.com/office/drawing/2014/main" id="{EFCD1505-D916-DF4F-D28B-5DD49A205902}"/>
                </a:ext>
              </a:extLst>
            </p:cNvPr>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2021;p37">
              <a:extLst>
                <a:ext uri="{FF2B5EF4-FFF2-40B4-BE49-F238E27FC236}">
                  <a16:creationId xmlns:a16="http://schemas.microsoft.com/office/drawing/2014/main" id="{449C6D98-012B-D235-71B2-6C9D70A975A8}"/>
                </a:ext>
              </a:extLst>
            </p:cNvPr>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2022;p37">
              <a:extLst>
                <a:ext uri="{FF2B5EF4-FFF2-40B4-BE49-F238E27FC236}">
                  <a16:creationId xmlns:a16="http://schemas.microsoft.com/office/drawing/2014/main" id="{42F94DCD-6EA2-7FE8-F104-75DD7D98D9EF}"/>
                </a:ext>
              </a:extLst>
            </p:cNvPr>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2023;p37">
              <a:extLst>
                <a:ext uri="{FF2B5EF4-FFF2-40B4-BE49-F238E27FC236}">
                  <a16:creationId xmlns:a16="http://schemas.microsoft.com/office/drawing/2014/main" id="{964BC529-59C4-8E1D-BE8A-7AF12DD1790C}"/>
                </a:ext>
              </a:extLst>
            </p:cNvPr>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2024;p37">
              <a:extLst>
                <a:ext uri="{FF2B5EF4-FFF2-40B4-BE49-F238E27FC236}">
                  <a16:creationId xmlns:a16="http://schemas.microsoft.com/office/drawing/2014/main" id="{83A33EB9-4ADF-01A6-73CB-CC78D674529E}"/>
                </a:ext>
              </a:extLst>
            </p:cNvPr>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2025;p37">
              <a:extLst>
                <a:ext uri="{FF2B5EF4-FFF2-40B4-BE49-F238E27FC236}">
                  <a16:creationId xmlns:a16="http://schemas.microsoft.com/office/drawing/2014/main" id="{65045FE9-4ECC-0848-99D9-5EDD723D1249}"/>
                </a:ext>
              </a:extLst>
            </p:cNvPr>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2026;p37">
              <a:extLst>
                <a:ext uri="{FF2B5EF4-FFF2-40B4-BE49-F238E27FC236}">
                  <a16:creationId xmlns:a16="http://schemas.microsoft.com/office/drawing/2014/main" id="{7F797ACE-94A9-6A37-98BE-88A19D649353}"/>
                </a:ext>
              </a:extLst>
            </p:cNvPr>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2027;p37">
              <a:extLst>
                <a:ext uri="{FF2B5EF4-FFF2-40B4-BE49-F238E27FC236}">
                  <a16:creationId xmlns:a16="http://schemas.microsoft.com/office/drawing/2014/main" id="{1B4230AA-D532-8B27-4549-344D56556349}"/>
                </a:ext>
              </a:extLst>
            </p:cNvPr>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2028;p37">
              <a:extLst>
                <a:ext uri="{FF2B5EF4-FFF2-40B4-BE49-F238E27FC236}">
                  <a16:creationId xmlns:a16="http://schemas.microsoft.com/office/drawing/2014/main" id="{97BAF9F9-E112-EAC5-5AB5-702810369D90}"/>
                </a:ext>
              </a:extLst>
            </p:cNvPr>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2029;p37">
              <a:extLst>
                <a:ext uri="{FF2B5EF4-FFF2-40B4-BE49-F238E27FC236}">
                  <a16:creationId xmlns:a16="http://schemas.microsoft.com/office/drawing/2014/main" id="{B9F33A4A-9511-AC80-63B5-F130A2098B9D}"/>
                </a:ext>
              </a:extLst>
            </p:cNvPr>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2030;p37">
              <a:extLst>
                <a:ext uri="{FF2B5EF4-FFF2-40B4-BE49-F238E27FC236}">
                  <a16:creationId xmlns:a16="http://schemas.microsoft.com/office/drawing/2014/main" id="{7050DB67-3E33-E1E2-266B-9CEEC3E63934}"/>
                </a:ext>
              </a:extLst>
            </p:cNvPr>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2031;p37">
              <a:extLst>
                <a:ext uri="{FF2B5EF4-FFF2-40B4-BE49-F238E27FC236}">
                  <a16:creationId xmlns:a16="http://schemas.microsoft.com/office/drawing/2014/main" id="{70726B6E-D6E2-F780-06C1-AED248437443}"/>
                </a:ext>
              </a:extLst>
            </p:cNvPr>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2032;p37">
              <a:extLst>
                <a:ext uri="{FF2B5EF4-FFF2-40B4-BE49-F238E27FC236}">
                  <a16:creationId xmlns:a16="http://schemas.microsoft.com/office/drawing/2014/main" id="{9371B9E2-1EF2-9D23-441A-6A05C9B9F5B2}"/>
                </a:ext>
              </a:extLst>
            </p:cNvPr>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2033;p37">
              <a:extLst>
                <a:ext uri="{FF2B5EF4-FFF2-40B4-BE49-F238E27FC236}">
                  <a16:creationId xmlns:a16="http://schemas.microsoft.com/office/drawing/2014/main" id="{38A4F713-2FC4-DF52-14D4-DD6717C4DE40}"/>
                </a:ext>
              </a:extLst>
            </p:cNvPr>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2034;p37">
              <a:extLst>
                <a:ext uri="{FF2B5EF4-FFF2-40B4-BE49-F238E27FC236}">
                  <a16:creationId xmlns:a16="http://schemas.microsoft.com/office/drawing/2014/main" id="{C0929739-0605-C373-C65F-8FFABF19BC46}"/>
                </a:ext>
              </a:extLst>
            </p:cNvPr>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2035;p37">
              <a:extLst>
                <a:ext uri="{FF2B5EF4-FFF2-40B4-BE49-F238E27FC236}">
                  <a16:creationId xmlns:a16="http://schemas.microsoft.com/office/drawing/2014/main" id="{80973C57-BB55-AE06-E7F1-7C8FFC7DBC83}"/>
                </a:ext>
              </a:extLst>
            </p:cNvPr>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2036;p37">
              <a:extLst>
                <a:ext uri="{FF2B5EF4-FFF2-40B4-BE49-F238E27FC236}">
                  <a16:creationId xmlns:a16="http://schemas.microsoft.com/office/drawing/2014/main" id="{35D66220-AA56-44F4-976F-E2C9C3899615}"/>
                </a:ext>
              </a:extLst>
            </p:cNvPr>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2037;p37">
              <a:extLst>
                <a:ext uri="{FF2B5EF4-FFF2-40B4-BE49-F238E27FC236}">
                  <a16:creationId xmlns:a16="http://schemas.microsoft.com/office/drawing/2014/main" id="{CBCFC265-A6F6-72CC-B1DF-E49D9425C33C}"/>
                </a:ext>
              </a:extLst>
            </p:cNvPr>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2038;p37">
              <a:extLst>
                <a:ext uri="{FF2B5EF4-FFF2-40B4-BE49-F238E27FC236}">
                  <a16:creationId xmlns:a16="http://schemas.microsoft.com/office/drawing/2014/main" id="{AF729E3C-3BFE-6CC7-AB1F-5E5F86D134A5}"/>
                </a:ext>
              </a:extLst>
            </p:cNvPr>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2039;p37">
              <a:extLst>
                <a:ext uri="{FF2B5EF4-FFF2-40B4-BE49-F238E27FC236}">
                  <a16:creationId xmlns:a16="http://schemas.microsoft.com/office/drawing/2014/main" id="{998158D0-A281-A06A-F03C-647326644C5A}"/>
                </a:ext>
              </a:extLst>
            </p:cNvPr>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2040;p37">
              <a:extLst>
                <a:ext uri="{FF2B5EF4-FFF2-40B4-BE49-F238E27FC236}">
                  <a16:creationId xmlns:a16="http://schemas.microsoft.com/office/drawing/2014/main" id="{E57101E0-D9BA-3DB9-9C95-53A7D065292F}"/>
                </a:ext>
              </a:extLst>
            </p:cNvPr>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2041;p37">
              <a:extLst>
                <a:ext uri="{FF2B5EF4-FFF2-40B4-BE49-F238E27FC236}">
                  <a16:creationId xmlns:a16="http://schemas.microsoft.com/office/drawing/2014/main" id="{918398B8-391C-A23D-93DE-F1D830B39204}"/>
                </a:ext>
              </a:extLst>
            </p:cNvPr>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2042;p37">
              <a:extLst>
                <a:ext uri="{FF2B5EF4-FFF2-40B4-BE49-F238E27FC236}">
                  <a16:creationId xmlns:a16="http://schemas.microsoft.com/office/drawing/2014/main" id="{10887962-8C28-6534-D05F-05A18418E525}"/>
                </a:ext>
              </a:extLst>
            </p:cNvPr>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2043;p37">
              <a:extLst>
                <a:ext uri="{FF2B5EF4-FFF2-40B4-BE49-F238E27FC236}">
                  <a16:creationId xmlns:a16="http://schemas.microsoft.com/office/drawing/2014/main" id="{7DD27201-BDC5-96F4-892A-4E926401C4BD}"/>
                </a:ext>
              </a:extLst>
            </p:cNvPr>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2044;p37">
              <a:extLst>
                <a:ext uri="{FF2B5EF4-FFF2-40B4-BE49-F238E27FC236}">
                  <a16:creationId xmlns:a16="http://schemas.microsoft.com/office/drawing/2014/main" id="{E685E441-3C99-EC56-B1F9-AF7FD27C4F00}"/>
                </a:ext>
              </a:extLst>
            </p:cNvPr>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2045;p37">
              <a:extLst>
                <a:ext uri="{FF2B5EF4-FFF2-40B4-BE49-F238E27FC236}">
                  <a16:creationId xmlns:a16="http://schemas.microsoft.com/office/drawing/2014/main" id="{A5220C58-A9F2-B824-4C37-8933EE3D5E9E}"/>
                </a:ext>
              </a:extLst>
            </p:cNvPr>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2046;p37">
              <a:extLst>
                <a:ext uri="{FF2B5EF4-FFF2-40B4-BE49-F238E27FC236}">
                  <a16:creationId xmlns:a16="http://schemas.microsoft.com/office/drawing/2014/main" id="{0A274FA7-34EE-3BCA-00E0-140D25FAC6A5}"/>
                </a:ext>
              </a:extLst>
            </p:cNvPr>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2047;p37">
              <a:extLst>
                <a:ext uri="{FF2B5EF4-FFF2-40B4-BE49-F238E27FC236}">
                  <a16:creationId xmlns:a16="http://schemas.microsoft.com/office/drawing/2014/main" id="{4D202374-FCEE-51EA-8720-73F7CB4079A1}"/>
                </a:ext>
              </a:extLst>
            </p:cNvPr>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2048;p37">
              <a:extLst>
                <a:ext uri="{FF2B5EF4-FFF2-40B4-BE49-F238E27FC236}">
                  <a16:creationId xmlns:a16="http://schemas.microsoft.com/office/drawing/2014/main" id="{40641968-453A-B70A-D0AD-ECC00989B71C}"/>
                </a:ext>
              </a:extLst>
            </p:cNvPr>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2049;p37">
              <a:extLst>
                <a:ext uri="{FF2B5EF4-FFF2-40B4-BE49-F238E27FC236}">
                  <a16:creationId xmlns:a16="http://schemas.microsoft.com/office/drawing/2014/main" id="{64D305ED-6FB8-63B5-9E0D-2B3E113979D3}"/>
                </a:ext>
              </a:extLst>
            </p:cNvPr>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2050;p37">
              <a:extLst>
                <a:ext uri="{FF2B5EF4-FFF2-40B4-BE49-F238E27FC236}">
                  <a16:creationId xmlns:a16="http://schemas.microsoft.com/office/drawing/2014/main" id="{383D5D0F-FDD9-DE5D-0B09-E890B7E330E4}"/>
                </a:ext>
              </a:extLst>
            </p:cNvPr>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2051;p37">
              <a:extLst>
                <a:ext uri="{FF2B5EF4-FFF2-40B4-BE49-F238E27FC236}">
                  <a16:creationId xmlns:a16="http://schemas.microsoft.com/office/drawing/2014/main" id="{354B080A-A3B3-A6AC-376D-38436E9197D0}"/>
                </a:ext>
              </a:extLst>
            </p:cNvPr>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2052;p37">
              <a:extLst>
                <a:ext uri="{FF2B5EF4-FFF2-40B4-BE49-F238E27FC236}">
                  <a16:creationId xmlns:a16="http://schemas.microsoft.com/office/drawing/2014/main" id="{43A5D4F2-38F7-F7F2-B057-9BA76ABFE715}"/>
                </a:ext>
              </a:extLst>
            </p:cNvPr>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2053;p37">
              <a:extLst>
                <a:ext uri="{FF2B5EF4-FFF2-40B4-BE49-F238E27FC236}">
                  <a16:creationId xmlns:a16="http://schemas.microsoft.com/office/drawing/2014/main" id="{52A01F96-CAF4-A2C8-89A2-062F5AEC5542}"/>
                </a:ext>
              </a:extLst>
            </p:cNvPr>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2054;p37">
              <a:extLst>
                <a:ext uri="{FF2B5EF4-FFF2-40B4-BE49-F238E27FC236}">
                  <a16:creationId xmlns:a16="http://schemas.microsoft.com/office/drawing/2014/main" id="{07AD89DD-499E-08CB-2E89-44C0D9559EE2}"/>
                </a:ext>
              </a:extLst>
            </p:cNvPr>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2055;p37">
              <a:extLst>
                <a:ext uri="{FF2B5EF4-FFF2-40B4-BE49-F238E27FC236}">
                  <a16:creationId xmlns:a16="http://schemas.microsoft.com/office/drawing/2014/main" id="{F3964DD1-B704-10F1-7DFC-D5AA5A0D67AE}"/>
                </a:ext>
              </a:extLst>
            </p:cNvPr>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2056;p37">
              <a:extLst>
                <a:ext uri="{FF2B5EF4-FFF2-40B4-BE49-F238E27FC236}">
                  <a16:creationId xmlns:a16="http://schemas.microsoft.com/office/drawing/2014/main" id="{C0BED8A0-7B9B-0FDE-9B66-2A76306C6E8B}"/>
                </a:ext>
              </a:extLst>
            </p:cNvPr>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2057;p37">
              <a:extLst>
                <a:ext uri="{FF2B5EF4-FFF2-40B4-BE49-F238E27FC236}">
                  <a16:creationId xmlns:a16="http://schemas.microsoft.com/office/drawing/2014/main" id="{A19DF500-694C-129F-9355-A2B6D34228CE}"/>
                </a:ext>
              </a:extLst>
            </p:cNvPr>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2058;p37">
              <a:extLst>
                <a:ext uri="{FF2B5EF4-FFF2-40B4-BE49-F238E27FC236}">
                  <a16:creationId xmlns:a16="http://schemas.microsoft.com/office/drawing/2014/main" id="{4F8D7C23-54F2-8597-4E11-5B41FE2604D9}"/>
                </a:ext>
              </a:extLst>
            </p:cNvPr>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2059;p37">
              <a:extLst>
                <a:ext uri="{FF2B5EF4-FFF2-40B4-BE49-F238E27FC236}">
                  <a16:creationId xmlns:a16="http://schemas.microsoft.com/office/drawing/2014/main" id="{9546E165-4D2A-6CED-5191-B7BB26995ED2}"/>
                </a:ext>
              </a:extLst>
            </p:cNvPr>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2060;p37">
              <a:extLst>
                <a:ext uri="{FF2B5EF4-FFF2-40B4-BE49-F238E27FC236}">
                  <a16:creationId xmlns:a16="http://schemas.microsoft.com/office/drawing/2014/main" id="{06734DFB-E14B-8AEC-7CFA-843C2A7790A9}"/>
                </a:ext>
              </a:extLst>
            </p:cNvPr>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2061;p37">
              <a:extLst>
                <a:ext uri="{FF2B5EF4-FFF2-40B4-BE49-F238E27FC236}">
                  <a16:creationId xmlns:a16="http://schemas.microsoft.com/office/drawing/2014/main" id="{A1854085-C3A8-0C50-6FDE-AAE831FCA9AE}"/>
                </a:ext>
              </a:extLst>
            </p:cNvPr>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2062;p37">
              <a:extLst>
                <a:ext uri="{FF2B5EF4-FFF2-40B4-BE49-F238E27FC236}">
                  <a16:creationId xmlns:a16="http://schemas.microsoft.com/office/drawing/2014/main" id="{3714C7CE-38CA-0B0C-FE16-651D7A217847}"/>
                </a:ext>
              </a:extLst>
            </p:cNvPr>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2063;p37">
              <a:extLst>
                <a:ext uri="{FF2B5EF4-FFF2-40B4-BE49-F238E27FC236}">
                  <a16:creationId xmlns:a16="http://schemas.microsoft.com/office/drawing/2014/main" id="{4EF674DC-D7C7-17AE-C834-7F9D0E16347C}"/>
                </a:ext>
              </a:extLst>
            </p:cNvPr>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2064;p37">
              <a:extLst>
                <a:ext uri="{FF2B5EF4-FFF2-40B4-BE49-F238E27FC236}">
                  <a16:creationId xmlns:a16="http://schemas.microsoft.com/office/drawing/2014/main" id="{43F0BBDB-D5B3-5A65-1AF1-65926D34DA57}"/>
                </a:ext>
              </a:extLst>
            </p:cNvPr>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2065;p37">
              <a:extLst>
                <a:ext uri="{FF2B5EF4-FFF2-40B4-BE49-F238E27FC236}">
                  <a16:creationId xmlns:a16="http://schemas.microsoft.com/office/drawing/2014/main" id="{FAB2FBF9-23DC-4776-892D-B2784B9C7137}"/>
                </a:ext>
              </a:extLst>
            </p:cNvPr>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2066;p37">
              <a:extLst>
                <a:ext uri="{FF2B5EF4-FFF2-40B4-BE49-F238E27FC236}">
                  <a16:creationId xmlns:a16="http://schemas.microsoft.com/office/drawing/2014/main" id="{0B7C38AB-76B5-B2B4-F7C0-BE1635BA8171}"/>
                </a:ext>
              </a:extLst>
            </p:cNvPr>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2067;p37">
              <a:extLst>
                <a:ext uri="{FF2B5EF4-FFF2-40B4-BE49-F238E27FC236}">
                  <a16:creationId xmlns:a16="http://schemas.microsoft.com/office/drawing/2014/main" id="{DB2A9D3A-094A-FBA5-214F-14D8B64BE9F1}"/>
                </a:ext>
              </a:extLst>
            </p:cNvPr>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2068;p37">
              <a:extLst>
                <a:ext uri="{FF2B5EF4-FFF2-40B4-BE49-F238E27FC236}">
                  <a16:creationId xmlns:a16="http://schemas.microsoft.com/office/drawing/2014/main" id="{F66D019E-FBF5-6299-E96E-75A5C23AB65C}"/>
                </a:ext>
              </a:extLst>
            </p:cNvPr>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2069;p37">
              <a:extLst>
                <a:ext uri="{FF2B5EF4-FFF2-40B4-BE49-F238E27FC236}">
                  <a16:creationId xmlns:a16="http://schemas.microsoft.com/office/drawing/2014/main" id="{1ECB4732-549F-6557-626A-9D4D829CA637}"/>
                </a:ext>
              </a:extLst>
            </p:cNvPr>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2070;p37">
              <a:extLst>
                <a:ext uri="{FF2B5EF4-FFF2-40B4-BE49-F238E27FC236}">
                  <a16:creationId xmlns:a16="http://schemas.microsoft.com/office/drawing/2014/main" id="{91DE9343-4D3B-9A3D-CC5F-F7D239E057DB}"/>
                </a:ext>
              </a:extLst>
            </p:cNvPr>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2071;p37">
              <a:extLst>
                <a:ext uri="{FF2B5EF4-FFF2-40B4-BE49-F238E27FC236}">
                  <a16:creationId xmlns:a16="http://schemas.microsoft.com/office/drawing/2014/main" id="{81F6F279-45D3-CCDD-C3CF-A9406C1ACFE7}"/>
                </a:ext>
              </a:extLst>
            </p:cNvPr>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2072;p37">
              <a:extLst>
                <a:ext uri="{FF2B5EF4-FFF2-40B4-BE49-F238E27FC236}">
                  <a16:creationId xmlns:a16="http://schemas.microsoft.com/office/drawing/2014/main" id="{54DE3DF9-5147-0484-F713-C26742A54072}"/>
                </a:ext>
              </a:extLst>
            </p:cNvPr>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2073;p37">
              <a:extLst>
                <a:ext uri="{FF2B5EF4-FFF2-40B4-BE49-F238E27FC236}">
                  <a16:creationId xmlns:a16="http://schemas.microsoft.com/office/drawing/2014/main" id="{A95E4F5A-135C-5BF6-93EA-257440F52722}"/>
                </a:ext>
              </a:extLst>
            </p:cNvPr>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2074;p37">
              <a:extLst>
                <a:ext uri="{FF2B5EF4-FFF2-40B4-BE49-F238E27FC236}">
                  <a16:creationId xmlns:a16="http://schemas.microsoft.com/office/drawing/2014/main" id="{34D03F02-35B4-B674-A592-57215F21206A}"/>
                </a:ext>
              </a:extLst>
            </p:cNvPr>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2075;p37">
              <a:extLst>
                <a:ext uri="{FF2B5EF4-FFF2-40B4-BE49-F238E27FC236}">
                  <a16:creationId xmlns:a16="http://schemas.microsoft.com/office/drawing/2014/main" id="{481FD8D6-C650-C522-94BA-C188F6A3021F}"/>
                </a:ext>
              </a:extLst>
            </p:cNvPr>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2076;p37">
              <a:extLst>
                <a:ext uri="{FF2B5EF4-FFF2-40B4-BE49-F238E27FC236}">
                  <a16:creationId xmlns:a16="http://schemas.microsoft.com/office/drawing/2014/main" id="{E4F5CEB5-46EF-AE15-C1C4-1811B0CC046E}"/>
                </a:ext>
              </a:extLst>
            </p:cNvPr>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2077;p37">
              <a:extLst>
                <a:ext uri="{FF2B5EF4-FFF2-40B4-BE49-F238E27FC236}">
                  <a16:creationId xmlns:a16="http://schemas.microsoft.com/office/drawing/2014/main" id="{86692E8B-2B28-7C43-D50F-170B87573851}"/>
                </a:ext>
              </a:extLst>
            </p:cNvPr>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2078;p37">
              <a:extLst>
                <a:ext uri="{FF2B5EF4-FFF2-40B4-BE49-F238E27FC236}">
                  <a16:creationId xmlns:a16="http://schemas.microsoft.com/office/drawing/2014/main" id="{2678A9B8-9E17-2098-D313-F8B4DBDB0497}"/>
                </a:ext>
              </a:extLst>
            </p:cNvPr>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2079;p37">
              <a:extLst>
                <a:ext uri="{FF2B5EF4-FFF2-40B4-BE49-F238E27FC236}">
                  <a16:creationId xmlns:a16="http://schemas.microsoft.com/office/drawing/2014/main" id="{697FDBDB-BDD7-5CE3-CCB5-7C3863D126B6}"/>
                </a:ext>
              </a:extLst>
            </p:cNvPr>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2080;p37">
              <a:extLst>
                <a:ext uri="{FF2B5EF4-FFF2-40B4-BE49-F238E27FC236}">
                  <a16:creationId xmlns:a16="http://schemas.microsoft.com/office/drawing/2014/main" id="{51AC7E39-5679-1A0A-8DC5-A9564A56A72A}"/>
                </a:ext>
              </a:extLst>
            </p:cNvPr>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2081;p37">
              <a:extLst>
                <a:ext uri="{FF2B5EF4-FFF2-40B4-BE49-F238E27FC236}">
                  <a16:creationId xmlns:a16="http://schemas.microsoft.com/office/drawing/2014/main" id="{68AB6F8F-CE73-6ED6-5665-662E50AF9044}"/>
                </a:ext>
              </a:extLst>
            </p:cNvPr>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2082;p37">
              <a:extLst>
                <a:ext uri="{FF2B5EF4-FFF2-40B4-BE49-F238E27FC236}">
                  <a16:creationId xmlns:a16="http://schemas.microsoft.com/office/drawing/2014/main" id="{AC5C1DD6-3552-9F6A-99A2-2D209A4022CD}"/>
                </a:ext>
              </a:extLst>
            </p:cNvPr>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2083;p37">
              <a:extLst>
                <a:ext uri="{FF2B5EF4-FFF2-40B4-BE49-F238E27FC236}">
                  <a16:creationId xmlns:a16="http://schemas.microsoft.com/office/drawing/2014/main" id="{B3C53D9C-2036-1F11-DB74-94937AF3C71E}"/>
                </a:ext>
              </a:extLst>
            </p:cNvPr>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2084;p37">
              <a:extLst>
                <a:ext uri="{FF2B5EF4-FFF2-40B4-BE49-F238E27FC236}">
                  <a16:creationId xmlns:a16="http://schemas.microsoft.com/office/drawing/2014/main" id="{7F749F18-B12D-9B82-A29B-8BEA77F9E485}"/>
                </a:ext>
              </a:extLst>
            </p:cNvPr>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2085;p37">
              <a:extLst>
                <a:ext uri="{FF2B5EF4-FFF2-40B4-BE49-F238E27FC236}">
                  <a16:creationId xmlns:a16="http://schemas.microsoft.com/office/drawing/2014/main" id="{9D54CBAC-B68B-4A9D-80D0-2EFD0FC0D005}"/>
                </a:ext>
              </a:extLst>
            </p:cNvPr>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2086;p37">
              <a:extLst>
                <a:ext uri="{FF2B5EF4-FFF2-40B4-BE49-F238E27FC236}">
                  <a16:creationId xmlns:a16="http://schemas.microsoft.com/office/drawing/2014/main" id="{3C7212DC-56BD-61C5-B96E-1B5CE81A01AB}"/>
                </a:ext>
              </a:extLst>
            </p:cNvPr>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2087;p37">
              <a:extLst>
                <a:ext uri="{FF2B5EF4-FFF2-40B4-BE49-F238E27FC236}">
                  <a16:creationId xmlns:a16="http://schemas.microsoft.com/office/drawing/2014/main" id="{1C8CFC64-0170-C616-CA97-81856C38BCF1}"/>
                </a:ext>
              </a:extLst>
            </p:cNvPr>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2088;p37">
              <a:extLst>
                <a:ext uri="{FF2B5EF4-FFF2-40B4-BE49-F238E27FC236}">
                  <a16:creationId xmlns:a16="http://schemas.microsoft.com/office/drawing/2014/main" id="{18B25A6B-97E0-CC6A-F08C-E068D47A3AD3}"/>
                </a:ext>
              </a:extLst>
            </p:cNvPr>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2089;p37">
              <a:extLst>
                <a:ext uri="{FF2B5EF4-FFF2-40B4-BE49-F238E27FC236}">
                  <a16:creationId xmlns:a16="http://schemas.microsoft.com/office/drawing/2014/main" id="{B9C0E6C0-8706-07C7-4DE7-275DA057460E}"/>
                </a:ext>
              </a:extLst>
            </p:cNvPr>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2090;p37">
              <a:extLst>
                <a:ext uri="{FF2B5EF4-FFF2-40B4-BE49-F238E27FC236}">
                  <a16:creationId xmlns:a16="http://schemas.microsoft.com/office/drawing/2014/main" id="{052720A3-54AD-EFE0-04EC-C5EC721C702C}"/>
                </a:ext>
              </a:extLst>
            </p:cNvPr>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2091;p37">
              <a:extLst>
                <a:ext uri="{FF2B5EF4-FFF2-40B4-BE49-F238E27FC236}">
                  <a16:creationId xmlns:a16="http://schemas.microsoft.com/office/drawing/2014/main" id="{9D044E8E-3B9A-5303-D293-6C59A46AA27E}"/>
                </a:ext>
              </a:extLst>
            </p:cNvPr>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2092;p37">
              <a:extLst>
                <a:ext uri="{FF2B5EF4-FFF2-40B4-BE49-F238E27FC236}">
                  <a16:creationId xmlns:a16="http://schemas.microsoft.com/office/drawing/2014/main" id="{09D58FAF-3FFA-97AD-59B9-BD68CA8A2F17}"/>
                </a:ext>
              </a:extLst>
            </p:cNvPr>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2093;p37">
              <a:extLst>
                <a:ext uri="{FF2B5EF4-FFF2-40B4-BE49-F238E27FC236}">
                  <a16:creationId xmlns:a16="http://schemas.microsoft.com/office/drawing/2014/main" id="{B1F6B14B-3AE1-23E8-B445-6B5F4C3CA536}"/>
                </a:ext>
              </a:extLst>
            </p:cNvPr>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2094;p37">
              <a:extLst>
                <a:ext uri="{FF2B5EF4-FFF2-40B4-BE49-F238E27FC236}">
                  <a16:creationId xmlns:a16="http://schemas.microsoft.com/office/drawing/2014/main" id="{0B3995DC-4ECD-81DE-EBF7-1874193B4525}"/>
                </a:ext>
              </a:extLst>
            </p:cNvPr>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2095;p37">
              <a:extLst>
                <a:ext uri="{FF2B5EF4-FFF2-40B4-BE49-F238E27FC236}">
                  <a16:creationId xmlns:a16="http://schemas.microsoft.com/office/drawing/2014/main" id="{5370EF3E-E946-BDF5-06B2-AF55B7A9065E}"/>
                </a:ext>
              </a:extLst>
            </p:cNvPr>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2096;p37">
              <a:extLst>
                <a:ext uri="{FF2B5EF4-FFF2-40B4-BE49-F238E27FC236}">
                  <a16:creationId xmlns:a16="http://schemas.microsoft.com/office/drawing/2014/main" id="{86A2B222-A59C-BA32-E426-A09DC1B6AD4C}"/>
                </a:ext>
              </a:extLst>
            </p:cNvPr>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2097;p37">
              <a:extLst>
                <a:ext uri="{FF2B5EF4-FFF2-40B4-BE49-F238E27FC236}">
                  <a16:creationId xmlns:a16="http://schemas.microsoft.com/office/drawing/2014/main" id="{CC2FBA4E-F835-ADC0-BDD1-1C1ABE1B791A}"/>
                </a:ext>
              </a:extLst>
            </p:cNvPr>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2098;p37">
              <a:extLst>
                <a:ext uri="{FF2B5EF4-FFF2-40B4-BE49-F238E27FC236}">
                  <a16:creationId xmlns:a16="http://schemas.microsoft.com/office/drawing/2014/main" id="{FB0E83A7-9C53-7D5D-36FB-C290FD02CD0B}"/>
                </a:ext>
              </a:extLst>
            </p:cNvPr>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2099;p37">
              <a:extLst>
                <a:ext uri="{FF2B5EF4-FFF2-40B4-BE49-F238E27FC236}">
                  <a16:creationId xmlns:a16="http://schemas.microsoft.com/office/drawing/2014/main" id="{C751B13E-C1F3-738C-D427-34BE732E8782}"/>
                </a:ext>
              </a:extLst>
            </p:cNvPr>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2100;p37">
              <a:extLst>
                <a:ext uri="{FF2B5EF4-FFF2-40B4-BE49-F238E27FC236}">
                  <a16:creationId xmlns:a16="http://schemas.microsoft.com/office/drawing/2014/main" id="{9AFD697B-08C3-16CD-5226-AB926FED7DFE}"/>
                </a:ext>
              </a:extLst>
            </p:cNvPr>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2101;p37">
              <a:extLst>
                <a:ext uri="{FF2B5EF4-FFF2-40B4-BE49-F238E27FC236}">
                  <a16:creationId xmlns:a16="http://schemas.microsoft.com/office/drawing/2014/main" id="{317E598B-AF48-B659-9E48-F3B7B86B56F7}"/>
                </a:ext>
              </a:extLst>
            </p:cNvPr>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2102;p37">
              <a:extLst>
                <a:ext uri="{FF2B5EF4-FFF2-40B4-BE49-F238E27FC236}">
                  <a16:creationId xmlns:a16="http://schemas.microsoft.com/office/drawing/2014/main" id="{DEDE672F-FA22-5ED8-A17E-83A15C802604}"/>
                </a:ext>
              </a:extLst>
            </p:cNvPr>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2103;p37">
              <a:extLst>
                <a:ext uri="{FF2B5EF4-FFF2-40B4-BE49-F238E27FC236}">
                  <a16:creationId xmlns:a16="http://schemas.microsoft.com/office/drawing/2014/main" id="{B8B0BD80-BE8F-790A-0C57-DBDB4C787FD8}"/>
                </a:ext>
              </a:extLst>
            </p:cNvPr>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2104;p37">
              <a:extLst>
                <a:ext uri="{FF2B5EF4-FFF2-40B4-BE49-F238E27FC236}">
                  <a16:creationId xmlns:a16="http://schemas.microsoft.com/office/drawing/2014/main" id="{29120AC2-EFBF-5E15-701F-D0BB883D0F38}"/>
                </a:ext>
              </a:extLst>
            </p:cNvPr>
            <p:cNvSpPr/>
            <p:nvPr/>
          </p:nvSpPr>
          <p:spPr>
            <a:xfrm>
              <a:off x="3046075" y="1257575"/>
              <a:ext cx="228325" cy="263450"/>
            </a:xfrm>
            <a:custGeom>
              <a:avLst/>
              <a:gdLst/>
              <a:ahLst/>
              <a:cxnLst/>
              <a:rect l="l" t="t" r="r" b="b"/>
              <a:pathLst>
                <a:path w="9133" h="10538" extrusionOk="0">
                  <a:moveTo>
                    <a:pt x="0" y="1"/>
                  </a:moveTo>
                  <a:lnTo>
                    <a:pt x="0" y="10537"/>
                  </a:lnTo>
                  <a:lnTo>
                    <a:pt x="9132" y="528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2105;p37">
              <a:extLst>
                <a:ext uri="{FF2B5EF4-FFF2-40B4-BE49-F238E27FC236}">
                  <a16:creationId xmlns:a16="http://schemas.microsoft.com/office/drawing/2014/main" id="{213D1098-96BE-8FF4-8769-6444FE0BFC95}"/>
                </a:ext>
              </a:extLst>
            </p:cNvPr>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389643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491"/>
        <p:cNvGrpSpPr/>
        <p:nvPr/>
      </p:nvGrpSpPr>
      <p:grpSpPr>
        <a:xfrm>
          <a:off x="0" y="0"/>
          <a:ext cx="0" cy="0"/>
          <a:chOff x="0" y="0"/>
          <a:chExt cx="0" cy="0"/>
        </a:xfrm>
      </p:grpSpPr>
      <p:sp>
        <p:nvSpPr>
          <p:cNvPr id="5" name="Subtitle 4">
            <a:extLst>
              <a:ext uri="{FF2B5EF4-FFF2-40B4-BE49-F238E27FC236}">
                <a16:creationId xmlns:a16="http://schemas.microsoft.com/office/drawing/2014/main" id="{5BDB7851-B68D-A9BB-B896-1C3CE3DE3191}"/>
              </a:ext>
            </a:extLst>
          </p:cNvPr>
          <p:cNvSpPr>
            <a:spLocks noGrp="1"/>
          </p:cNvSpPr>
          <p:nvPr>
            <p:ph type="subTitle" idx="1"/>
          </p:nvPr>
        </p:nvSpPr>
        <p:spPr>
          <a:xfrm>
            <a:off x="986530" y="504904"/>
            <a:ext cx="7321191" cy="4126855"/>
          </a:xfrm>
        </p:spPr>
        <p:txBody>
          <a:bodyPr/>
          <a:lstStyle/>
          <a:p>
            <a:pPr algn="l"/>
            <a:r>
              <a:rPr lang="en-US"/>
              <a:t>1. Build Your Game Server: </a:t>
            </a:r>
            <a:br>
              <a:rPr lang="en-US"/>
            </a:br>
            <a:r>
              <a:rPr lang="en-US"/>
              <a:t> o Create a game server build containing your game's executable and assets. </a:t>
            </a:r>
            <a:br>
              <a:rPr lang="en-US"/>
            </a:br>
            <a:r>
              <a:rPr lang="en-US"/>
              <a:t> o Integrate the </a:t>
            </a:r>
            <a:r>
              <a:rPr lang="en-US" err="1"/>
              <a:t>PlayFab</a:t>
            </a:r>
            <a:r>
              <a:rPr lang="en-US"/>
              <a:t> Game Server SDK for seamless operation on </a:t>
            </a:r>
            <a:r>
              <a:rPr lang="en-US" err="1"/>
              <a:t>PlayFab</a:t>
            </a:r>
            <a:r>
              <a:rPr lang="en-US"/>
              <a:t> servers. </a:t>
            </a:r>
          </a:p>
          <a:p>
            <a:pPr algn="l"/>
            <a:endParaRPr lang="en-US"/>
          </a:p>
          <a:p>
            <a:pPr algn="l"/>
            <a:r>
              <a:rPr lang="en-US"/>
              <a:t>2. Deploy Your Build: </a:t>
            </a:r>
            <a:br>
              <a:rPr lang="en-US"/>
            </a:br>
            <a:r>
              <a:rPr lang="en-US"/>
              <a:t> Configure </a:t>
            </a:r>
            <a:r>
              <a:rPr lang="en-US" err="1"/>
              <a:t>PlayFab</a:t>
            </a:r>
            <a:r>
              <a:rPr lang="en-US"/>
              <a:t> to create and manage virtual machines (VMs) for your game servers. </a:t>
            </a:r>
            <a:br>
              <a:rPr lang="en-US"/>
            </a:br>
            <a:r>
              <a:rPr lang="en-US"/>
              <a:t> Specify server types, regions, scaling options, and pre-allocated resources. </a:t>
            </a:r>
          </a:p>
          <a:p>
            <a:pPr algn="l"/>
            <a:br>
              <a:rPr lang="en-US"/>
            </a:br>
            <a:r>
              <a:rPr lang="en-US"/>
              <a:t>3. Scale Servers Automatically: </a:t>
            </a:r>
            <a:br>
              <a:rPr lang="en-US"/>
            </a:br>
            <a:r>
              <a:rPr lang="en-US"/>
              <a:t> </a:t>
            </a:r>
            <a:r>
              <a:rPr lang="en-US" err="1"/>
              <a:t>PlayFab</a:t>
            </a:r>
            <a:r>
              <a:rPr lang="en-US"/>
              <a:t> dynamically adjusts VMs based on player demand like Standby servers for waiting players, Scaling up during peak </a:t>
            </a:r>
            <a:r>
              <a:rPr lang="en-US" err="1"/>
              <a:t>times,Recycling</a:t>
            </a:r>
            <a:r>
              <a:rPr lang="en-US"/>
              <a:t> used VMs for efficiency .</a:t>
            </a:r>
            <a:br>
              <a:rPr lang="en-US"/>
            </a:br>
            <a:br>
              <a:rPr lang="en-US"/>
            </a:br>
            <a:r>
              <a:rPr lang="en-US"/>
              <a:t>4. Measure Player Latency (Optional):</a:t>
            </a:r>
            <a:br>
              <a:rPr lang="en-US"/>
            </a:br>
            <a:r>
              <a:rPr lang="en-US"/>
              <a:t> Use </a:t>
            </a:r>
            <a:r>
              <a:rPr lang="en-US" err="1"/>
              <a:t>PlayFab's</a:t>
            </a:r>
            <a:r>
              <a:rPr lang="en-US"/>
              <a:t> QoS beacons to measure player latency to different Azure </a:t>
            </a:r>
            <a:r>
              <a:rPr lang="en-US" err="1"/>
              <a:t>regions.This</a:t>
            </a:r>
            <a:r>
              <a:rPr lang="en-US"/>
              <a:t> helps select the best region for optimal gameplay experience. </a:t>
            </a:r>
          </a:p>
          <a:p>
            <a:pPr algn="l"/>
            <a:br>
              <a:rPr lang="en-US"/>
            </a:br>
            <a:r>
              <a:rPr lang="en-US"/>
              <a:t>5. Request Game Servers: Players, matchmaking, or your own system can request game servers from </a:t>
            </a:r>
            <a:r>
              <a:rPr lang="en-US" err="1"/>
              <a:t>PlayFab</a:t>
            </a:r>
            <a:r>
              <a:rPr lang="en-US"/>
              <a:t>. </a:t>
            </a:r>
          </a:p>
          <a:p>
            <a:pPr algn="l"/>
            <a:br>
              <a:rPr lang="en-US"/>
            </a:br>
            <a:r>
              <a:rPr lang="en-US"/>
              <a:t>6. Connect and Play! </a:t>
            </a:r>
            <a:r>
              <a:rPr lang="en-US" err="1"/>
              <a:t>PlayFab</a:t>
            </a:r>
            <a:r>
              <a:rPr lang="en-US"/>
              <a:t> allocates servers within seconds (if available).Clients connect to the allocated server and start playing your game.</a:t>
            </a:r>
          </a:p>
        </p:txBody>
      </p:sp>
      <p:sp>
        <p:nvSpPr>
          <p:cNvPr id="3" name="Title 2">
            <a:extLst>
              <a:ext uri="{FF2B5EF4-FFF2-40B4-BE49-F238E27FC236}">
                <a16:creationId xmlns:a16="http://schemas.microsoft.com/office/drawing/2014/main" id="{2FAB06BF-DE55-7B59-65C4-D504AFE33F38}"/>
              </a:ext>
            </a:extLst>
          </p:cNvPr>
          <p:cNvSpPr>
            <a:spLocks noGrp="1"/>
          </p:cNvSpPr>
          <p:nvPr>
            <p:ph type="title"/>
          </p:nvPr>
        </p:nvSpPr>
        <p:spPr>
          <a:xfrm>
            <a:off x="1159484" y="64189"/>
            <a:ext cx="6817368" cy="576000"/>
          </a:xfrm>
        </p:spPr>
        <p:txBody>
          <a:bodyPr/>
          <a:lstStyle/>
          <a:p>
            <a:r>
              <a:rPr lang="en-US" sz="2400" b="1"/>
              <a:t>Setting Up </a:t>
            </a:r>
            <a:r>
              <a:rPr lang="en-US" sz="2400" b="1" err="1"/>
              <a:t>PlayFab</a:t>
            </a:r>
            <a:r>
              <a:rPr lang="en-US" sz="2400" b="1"/>
              <a:t> Multiplayer Servers Hosting</a:t>
            </a: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491"/>
        <p:cNvGrpSpPr/>
        <p:nvPr/>
      </p:nvGrpSpPr>
      <p:grpSpPr>
        <a:xfrm>
          <a:off x="0" y="0"/>
          <a:ext cx="0" cy="0"/>
          <a:chOff x="0" y="0"/>
          <a:chExt cx="0" cy="0"/>
        </a:xfrm>
      </p:grpSpPr>
      <p:sp>
        <p:nvSpPr>
          <p:cNvPr id="3" name="Title 2">
            <a:extLst>
              <a:ext uri="{FF2B5EF4-FFF2-40B4-BE49-F238E27FC236}">
                <a16:creationId xmlns:a16="http://schemas.microsoft.com/office/drawing/2014/main" id="{2FAB06BF-DE55-7B59-65C4-D504AFE33F38}"/>
              </a:ext>
            </a:extLst>
          </p:cNvPr>
          <p:cNvSpPr>
            <a:spLocks noGrp="1"/>
          </p:cNvSpPr>
          <p:nvPr>
            <p:ph type="title"/>
          </p:nvPr>
        </p:nvSpPr>
        <p:spPr>
          <a:xfrm>
            <a:off x="1596340" y="84328"/>
            <a:ext cx="5951169" cy="572700"/>
          </a:xfrm>
        </p:spPr>
        <p:txBody>
          <a:bodyPr/>
          <a:lstStyle/>
          <a:p>
            <a:r>
              <a:rPr lang="en-US" sz="2400" b="1"/>
              <a:t>Working of </a:t>
            </a:r>
            <a:r>
              <a:rPr lang="en-US" sz="2400" b="1" err="1"/>
              <a:t>PlayFab</a:t>
            </a:r>
            <a:r>
              <a:rPr lang="en-US" sz="2400" b="1"/>
              <a:t> Multiplayer Servers Hosting</a:t>
            </a:r>
          </a:p>
        </p:txBody>
      </p:sp>
      <p:pic>
        <p:nvPicPr>
          <p:cNvPr id="4" name="Picture 3" descr="A diagram of a machine&#10;&#10;Description automatically generated">
            <a:extLst>
              <a:ext uri="{FF2B5EF4-FFF2-40B4-BE49-F238E27FC236}">
                <a16:creationId xmlns:a16="http://schemas.microsoft.com/office/drawing/2014/main" id="{99F0371F-0FC6-0786-C374-77A30EC0846A}"/>
              </a:ext>
            </a:extLst>
          </p:cNvPr>
          <p:cNvPicPr>
            <a:picLocks noChangeAspect="1"/>
          </p:cNvPicPr>
          <p:nvPr/>
        </p:nvPicPr>
        <p:blipFill>
          <a:blip r:embed="rId3"/>
          <a:stretch>
            <a:fillRect/>
          </a:stretch>
        </p:blipFill>
        <p:spPr>
          <a:xfrm>
            <a:off x="1142933" y="719639"/>
            <a:ext cx="6858134" cy="4160930"/>
          </a:xfrm>
          <a:prstGeom prst="rect">
            <a:avLst/>
          </a:prstGeom>
          <a:ln>
            <a:solidFill>
              <a:schemeClr val="tx1"/>
            </a:solidFill>
          </a:ln>
        </p:spPr>
      </p:pic>
    </p:spTree>
    <p:extLst>
      <p:ext uri="{BB962C8B-B14F-4D97-AF65-F5344CB8AC3E}">
        <p14:creationId xmlns:p14="http://schemas.microsoft.com/office/powerpoint/2010/main" val="4846688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195745D-0906-4BFB-F109-BD0267181FDE}"/>
              </a:ext>
            </a:extLst>
          </p:cNvPr>
          <p:cNvSpPr>
            <a:spLocks noGrp="1"/>
          </p:cNvSpPr>
          <p:nvPr>
            <p:ph type="subTitle" idx="1"/>
          </p:nvPr>
        </p:nvSpPr>
        <p:spPr>
          <a:xfrm>
            <a:off x="1069318" y="1093010"/>
            <a:ext cx="7118159" cy="3886108"/>
          </a:xfrm>
        </p:spPr>
        <p:txBody>
          <a:bodyPr/>
          <a:lstStyle/>
          <a:p>
            <a:pPr algn="l"/>
            <a:r>
              <a:rPr lang="en-US" b="1"/>
              <a:t>Friends:</a:t>
            </a:r>
            <a:r>
              <a:rPr lang="en-US"/>
              <a:t> Players can add each other as friends, enabling features </a:t>
            </a:r>
            <a:r>
              <a:rPr lang="en-US" err="1"/>
              <a:t>like:Seeing</a:t>
            </a:r>
            <a:r>
              <a:rPr lang="en-US"/>
              <a:t> each other's online </a:t>
            </a:r>
            <a:r>
              <a:rPr lang="en-US" err="1"/>
              <a:t>status.Sending</a:t>
            </a:r>
            <a:r>
              <a:rPr lang="en-US"/>
              <a:t> private </a:t>
            </a:r>
            <a:r>
              <a:rPr lang="en-US" err="1"/>
              <a:t>messages.Inviting</a:t>
            </a:r>
            <a:r>
              <a:rPr lang="en-US"/>
              <a:t> friends to join games or parties.</a:t>
            </a:r>
            <a:br>
              <a:rPr lang="en-US"/>
            </a:br>
            <a:br>
              <a:rPr lang="en-US"/>
            </a:br>
            <a:r>
              <a:rPr lang="en-US" b="1"/>
              <a:t>Groups, Guilds, and Clans :</a:t>
            </a:r>
            <a:r>
              <a:rPr lang="en-US"/>
              <a:t> you can use Shared Group Data to share information among a limited number of players. </a:t>
            </a:r>
            <a:br>
              <a:rPr lang="en-US"/>
            </a:br>
            <a:br>
              <a:rPr lang="en-US"/>
            </a:br>
            <a:r>
              <a:rPr lang="en-US" b="1"/>
              <a:t>Tournaments and Leaderboards:</a:t>
            </a:r>
            <a:r>
              <a:rPr lang="en-US"/>
              <a:t> Create competitive experiences with leaderboards to showcase player achievements and rankings. </a:t>
            </a:r>
            <a:br>
              <a:rPr lang="en-US"/>
            </a:br>
            <a:r>
              <a:rPr lang="en-US"/>
              <a:t>Tournaments allow you to organize structured competitions with defined rules and rewards. </a:t>
            </a:r>
            <a:br>
              <a:rPr lang="en-US"/>
            </a:br>
            <a:br>
              <a:rPr lang="en-US"/>
            </a:br>
            <a:r>
              <a:rPr lang="en-US" b="1"/>
              <a:t>Trading:</a:t>
            </a:r>
            <a:r>
              <a:rPr lang="en-US"/>
              <a:t> You can build a trading system using its virtual currencies, items, and catalog features. Players could trade items for virtual currency or other items within the game's economy.</a:t>
            </a:r>
            <a:br>
              <a:rPr lang="en-US"/>
            </a:br>
            <a:br>
              <a:rPr lang="en-US"/>
            </a:br>
            <a:r>
              <a:rPr lang="en-US" b="1"/>
              <a:t>Push Notifications and In-Game Messages:</a:t>
            </a:r>
            <a:r>
              <a:rPr lang="en-US"/>
              <a:t> Send targeted messages to players to drive engagement, such as reminding them about events, daily rewards, or special offers </a:t>
            </a:r>
            <a:endParaRPr lang="en-US">
              <a:solidFill>
                <a:srgbClr val="000000"/>
              </a:solidFill>
            </a:endParaRPr>
          </a:p>
          <a:p>
            <a:pPr algn="l"/>
            <a:endParaRPr lang="en-US"/>
          </a:p>
        </p:txBody>
      </p:sp>
      <p:sp>
        <p:nvSpPr>
          <p:cNvPr id="7" name="TextBox 6">
            <a:extLst>
              <a:ext uri="{FF2B5EF4-FFF2-40B4-BE49-F238E27FC236}">
                <a16:creationId xmlns:a16="http://schemas.microsoft.com/office/drawing/2014/main" id="{1F7DC4C7-79BF-8029-5EDD-D345E1FDA5C0}"/>
              </a:ext>
            </a:extLst>
          </p:cNvPr>
          <p:cNvSpPr txBox="1"/>
          <p:nvPr/>
        </p:nvSpPr>
        <p:spPr>
          <a:xfrm>
            <a:off x="1970099" y="387305"/>
            <a:ext cx="4572000" cy="400110"/>
          </a:xfrm>
          <a:prstGeom prst="rect">
            <a:avLst/>
          </a:prstGeom>
          <a:noFill/>
        </p:spPr>
        <p:txBody>
          <a:bodyPr wrap="square">
            <a:spAutoFit/>
          </a:bodyPr>
          <a:lstStyle/>
          <a:p>
            <a:pPr algn="ctr"/>
            <a:r>
              <a:rPr lang="en-US" sz="2000">
                <a:latin typeface="Fjalla One" panose="02000506040000020004" pitchFamily="2" charset="0"/>
              </a:rPr>
              <a:t>Additional Features</a:t>
            </a:r>
          </a:p>
        </p:txBody>
      </p:sp>
    </p:spTree>
    <p:extLst>
      <p:ext uri="{BB962C8B-B14F-4D97-AF65-F5344CB8AC3E}">
        <p14:creationId xmlns:p14="http://schemas.microsoft.com/office/powerpoint/2010/main" val="3229534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3D60C246-B318-C99A-7985-E2514E07BE2B}"/>
              </a:ext>
            </a:extLst>
          </p:cNvPr>
          <p:cNvSpPr>
            <a:spLocks noGrp="1"/>
          </p:cNvSpPr>
          <p:nvPr>
            <p:ph type="subTitle" idx="1"/>
          </p:nvPr>
        </p:nvSpPr>
        <p:spPr>
          <a:xfrm>
            <a:off x="1129405" y="1016247"/>
            <a:ext cx="6900087" cy="3863664"/>
          </a:xfrm>
        </p:spPr>
        <p:txBody>
          <a:bodyPr/>
          <a:lstStyle/>
          <a:p>
            <a:pPr algn="l"/>
            <a:r>
              <a:rPr lang="en-US" sz="1200" b="1" err="1"/>
              <a:t>PlayStream</a:t>
            </a:r>
            <a:r>
              <a:rPr lang="en-US" sz="1200" b="1"/>
              <a:t> :</a:t>
            </a:r>
            <a:r>
              <a:rPr lang="en-US" sz="1200"/>
              <a:t> Get a real-time view of events happening in your game, enabling you to react quickly to player actions, identify issues, or trigger in-game events based on specific criteria. </a:t>
            </a:r>
            <a:br>
              <a:rPr lang="en-US" sz="1200"/>
            </a:br>
            <a:br>
              <a:rPr lang="en-US" sz="1200"/>
            </a:br>
            <a:r>
              <a:rPr lang="en-US" sz="1200" b="1"/>
              <a:t>Telemetry :</a:t>
            </a:r>
            <a:r>
              <a:rPr lang="en-US" sz="1200"/>
              <a:t> It’s a feature of </a:t>
            </a:r>
            <a:r>
              <a:rPr lang="en-US" sz="1200" err="1"/>
              <a:t>PlayFab</a:t>
            </a:r>
            <a:r>
              <a:rPr lang="en-US" sz="1200"/>
              <a:t> that allows you to send </a:t>
            </a:r>
            <a:r>
              <a:rPr lang="en-US" sz="1200" err="1"/>
              <a:t>UserGenerated</a:t>
            </a:r>
            <a:r>
              <a:rPr lang="en-US" sz="1200"/>
              <a:t> Events to </a:t>
            </a:r>
            <a:r>
              <a:rPr lang="en-US" sz="1200" err="1"/>
              <a:t>PlayFab</a:t>
            </a:r>
            <a:r>
              <a:rPr lang="en-US" sz="1200"/>
              <a:t> and is useful for recording things that are happening inside your game, without the need of immediately reacting to them. For example record crash logs, performance metrics, user behavior.</a:t>
            </a:r>
            <a:br>
              <a:rPr lang="en-US" sz="1200"/>
            </a:br>
            <a:br>
              <a:rPr lang="en-US" sz="1200"/>
            </a:br>
            <a:r>
              <a:rPr lang="en-US" sz="1200" b="1"/>
              <a:t>Experimentation :</a:t>
            </a:r>
            <a:r>
              <a:rPr lang="en-US" sz="1200"/>
              <a:t> </a:t>
            </a:r>
            <a:r>
              <a:rPr lang="en-US" sz="1200" err="1"/>
              <a:t>PlayFab</a:t>
            </a:r>
            <a:r>
              <a:rPr lang="en-US" sz="1200"/>
              <a:t> allows you to experiment with different game features, content variations, and monetization strategies to see which ones perform better with your player base.</a:t>
            </a:r>
            <a:br>
              <a:rPr lang="en-US" sz="1200"/>
            </a:br>
            <a:br>
              <a:rPr lang="en-US" sz="1200"/>
            </a:br>
            <a:r>
              <a:rPr lang="en-US" sz="1200" b="1"/>
              <a:t>Segmentation :</a:t>
            </a:r>
            <a:r>
              <a:rPr lang="en-US" sz="1200"/>
              <a:t> Lets you create targeted groups of players based on their player properties. When </a:t>
            </a:r>
            <a:r>
              <a:rPr lang="en-US" sz="1200" err="1"/>
              <a:t>PlayStream</a:t>
            </a:r>
            <a:r>
              <a:rPr lang="en-US" sz="1200"/>
              <a:t> events are processed, your configuration drives the addition of players into and out of the segments you define. </a:t>
            </a:r>
            <a:br>
              <a:rPr lang="en-US" sz="1200"/>
            </a:br>
            <a:br>
              <a:rPr lang="en-US" sz="1200"/>
            </a:br>
            <a:r>
              <a:rPr lang="en-US" sz="1200"/>
              <a:t>Let's say that you want to define a segment of players where XP &gt; 3,000, If the condition (&gt; 3000) evaluates to true, then the player enters the High XP Players segment, and the corresponding action(s) will be triggered.</a:t>
            </a:r>
            <a:br>
              <a:rPr lang="en-US" sz="1200"/>
            </a:br>
            <a:r>
              <a:rPr lang="en-US" sz="1200"/>
              <a:t>There are various basic actions available, including granting an item to the player, granting virtual currency, changing a statistic, banning a player, sending a player an email or sending a Push notification. </a:t>
            </a:r>
            <a:endParaRPr lang="en-US" sz="1200">
              <a:solidFill>
                <a:srgbClr val="000000"/>
              </a:solidFill>
            </a:endParaRPr>
          </a:p>
          <a:p>
            <a:pPr algn="l"/>
            <a:endParaRPr lang="en-US" sz="1200"/>
          </a:p>
        </p:txBody>
      </p:sp>
      <p:sp>
        <p:nvSpPr>
          <p:cNvPr id="4" name="TextBox 3">
            <a:extLst>
              <a:ext uri="{FF2B5EF4-FFF2-40B4-BE49-F238E27FC236}">
                <a16:creationId xmlns:a16="http://schemas.microsoft.com/office/drawing/2014/main" id="{0FA4289B-BF4F-0A51-91A6-E2F17238E6B6}"/>
              </a:ext>
            </a:extLst>
          </p:cNvPr>
          <p:cNvSpPr txBox="1"/>
          <p:nvPr/>
        </p:nvSpPr>
        <p:spPr>
          <a:xfrm>
            <a:off x="2022737" y="470021"/>
            <a:ext cx="4572000" cy="400110"/>
          </a:xfrm>
          <a:prstGeom prst="rect">
            <a:avLst/>
          </a:prstGeom>
          <a:noFill/>
        </p:spPr>
        <p:txBody>
          <a:bodyPr wrap="square">
            <a:spAutoFit/>
          </a:bodyPr>
          <a:lstStyle/>
          <a:p>
            <a:pPr algn="ctr"/>
            <a:r>
              <a:rPr lang="en-US" sz="2000">
                <a:latin typeface="Fjalla One" panose="02000506040000020004" pitchFamily="2" charset="0"/>
              </a:rPr>
              <a:t>Additional Features</a:t>
            </a:r>
          </a:p>
        </p:txBody>
      </p:sp>
    </p:spTree>
    <p:extLst>
      <p:ext uri="{BB962C8B-B14F-4D97-AF65-F5344CB8AC3E}">
        <p14:creationId xmlns:p14="http://schemas.microsoft.com/office/powerpoint/2010/main" val="34438490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oup of logos on a white background&#10;&#10;Description automatically generated">
            <a:extLst>
              <a:ext uri="{FF2B5EF4-FFF2-40B4-BE49-F238E27FC236}">
                <a16:creationId xmlns:a16="http://schemas.microsoft.com/office/drawing/2014/main" id="{894202FD-A20E-7AAC-76EF-1A8154549F70}"/>
              </a:ext>
            </a:extLst>
          </p:cNvPr>
          <p:cNvPicPr>
            <a:picLocks noChangeAspect="1"/>
          </p:cNvPicPr>
          <p:nvPr/>
        </p:nvPicPr>
        <p:blipFill rotWithShape="1">
          <a:blip r:embed="rId2"/>
          <a:srcRect t="23148" r="107" b="-127"/>
          <a:stretch/>
        </p:blipFill>
        <p:spPr>
          <a:xfrm>
            <a:off x="759493" y="2214197"/>
            <a:ext cx="7384392" cy="2646733"/>
          </a:xfrm>
          <a:prstGeom prst="rect">
            <a:avLst/>
          </a:prstGeom>
        </p:spPr>
      </p:pic>
      <p:pic>
        <p:nvPicPr>
          <p:cNvPr id="2" name="Picture 1">
            <a:extLst>
              <a:ext uri="{FF2B5EF4-FFF2-40B4-BE49-F238E27FC236}">
                <a16:creationId xmlns:a16="http://schemas.microsoft.com/office/drawing/2014/main" id="{05C99121-7F80-E6F9-1C64-3B57294D36F4}"/>
              </a:ext>
            </a:extLst>
          </p:cNvPr>
          <p:cNvPicPr>
            <a:picLocks noChangeAspect="1"/>
          </p:cNvPicPr>
          <p:nvPr/>
        </p:nvPicPr>
        <p:blipFill rotWithShape="1">
          <a:blip r:embed="rId3"/>
          <a:srcRect l="38737" t="72267" r="984" b="2439"/>
          <a:stretch/>
        </p:blipFill>
        <p:spPr>
          <a:xfrm>
            <a:off x="6211916" y="784768"/>
            <a:ext cx="2793378" cy="1127661"/>
          </a:xfrm>
          <a:prstGeom prst="rect">
            <a:avLst/>
          </a:prstGeom>
        </p:spPr>
      </p:pic>
      <p:pic>
        <p:nvPicPr>
          <p:cNvPr id="3" name="Picture 2">
            <a:extLst>
              <a:ext uri="{FF2B5EF4-FFF2-40B4-BE49-F238E27FC236}">
                <a16:creationId xmlns:a16="http://schemas.microsoft.com/office/drawing/2014/main" id="{2B237BAE-4E62-CC9A-671A-01D5CED70C89}"/>
              </a:ext>
            </a:extLst>
          </p:cNvPr>
          <p:cNvPicPr>
            <a:picLocks noChangeAspect="1"/>
          </p:cNvPicPr>
          <p:nvPr/>
        </p:nvPicPr>
        <p:blipFill rotWithShape="1">
          <a:blip r:embed="rId3"/>
          <a:srcRect l="2097" t="36640" r="37624" b="38067"/>
          <a:stretch/>
        </p:blipFill>
        <p:spPr>
          <a:xfrm>
            <a:off x="2997136" y="784768"/>
            <a:ext cx="2793380" cy="1127661"/>
          </a:xfrm>
          <a:prstGeom prst="rect">
            <a:avLst/>
          </a:prstGeom>
        </p:spPr>
      </p:pic>
      <p:pic>
        <p:nvPicPr>
          <p:cNvPr id="5" name="Picture 4">
            <a:extLst>
              <a:ext uri="{FF2B5EF4-FFF2-40B4-BE49-F238E27FC236}">
                <a16:creationId xmlns:a16="http://schemas.microsoft.com/office/drawing/2014/main" id="{B8285249-F1A1-D888-7D16-9F2C930769A0}"/>
              </a:ext>
            </a:extLst>
          </p:cNvPr>
          <p:cNvPicPr>
            <a:picLocks noChangeAspect="1"/>
          </p:cNvPicPr>
          <p:nvPr/>
        </p:nvPicPr>
        <p:blipFill rotWithShape="1">
          <a:blip r:embed="rId3"/>
          <a:srcRect l="39362" t="1084" r="2850" b="73623"/>
          <a:stretch/>
        </p:blipFill>
        <p:spPr>
          <a:xfrm>
            <a:off x="131186" y="781813"/>
            <a:ext cx="2649185" cy="1115576"/>
          </a:xfrm>
          <a:prstGeom prst="rect">
            <a:avLst/>
          </a:prstGeom>
        </p:spPr>
      </p:pic>
      <p:sp>
        <p:nvSpPr>
          <p:cNvPr id="7" name="TextBox 6">
            <a:extLst>
              <a:ext uri="{FF2B5EF4-FFF2-40B4-BE49-F238E27FC236}">
                <a16:creationId xmlns:a16="http://schemas.microsoft.com/office/drawing/2014/main" id="{918E3B81-8C9E-1916-1E5C-EBABB1527653}"/>
              </a:ext>
            </a:extLst>
          </p:cNvPr>
          <p:cNvSpPr txBox="1"/>
          <p:nvPr/>
        </p:nvSpPr>
        <p:spPr>
          <a:xfrm>
            <a:off x="2165612" y="78996"/>
            <a:ext cx="4572000" cy="400110"/>
          </a:xfrm>
          <a:prstGeom prst="rect">
            <a:avLst/>
          </a:prstGeom>
          <a:noFill/>
        </p:spPr>
        <p:txBody>
          <a:bodyPr wrap="square" lIns="91440" tIns="45720" rIns="91440" bIns="45720" anchor="t">
            <a:spAutoFit/>
          </a:bodyPr>
          <a:lstStyle/>
          <a:p>
            <a:pPr algn="ctr"/>
            <a:r>
              <a:rPr lang="en-US" sz="2000">
                <a:latin typeface="Fjalla One"/>
              </a:rPr>
              <a:t>Games running on </a:t>
            </a:r>
            <a:r>
              <a:rPr lang="en-US" sz="2000" err="1">
                <a:latin typeface="Fjalla One"/>
              </a:rPr>
              <a:t>PlayFab</a:t>
            </a:r>
            <a:endParaRPr lang="en-US" err="1"/>
          </a:p>
        </p:txBody>
      </p:sp>
    </p:spTree>
    <p:extLst>
      <p:ext uri="{BB962C8B-B14F-4D97-AF65-F5344CB8AC3E}">
        <p14:creationId xmlns:p14="http://schemas.microsoft.com/office/powerpoint/2010/main" val="5238979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949"/>
        <p:cNvGrpSpPr/>
        <p:nvPr/>
      </p:nvGrpSpPr>
      <p:grpSpPr>
        <a:xfrm>
          <a:off x="0" y="0"/>
          <a:ext cx="0" cy="0"/>
          <a:chOff x="0" y="0"/>
          <a:chExt cx="0" cy="0"/>
        </a:xfrm>
      </p:grpSpPr>
      <p:sp>
        <p:nvSpPr>
          <p:cNvPr id="2" name="Google Shape;3605;p63">
            <a:extLst>
              <a:ext uri="{FF2B5EF4-FFF2-40B4-BE49-F238E27FC236}">
                <a16:creationId xmlns:a16="http://schemas.microsoft.com/office/drawing/2014/main" id="{99CC8D0B-4B6F-BF60-EBD3-235103AF7BF8}"/>
              </a:ext>
            </a:extLst>
          </p:cNvPr>
          <p:cNvSpPr txBox="1">
            <a:spLocks noGrp="1"/>
          </p:cNvSpPr>
          <p:nvPr/>
        </p:nvSpPr>
        <p:spPr>
          <a:xfrm>
            <a:off x="2105425" y="1812798"/>
            <a:ext cx="4937700" cy="132821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1pPr>
            <a:lvl2pPr marR="0" lvl="1"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2pPr>
            <a:lvl3pPr marR="0" lvl="2"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3pPr>
            <a:lvl4pPr marR="0" lvl="3"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4pPr>
            <a:lvl5pPr marR="0" lvl="4"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5pPr>
            <a:lvl6pPr marR="0" lvl="5"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6pPr>
            <a:lvl7pPr marR="0" lvl="6"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7pPr>
            <a:lvl8pPr marR="0" lvl="7"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8pPr>
            <a:lvl9pPr marR="0" lvl="8"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9pPr>
          </a:lstStyle>
          <a:p>
            <a:pPr marL="0" lvl="0" indent="0" algn="ctr" rtl="0">
              <a:spcBef>
                <a:spcPts val="0"/>
              </a:spcBef>
              <a:spcAft>
                <a:spcPts val="0"/>
              </a:spcAft>
              <a:buNone/>
            </a:pPr>
            <a:r>
              <a:rPr lang="en" sz="9600" b="1"/>
              <a:t>Thanks!</a:t>
            </a:r>
            <a:endParaRPr lang="en-US" sz="9600" b="1"/>
          </a:p>
        </p:txBody>
      </p:sp>
    </p:spTree>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55</Slides>
  <Notes>26</Notes>
  <HiddenSlides>0</HiddenSlide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Technology Consulting by Slidesgo</vt:lpstr>
      <vt:lpstr>CLOUD GAMING: MULTIPLAYER GAMES(Amazon's Gamelift and Microsoft's Playfab)</vt:lpstr>
      <vt:lpstr>What is Cloud ?</vt:lpstr>
      <vt:lpstr>What is Cloud Computing?</vt:lpstr>
      <vt:lpstr>What is Cloud Gaming ?</vt:lpstr>
      <vt:lpstr>How Cloud Gaming Works</vt:lpstr>
      <vt:lpstr>WebRTC (Web Real Time Communication)</vt:lpstr>
      <vt:lpstr>Why WebRTC?</vt:lpstr>
      <vt:lpstr>WebRTC Working</vt:lpstr>
      <vt:lpstr>WebRTC Transmit Data - Connection</vt:lpstr>
      <vt:lpstr>Limitations &amp; Future</vt:lpstr>
      <vt:lpstr>Benefits of Cloud Gaming </vt:lpstr>
      <vt:lpstr>Continued... </vt:lpstr>
      <vt:lpstr>Latency &amp; Bandwidth</vt:lpstr>
      <vt:lpstr>Disadvantages of  Cloud Gaming</vt:lpstr>
      <vt:lpstr>Virtualization </vt:lpstr>
      <vt:lpstr>Concepts of Virtualization  </vt:lpstr>
      <vt:lpstr>PowerPoint Presentation</vt:lpstr>
      <vt:lpstr>Limitations of Cloud Gaming </vt:lpstr>
      <vt:lpstr>PowerPoint Presentation</vt:lpstr>
      <vt:lpstr>PowerPoint Presentation</vt:lpstr>
      <vt:lpstr>Cloud Gaming Services</vt:lpstr>
      <vt:lpstr>More Cloud Gaming Services</vt:lpstr>
      <vt:lpstr>Cloud Based Multiplayer Games</vt:lpstr>
      <vt:lpstr>PowerPoint Presentation</vt:lpstr>
      <vt:lpstr>Benefits of Amazon's GameLift</vt:lpstr>
      <vt:lpstr>Setting up GameLift</vt:lpstr>
      <vt:lpstr>Setting up GameLift </vt:lpstr>
      <vt:lpstr>Setting up GameLift </vt:lpstr>
      <vt:lpstr>Setting up GameLift </vt:lpstr>
      <vt:lpstr>Setting up GameLift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Code Snippet : Client</vt:lpstr>
      <vt:lpstr>PowerPoint Presentation</vt:lpstr>
      <vt:lpstr>PowerPoint Presentation</vt:lpstr>
      <vt:lpstr>Code Snippet : Client Contd…</vt:lpstr>
      <vt:lpstr>PowerPoint Presentation</vt:lpstr>
      <vt:lpstr>PowerPoint Presentation</vt:lpstr>
      <vt:lpstr>PowerPoint Presentation</vt:lpstr>
      <vt:lpstr>PowerPoint Presentation</vt:lpstr>
      <vt:lpstr>Multiplayer services</vt:lpstr>
      <vt:lpstr>Multiplayer services</vt:lpstr>
      <vt:lpstr>Multiplayer services</vt:lpstr>
      <vt:lpstr>Multiplayer services</vt:lpstr>
      <vt:lpstr>Setting Up PlayFab Multiplayer Servers Hosting</vt:lpstr>
      <vt:lpstr>Working of PlayFab Multiplayer Servers Hosting</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&lt;button type="button" class="undo" title="Undo"&gt;       &lt;div class="material-symbols-outlined"&gt;         undo       &lt;/div&gt;     &lt;/button&gt;      &lt;button type="button" class="undo" title="Redo"&gt;       &lt;div class="material-symbols-outlined"&gt;         redo       &lt;/div&gt;     &lt;/button&gt;      &lt;button type="button" class="undo" title="Take an exit/draw"&gt;       &lt;div class="material-symbols-outlined"&gt;         exit_to_app       &lt;/div&gt;     &lt;/button&gt;     &lt;button type="button" class="undo" title="Restart game"&gt;       &lt;div class="material-symbols-outlined"&gt;     restart_alt       &lt;/div&gt; </dc:title>
  <cp:revision>4</cp:revision>
  <dcterms:modified xsi:type="dcterms:W3CDTF">2024-05-28T11:36:22Z</dcterms:modified>
</cp:coreProperties>
</file>